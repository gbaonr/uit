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691" r:id="rId2"/>
  </p:sldMasterIdLst>
  <p:notesMasterIdLst>
    <p:notesMasterId r:id="rId31"/>
  </p:notesMasterIdLst>
  <p:sldIdLst>
    <p:sldId id="312" r:id="rId3"/>
    <p:sldId id="258" r:id="rId4"/>
    <p:sldId id="261" r:id="rId5"/>
    <p:sldId id="313" r:id="rId6"/>
    <p:sldId id="265" r:id="rId7"/>
    <p:sldId id="259" r:id="rId8"/>
    <p:sldId id="340" r:id="rId9"/>
    <p:sldId id="316" r:id="rId10"/>
    <p:sldId id="341" r:id="rId11"/>
    <p:sldId id="318" r:id="rId12"/>
    <p:sldId id="339" r:id="rId13"/>
    <p:sldId id="317" r:id="rId14"/>
    <p:sldId id="315" r:id="rId15"/>
    <p:sldId id="277" r:id="rId16"/>
    <p:sldId id="326" r:id="rId17"/>
    <p:sldId id="329" r:id="rId18"/>
    <p:sldId id="260" r:id="rId19"/>
    <p:sldId id="323" r:id="rId20"/>
    <p:sldId id="325" r:id="rId21"/>
    <p:sldId id="327" r:id="rId22"/>
    <p:sldId id="333" r:id="rId23"/>
    <p:sldId id="335" r:id="rId24"/>
    <p:sldId id="328" r:id="rId25"/>
    <p:sldId id="337" r:id="rId26"/>
    <p:sldId id="330" r:id="rId27"/>
    <p:sldId id="336" r:id="rId28"/>
    <p:sldId id="289" r:id="rId29"/>
    <p:sldId id="338" r:id="rId30"/>
  </p:sldIdLst>
  <p:sldSz cx="9144000" cy="5143500" type="screen16x9"/>
  <p:notesSz cx="6858000" cy="9144000"/>
  <p:embeddedFontLst>
    <p:embeddedFont>
      <p:font typeface="ABeeZee" panose="020B0604020202020204" charset="0"/>
      <p:regular r:id="rId32"/>
      <p:italic r:id="rId33"/>
    </p:embeddedFont>
    <p:embeddedFont>
      <p:font typeface="Baloo 2" panose="020B0604020202020204" charset="0"/>
      <p:regular r:id="rId34"/>
      <p:bold r:id="rId35"/>
    </p:embeddedFont>
    <p:embeddedFont>
      <p:font typeface="Consolas" panose="020B0609020204030204" pitchFamily="49" charset="0"/>
      <p:regular r:id="rId36"/>
      <p:bold r:id="rId37"/>
      <p:italic r:id="rId38"/>
      <p:boldItalic r:id="rId39"/>
    </p:embeddedFont>
    <p:embeddedFont>
      <p:font typeface="Merriweather Black" panose="00000A00000000000000" pitchFamily="2" charset="0"/>
      <p:bold r:id="rId40"/>
      <p:boldItalic r:id="rId41"/>
    </p:embeddedFont>
    <p:embeddedFont>
      <p:font typeface="Montserrat Black" panose="00000A00000000000000" pitchFamily="2" charset="0"/>
      <p:bold r:id="rId42"/>
      <p:boldItalic r:id="rId43"/>
    </p:embeddedFont>
    <p:embeddedFont>
      <p:font typeface="Montserrat Medium" panose="00000600000000000000" pitchFamily="2" charset="0"/>
      <p:regular r:id="rId44"/>
      <p:italic r:id="rId45"/>
    </p:embeddedFont>
    <p:embeddedFont>
      <p:font typeface="Tw Cen MT" panose="020B0602020104020603"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CD"/>
    <a:srgbClr val="FF539D"/>
    <a:srgbClr val="EE0066"/>
    <a:srgbClr val="4BB2FF"/>
    <a:srgbClr val="866EFE"/>
    <a:srgbClr val="4BA5FF"/>
    <a:srgbClr val="CF7CC7"/>
    <a:srgbClr val="ACF0ED"/>
    <a:srgbClr val="474DA2"/>
    <a:srgbClr val="FFD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C26A8A-AD3E-463C-9363-589A8B842128}">
  <a:tblStyle styleId="{A7C26A8A-AD3E-463C-9363-589A8B84212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79" autoAdjust="0"/>
    <p:restoredTop sz="95764" autoAdjust="0"/>
  </p:normalViewPr>
  <p:slideViewPr>
    <p:cSldViewPr snapToGrid="0">
      <p:cViewPr>
        <p:scale>
          <a:sx n="80" d="100"/>
          <a:sy n="80" d="100"/>
        </p:scale>
        <p:origin x="872" y="43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font" Target="fonts/font1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6.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g136d118e2a7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6" name="Google Shape;1546;g136d118e2a7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136d118e2a7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7" name="Google Shape;1727;g136d118e2a7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6"/>
        <p:cNvGrpSpPr/>
        <p:nvPr/>
      </p:nvGrpSpPr>
      <p:grpSpPr>
        <a:xfrm>
          <a:off x="0" y="0"/>
          <a:ext cx="0" cy="0"/>
          <a:chOff x="0" y="0"/>
          <a:chExt cx="0" cy="0"/>
        </a:xfrm>
      </p:grpSpPr>
      <p:sp>
        <p:nvSpPr>
          <p:cNvPr id="3607" name="Google Shape;3607;g136d118e2a7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8" name="Google Shape;3608;g136d118e2a7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1532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g13e4d96cf73_1_439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8" name="Google Shape;1878;g13e4d96cf73_1_439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36d118e2a7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8" name="Google Shape;1628;g136d118e2a7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6"/>
        <p:cNvGrpSpPr/>
        <p:nvPr/>
      </p:nvGrpSpPr>
      <p:grpSpPr>
        <a:xfrm>
          <a:off x="0" y="0"/>
          <a:ext cx="0" cy="0"/>
          <a:chOff x="0" y="0"/>
          <a:chExt cx="0" cy="0"/>
        </a:xfrm>
      </p:grpSpPr>
      <p:sp>
        <p:nvSpPr>
          <p:cNvPr id="2177" name="Google Shape;2177;g136d118e2a7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8" name="Google Shape;2178;g136d118e2a7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9564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36d118e2a7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8" name="Google Shape;1628;g136d118e2a7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4977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6"/>
        <p:cNvGrpSpPr/>
        <p:nvPr/>
      </p:nvGrpSpPr>
      <p:grpSpPr>
        <a:xfrm>
          <a:off x="0" y="0"/>
          <a:ext cx="0" cy="0"/>
          <a:chOff x="0" y="0"/>
          <a:chExt cx="0" cy="0"/>
        </a:xfrm>
      </p:grpSpPr>
      <p:sp>
        <p:nvSpPr>
          <p:cNvPr id="2177" name="Google Shape;2177;g136d118e2a7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8" name="Google Shape;2178;g136d118e2a7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5530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36d118e2a7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8" name="Google Shape;1628;g136d118e2a7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7533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6"/>
        <p:cNvGrpSpPr/>
        <p:nvPr/>
      </p:nvGrpSpPr>
      <p:grpSpPr>
        <a:xfrm>
          <a:off x="0" y="0"/>
          <a:ext cx="0" cy="0"/>
          <a:chOff x="0" y="0"/>
          <a:chExt cx="0" cy="0"/>
        </a:xfrm>
      </p:grpSpPr>
      <p:sp>
        <p:nvSpPr>
          <p:cNvPr id="2177" name="Google Shape;2177;g136d118e2a7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8" name="Google Shape;2178;g136d118e2a7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5397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136d118e2a7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8" name="Google Shape;1628;g136d118e2a7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5899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6"/>
        <p:cNvGrpSpPr/>
        <p:nvPr/>
      </p:nvGrpSpPr>
      <p:grpSpPr>
        <a:xfrm>
          <a:off x="0" y="0"/>
          <a:ext cx="0" cy="0"/>
          <a:chOff x="0" y="0"/>
          <a:chExt cx="0" cy="0"/>
        </a:xfrm>
      </p:grpSpPr>
      <p:sp>
        <p:nvSpPr>
          <p:cNvPr id="2177" name="Google Shape;2177;g136d118e2a7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8" name="Google Shape;2178;g136d118e2a7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8157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9"/>
        <p:cNvGrpSpPr/>
        <p:nvPr/>
      </p:nvGrpSpPr>
      <p:grpSpPr>
        <a:xfrm>
          <a:off x="0" y="0"/>
          <a:ext cx="0" cy="0"/>
          <a:chOff x="0" y="0"/>
          <a:chExt cx="0" cy="0"/>
        </a:xfrm>
      </p:grpSpPr>
      <p:sp>
        <p:nvSpPr>
          <p:cNvPr id="2810" name="Google Shape;2810;g13e4d96cf73_1_43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1" name="Google Shape;2811;g13e4d96cf73_1_43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g136d118e2a7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6" name="Google Shape;1546;g136d118e2a7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2135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136d118e2a7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136d118e2a7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p:cNvGrpSpPr/>
        <p:nvPr/>
      </p:nvGrpSpPr>
      <p:grpSpPr>
        <a:xfrm>
          <a:off x="0" y="0"/>
          <a:ext cx="0" cy="0"/>
          <a:chOff x="0" y="0"/>
          <a:chExt cx="0" cy="0"/>
        </a:xfrm>
      </p:grpSpPr>
      <p:sp>
        <p:nvSpPr>
          <p:cNvPr id="1530" name="Google Shape;1530;g12635377fd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1" name="Google Shape;1531;g12635377fd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5845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136d118e2a7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136d118e2a7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6474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p:cNvGrpSpPr/>
        <p:nvPr/>
      </p:nvGrpSpPr>
      <p:grpSpPr>
        <a:xfrm>
          <a:off x="0" y="0"/>
          <a:ext cx="0" cy="0"/>
          <a:chOff x="0" y="0"/>
          <a:chExt cx="0" cy="0"/>
        </a:xfrm>
      </p:grpSpPr>
      <p:sp>
        <p:nvSpPr>
          <p:cNvPr id="1530" name="Google Shape;1530;g12635377fd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1" name="Google Shape;1531;g12635377fd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50914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136d118e2a7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136d118e2a7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444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136d118e2a7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136d118e2a7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1981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2"/>
        <p:cNvGrpSpPr/>
        <p:nvPr/>
      </p:nvGrpSpPr>
      <p:grpSpPr>
        <a:xfrm>
          <a:off x="0" y="0"/>
          <a:ext cx="0" cy="0"/>
          <a:chOff x="0" y="0"/>
          <a:chExt cx="0" cy="0"/>
        </a:xfrm>
      </p:grpSpPr>
      <p:sp>
        <p:nvSpPr>
          <p:cNvPr id="3663" name="Google Shape;3663;g136d118e2a7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4" name="Google Shape;3664;g136d118e2a7_0_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6"/>
        <p:cNvGrpSpPr/>
        <p:nvPr/>
      </p:nvGrpSpPr>
      <p:grpSpPr>
        <a:xfrm>
          <a:off x="0" y="0"/>
          <a:ext cx="0" cy="0"/>
          <a:chOff x="0" y="0"/>
          <a:chExt cx="0" cy="0"/>
        </a:xfrm>
      </p:grpSpPr>
      <p:sp>
        <p:nvSpPr>
          <p:cNvPr id="2177" name="Google Shape;2177;g136d118e2a7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8" name="Google Shape;2178;g136d118e2a7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0694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3"/>
          <p:cNvSpPr/>
          <p:nvPr/>
        </p:nvSpPr>
        <p:spPr>
          <a:xfrm rot="-1299936">
            <a:off x="-2437335" y="-2203216"/>
            <a:ext cx="8163296" cy="6487826"/>
          </a:xfrm>
          <a:custGeom>
            <a:avLst/>
            <a:gdLst/>
            <a:ahLst/>
            <a:cxnLst/>
            <a:rect l="l" t="t" r="r" b="b"/>
            <a:pathLst>
              <a:path w="67997" h="54041" extrusionOk="0">
                <a:moveTo>
                  <a:pt x="50677" y="1"/>
                </a:moveTo>
                <a:cubicBezTo>
                  <a:pt x="48942" y="1"/>
                  <a:pt x="47056" y="896"/>
                  <a:pt x="45175" y="2991"/>
                </a:cubicBezTo>
                <a:cubicBezTo>
                  <a:pt x="41850" y="6693"/>
                  <a:pt x="41080" y="11825"/>
                  <a:pt x="39774" y="16444"/>
                </a:cubicBezTo>
                <a:cubicBezTo>
                  <a:pt x="38870" y="19635"/>
                  <a:pt x="37615" y="22845"/>
                  <a:pt x="35270" y="25190"/>
                </a:cubicBezTo>
                <a:cubicBezTo>
                  <a:pt x="32078" y="28381"/>
                  <a:pt x="27368" y="29486"/>
                  <a:pt x="22875" y="29921"/>
                </a:cubicBezTo>
                <a:cubicBezTo>
                  <a:pt x="18383" y="30355"/>
                  <a:pt x="13775" y="30270"/>
                  <a:pt x="9482" y="31666"/>
                </a:cubicBezTo>
                <a:cubicBezTo>
                  <a:pt x="5190" y="33061"/>
                  <a:pt x="1131" y="36391"/>
                  <a:pt x="537" y="40865"/>
                </a:cubicBezTo>
                <a:cubicBezTo>
                  <a:pt x="1" y="44922"/>
                  <a:pt x="2495" y="48922"/>
                  <a:pt x="5866" y="51243"/>
                </a:cubicBezTo>
                <a:cubicBezTo>
                  <a:pt x="8537" y="53084"/>
                  <a:pt x="11784" y="54041"/>
                  <a:pt x="15026" y="54041"/>
                </a:cubicBezTo>
                <a:cubicBezTo>
                  <a:pt x="16883" y="54041"/>
                  <a:pt x="18737" y="53727"/>
                  <a:pt x="20480" y="53085"/>
                </a:cubicBezTo>
                <a:cubicBezTo>
                  <a:pt x="24250" y="51699"/>
                  <a:pt x="27357" y="48956"/>
                  <a:pt x="30941" y="47137"/>
                </a:cubicBezTo>
                <a:cubicBezTo>
                  <a:pt x="34194" y="45486"/>
                  <a:pt x="37842" y="44649"/>
                  <a:pt x="41489" y="44649"/>
                </a:cubicBezTo>
                <a:cubicBezTo>
                  <a:pt x="44177" y="44649"/>
                  <a:pt x="46865" y="45104"/>
                  <a:pt x="49392" y="46024"/>
                </a:cubicBezTo>
                <a:cubicBezTo>
                  <a:pt x="52327" y="47091"/>
                  <a:pt x="55201" y="48780"/>
                  <a:pt x="58289" y="48780"/>
                </a:cubicBezTo>
                <a:cubicBezTo>
                  <a:pt x="58483" y="48780"/>
                  <a:pt x="58678" y="48773"/>
                  <a:pt x="58874" y="48759"/>
                </a:cubicBezTo>
                <a:cubicBezTo>
                  <a:pt x="62874" y="48476"/>
                  <a:pt x="66178" y="44998"/>
                  <a:pt x="67087" y="41091"/>
                </a:cubicBezTo>
                <a:cubicBezTo>
                  <a:pt x="67996" y="37184"/>
                  <a:pt x="66861" y="33029"/>
                  <a:pt x="64857" y="29555"/>
                </a:cubicBezTo>
                <a:cubicBezTo>
                  <a:pt x="62878" y="26125"/>
                  <a:pt x="60014" y="23107"/>
                  <a:pt x="58986" y="19197"/>
                </a:cubicBezTo>
                <a:cubicBezTo>
                  <a:pt x="57980" y="15364"/>
                  <a:pt x="58856" y="11323"/>
                  <a:pt x="57806" y="7435"/>
                </a:cubicBezTo>
                <a:cubicBezTo>
                  <a:pt x="56648" y="3144"/>
                  <a:pt x="53928" y="1"/>
                  <a:pt x="50677"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0" name="Google Shape;30;p3"/>
          <p:cNvGrpSpPr/>
          <p:nvPr/>
        </p:nvGrpSpPr>
        <p:grpSpPr>
          <a:xfrm>
            <a:off x="1503339" y="832410"/>
            <a:ext cx="6811502" cy="3771078"/>
            <a:chOff x="627130" y="128603"/>
            <a:chExt cx="8316852" cy="4604490"/>
          </a:xfrm>
        </p:grpSpPr>
        <p:grpSp>
          <p:nvGrpSpPr>
            <p:cNvPr id="31" name="Google Shape;31;p3"/>
            <p:cNvGrpSpPr/>
            <p:nvPr/>
          </p:nvGrpSpPr>
          <p:grpSpPr>
            <a:xfrm>
              <a:off x="627130" y="128603"/>
              <a:ext cx="8316852" cy="4604490"/>
              <a:chOff x="627130" y="428622"/>
              <a:chExt cx="8316852" cy="4568400"/>
            </a:xfrm>
          </p:grpSpPr>
          <p:sp>
            <p:nvSpPr>
              <p:cNvPr id="32" name="Google Shape;32;p3"/>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 name="Google Shape;33;p3"/>
              <p:cNvGrpSpPr/>
              <p:nvPr/>
            </p:nvGrpSpPr>
            <p:grpSpPr>
              <a:xfrm>
                <a:off x="627130" y="428636"/>
                <a:ext cx="8316852" cy="490301"/>
                <a:chOff x="280295" y="238126"/>
                <a:chExt cx="9047924" cy="533400"/>
              </a:xfrm>
            </p:grpSpPr>
            <p:sp>
              <p:nvSpPr>
                <p:cNvPr id="34" name="Google Shape;34;p3"/>
                <p:cNvSpPr/>
                <p:nvPr/>
              </p:nvSpPr>
              <p:spPr>
                <a:xfrm>
                  <a:off x="280520" y="238126"/>
                  <a:ext cx="9047700" cy="533400"/>
                </a:xfrm>
                <a:prstGeom prst="round2SameRect">
                  <a:avLst>
                    <a:gd name="adj1" fmla="val 3546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3"/>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6" name="Google Shape;36;p3"/>
                <p:cNvGrpSpPr/>
                <p:nvPr/>
              </p:nvGrpSpPr>
              <p:grpSpPr>
                <a:xfrm>
                  <a:off x="8425674" y="386584"/>
                  <a:ext cx="655694" cy="176896"/>
                  <a:chOff x="13400537" y="1039026"/>
                  <a:chExt cx="495013" cy="133547"/>
                </a:xfrm>
              </p:grpSpPr>
              <p:sp>
                <p:nvSpPr>
                  <p:cNvPr id="37" name="Google Shape;37;p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38;p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39;p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40;p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41;p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43" name="Google Shape;43;p3"/>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4" name="Google Shape;44;p3"/>
          <p:cNvSpPr txBox="1">
            <a:spLocks noGrp="1"/>
          </p:cNvSpPr>
          <p:nvPr>
            <p:ph type="title"/>
          </p:nvPr>
        </p:nvSpPr>
        <p:spPr>
          <a:xfrm>
            <a:off x="4416375" y="2108400"/>
            <a:ext cx="33393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5" name="Google Shape;45;p3"/>
          <p:cNvSpPr txBox="1">
            <a:spLocks noGrp="1"/>
          </p:cNvSpPr>
          <p:nvPr>
            <p:ph type="title" idx="2" hasCustomPrompt="1"/>
          </p:nvPr>
        </p:nvSpPr>
        <p:spPr>
          <a:xfrm>
            <a:off x="1279051" y="1207023"/>
            <a:ext cx="15501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6" name="Google Shape;46;p3"/>
          <p:cNvSpPr txBox="1">
            <a:spLocks noGrp="1"/>
          </p:cNvSpPr>
          <p:nvPr>
            <p:ph type="subTitle" idx="1"/>
          </p:nvPr>
        </p:nvSpPr>
        <p:spPr>
          <a:xfrm rot="618">
            <a:off x="4416499" y="3056001"/>
            <a:ext cx="3339300" cy="6306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7" name="Google Shape;47;p3"/>
          <p:cNvSpPr/>
          <p:nvPr/>
        </p:nvSpPr>
        <p:spPr>
          <a:xfrm>
            <a:off x="8583200" y="3699904"/>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rgbClr val="FFC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48;p3"/>
          <p:cNvSpPr/>
          <p:nvPr/>
        </p:nvSpPr>
        <p:spPr>
          <a:xfrm>
            <a:off x="364650" y="1299601"/>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49;p3"/>
          <p:cNvSpPr/>
          <p:nvPr/>
        </p:nvSpPr>
        <p:spPr>
          <a:xfrm>
            <a:off x="8583200" y="328051"/>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3"/>
          <p:cNvSpPr/>
          <p:nvPr/>
        </p:nvSpPr>
        <p:spPr>
          <a:xfrm>
            <a:off x="4015975" y="4748200"/>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0"/>
        <p:cNvGrpSpPr/>
        <p:nvPr/>
      </p:nvGrpSpPr>
      <p:grpSpPr>
        <a:xfrm>
          <a:off x="0" y="0"/>
          <a:ext cx="0" cy="0"/>
          <a:chOff x="0" y="0"/>
          <a:chExt cx="0" cy="0"/>
        </a:xfrm>
      </p:grpSpPr>
      <p:sp>
        <p:nvSpPr>
          <p:cNvPr id="281" name="Google Shape;281;p9"/>
          <p:cNvSpPr/>
          <p:nvPr/>
        </p:nvSpPr>
        <p:spPr>
          <a:xfrm rot="4169147" flipH="1">
            <a:off x="825650" y="-2009192"/>
            <a:ext cx="5647939" cy="8580874"/>
          </a:xfrm>
          <a:custGeom>
            <a:avLst/>
            <a:gdLst/>
            <a:ahLst/>
            <a:cxnLst/>
            <a:rect l="l" t="t" r="r" b="b"/>
            <a:pathLst>
              <a:path w="23104" h="35102" extrusionOk="0">
                <a:moveTo>
                  <a:pt x="10974" y="1"/>
                </a:moveTo>
                <a:cubicBezTo>
                  <a:pt x="8879" y="1"/>
                  <a:pt x="6722" y="747"/>
                  <a:pt x="5151" y="1961"/>
                </a:cubicBezTo>
                <a:cubicBezTo>
                  <a:pt x="3714" y="3072"/>
                  <a:pt x="2832" y="4652"/>
                  <a:pt x="2132" y="6304"/>
                </a:cubicBezTo>
                <a:cubicBezTo>
                  <a:pt x="1358" y="8136"/>
                  <a:pt x="959" y="10149"/>
                  <a:pt x="1433" y="12115"/>
                </a:cubicBezTo>
                <a:cubicBezTo>
                  <a:pt x="1675" y="13117"/>
                  <a:pt x="2159" y="13987"/>
                  <a:pt x="2675" y="14870"/>
                </a:cubicBezTo>
                <a:cubicBezTo>
                  <a:pt x="3194" y="15757"/>
                  <a:pt x="3732" y="16703"/>
                  <a:pt x="3830" y="17748"/>
                </a:cubicBezTo>
                <a:cubicBezTo>
                  <a:pt x="4020" y="19788"/>
                  <a:pt x="2420" y="21307"/>
                  <a:pt x="1381" y="22871"/>
                </a:cubicBezTo>
                <a:cubicBezTo>
                  <a:pt x="488" y="24218"/>
                  <a:pt x="1" y="25812"/>
                  <a:pt x="260" y="27430"/>
                </a:cubicBezTo>
                <a:cubicBezTo>
                  <a:pt x="492" y="28879"/>
                  <a:pt x="1335" y="30155"/>
                  <a:pt x="2522" y="31002"/>
                </a:cubicBezTo>
                <a:cubicBezTo>
                  <a:pt x="4075" y="32113"/>
                  <a:pt x="5983" y="32151"/>
                  <a:pt x="7776" y="32592"/>
                </a:cubicBezTo>
                <a:cubicBezTo>
                  <a:pt x="8842" y="32854"/>
                  <a:pt x="9811" y="33288"/>
                  <a:pt x="10781" y="33793"/>
                </a:cubicBezTo>
                <a:cubicBezTo>
                  <a:pt x="11645" y="34243"/>
                  <a:pt x="12521" y="34712"/>
                  <a:pt x="13471" y="34955"/>
                </a:cubicBezTo>
                <a:cubicBezTo>
                  <a:pt x="13862" y="35055"/>
                  <a:pt x="14239" y="35101"/>
                  <a:pt x="14601" y="35101"/>
                </a:cubicBezTo>
                <a:cubicBezTo>
                  <a:pt x="17110" y="35101"/>
                  <a:pt x="18927" y="32866"/>
                  <a:pt x="20020" y="30681"/>
                </a:cubicBezTo>
                <a:cubicBezTo>
                  <a:pt x="20777" y="29168"/>
                  <a:pt x="21257" y="27567"/>
                  <a:pt x="21717" y="25944"/>
                </a:cubicBezTo>
                <a:cubicBezTo>
                  <a:pt x="22028" y="24842"/>
                  <a:pt x="22467" y="23782"/>
                  <a:pt x="22770" y="22681"/>
                </a:cubicBezTo>
                <a:cubicBezTo>
                  <a:pt x="23019" y="21772"/>
                  <a:pt x="23104" y="20802"/>
                  <a:pt x="22821" y="19884"/>
                </a:cubicBezTo>
                <a:cubicBezTo>
                  <a:pt x="22364" y="18403"/>
                  <a:pt x="21225" y="17383"/>
                  <a:pt x="19988" y="16530"/>
                </a:cubicBezTo>
                <a:cubicBezTo>
                  <a:pt x="19597" y="16261"/>
                  <a:pt x="19194" y="15997"/>
                  <a:pt x="18806" y="15717"/>
                </a:cubicBezTo>
                <a:cubicBezTo>
                  <a:pt x="18719" y="15606"/>
                  <a:pt x="18634" y="15494"/>
                  <a:pt x="18552" y="15379"/>
                </a:cubicBezTo>
                <a:cubicBezTo>
                  <a:pt x="18168" y="14629"/>
                  <a:pt x="17880" y="13825"/>
                  <a:pt x="17679" y="13018"/>
                </a:cubicBezTo>
                <a:cubicBezTo>
                  <a:pt x="17254" y="11321"/>
                  <a:pt x="17274" y="9653"/>
                  <a:pt x="17365" y="7924"/>
                </a:cubicBezTo>
                <a:cubicBezTo>
                  <a:pt x="17506" y="5227"/>
                  <a:pt x="16889" y="1992"/>
                  <a:pt x="14215" y="699"/>
                </a:cubicBezTo>
                <a:cubicBezTo>
                  <a:pt x="13221" y="219"/>
                  <a:pt x="12107" y="1"/>
                  <a:pt x="10974"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2" name="Google Shape;282;p9"/>
          <p:cNvGrpSpPr/>
          <p:nvPr/>
        </p:nvGrpSpPr>
        <p:grpSpPr>
          <a:xfrm>
            <a:off x="1529621" y="877036"/>
            <a:ext cx="7171621" cy="3970452"/>
            <a:chOff x="627130" y="128603"/>
            <a:chExt cx="8316852" cy="4604490"/>
          </a:xfrm>
        </p:grpSpPr>
        <p:grpSp>
          <p:nvGrpSpPr>
            <p:cNvPr id="283" name="Google Shape;283;p9"/>
            <p:cNvGrpSpPr/>
            <p:nvPr/>
          </p:nvGrpSpPr>
          <p:grpSpPr>
            <a:xfrm>
              <a:off x="627130" y="128603"/>
              <a:ext cx="8316852" cy="4604490"/>
              <a:chOff x="627130" y="428622"/>
              <a:chExt cx="8316852" cy="4568400"/>
            </a:xfrm>
          </p:grpSpPr>
          <p:sp>
            <p:nvSpPr>
              <p:cNvPr id="284" name="Google Shape;284;p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5" name="Google Shape;285;p9"/>
              <p:cNvGrpSpPr/>
              <p:nvPr/>
            </p:nvGrpSpPr>
            <p:grpSpPr>
              <a:xfrm>
                <a:off x="627130" y="428636"/>
                <a:ext cx="8316852" cy="490301"/>
                <a:chOff x="280295" y="238126"/>
                <a:chExt cx="9047924" cy="533400"/>
              </a:xfrm>
            </p:grpSpPr>
            <p:sp>
              <p:nvSpPr>
                <p:cNvPr id="286" name="Google Shape;286;p9"/>
                <p:cNvSpPr/>
                <p:nvPr/>
              </p:nvSpPr>
              <p:spPr>
                <a:xfrm>
                  <a:off x="280520" y="238126"/>
                  <a:ext cx="9047700" cy="533400"/>
                </a:xfrm>
                <a:prstGeom prst="round2SameRect">
                  <a:avLst>
                    <a:gd name="adj1" fmla="val 3721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7" name="Google Shape;287;p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8" name="Google Shape;288;p9"/>
                <p:cNvGrpSpPr/>
                <p:nvPr/>
              </p:nvGrpSpPr>
              <p:grpSpPr>
                <a:xfrm>
                  <a:off x="8425674" y="386584"/>
                  <a:ext cx="655694" cy="176896"/>
                  <a:chOff x="13400537" y="1039026"/>
                  <a:chExt cx="495013" cy="133547"/>
                </a:xfrm>
              </p:grpSpPr>
              <p:sp>
                <p:nvSpPr>
                  <p:cNvPr id="289" name="Google Shape;289;p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 name="Google Shape;290;p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 name="Google Shape;291;p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 name="Google Shape;292;p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 name="Google Shape;293;p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p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95" name="Google Shape;295;p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96" name="Google Shape;296;p9"/>
          <p:cNvGrpSpPr/>
          <p:nvPr/>
        </p:nvGrpSpPr>
        <p:grpSpPr>
          <a:xfrm>
            <a:off x="1124808" y="586524"/>
            <a:ext cx="7171621" cy="3970452"/>
            <a:chOff x="627130" y="128603"/>
            <a:chExt cx="8316852" cy="4604490"/>
          </a:xfrm>
        </p:grpSpPr>
        <p:grpSp>
          <p:nvGrpSpPr>
            <p:cNvPr id="297" name="Google Shape;297;p9"/>
            <p:cNvGrpSpPr/>
            <p:nvPr/>
          </p:nvGrpSpPr>
          <p:grpSpPr>
            <a:xfrm>
              <a:off x="627130" y="128603"/>
              <a:ext cx="8316852" cy="4604490"/>
              <a:chOff x="627130" y="428622"/>
              <a:chExt cx="8316852" cy="4568400"/>
            </a:xfrm>
          </p:grpSpPr>
          <p:sp>
            <p:nvSpPr>
              <p:cNvPr id="298" name="Google Shape;298;p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9" name="Google Shape;299;p9"/>
              <p:cNvGrpSpPr/>
              <p:nvPr/>
            </p:nvGrpSpPr>
            <p:grpSpPr>
              <a:xfrm>
                <a:off x="627130" y="428636"/>
                <a:ext cx="8316852" cy="490301"/>
                <a:chOff x="280295" y="238126"/>
                <a:chExt cx="9047924" cy="533400"/>
              </a:xfrm>
            </p:grpSpPr>
            <p:sp>
              <p:nvSpPr>
                <p:cNvPr id="300" name="Google Shape;300;p9"/>
                <p:cNvSpPr/>
                <p:nvPr/>
              </p:nvSpPr>
              <p:spPr>
                <a:xfrm>
                  <a:off x="280520" y="238126"/>
                  <a:ext cx="9047700" cy="533400"/>
                </a:xfrm>
                <a:prstGeom prst="round2SameRect">
                  <a:avLst>
                    <a:gd name="adj1" fmla="val 40589"/>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 name="Google Shape;301;p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02" name="Google Shape;302;p9"/>
                <p:cNvGrpSpPr/>
                <p:nvPr/>
              </p:nvGrpSpPr>
              <p:grpSpPr>
                <a:xfrm>
                  <a:off x="8425674" y="386584"/>
                  <a:ext cx="655694" cy="176896"/>
                  <a:chOff x="13400537" y="1039026"/>
                  <a:chExt cx="495013" cy="133547"/>
                </a:xfrm>
              </p:grpSpPr>
              <p:sp>
                <p:nvSpPr>
                  <p:cNvPr id="303" name="Google Shape;303;p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 name="Google Shape;304;p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 name="Google Shape;305;p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 name="Google Shape;307;p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 name="Google Shape;308;p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309" name="Google Shape;309;p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10" name="Google Shape;310;p9"/>
          <p:cNvGrpSpPr/>
          <p:nvPr/>
        </p:nvGrpSpPr>
        <p:grpSpPr>
          <a:xfrm>
            <a:off x="719996" y="296011"/>
            <a:ext cx="7171621" cy="3970452"/>
            <a:chOff x="627130" y="128603"/>
            <a:chExt cx="8316852" cy="4604490"/>
          </a:xfrm>
        </p:grpSpPr>
        <p:grpSp>
          <p:nvGrpSpPr>
            <p:cNvPr id="311" name="Google Shape;311;p9"/>
            <p:cNvGrpSpPr/>
            <p:nvPr/>
          </p:nvGrpSpPr>
          <p:grpSpPr>
            <a:xfrm>
              <a:off x="627130" y="128603"/>
              <a:ext cx="8316852" cy="4604490"/>
              <a:chOff x="627130" y="428622"/>
              <a:chExt cx="8316852" cy="4568400"/>
            </a:xfrm>
          </p:grpSpPr>
          <p:sp>
            <p:nvSpPr>
              <p:cNvPr id="312" name="Google Shape;312;p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13" name="Google Shape;313;p9"/>
              <p:cNvGrpSpPr/>
              <p:nvPr/>
            </p:nvGrpSpPr>
            <p:grpSpPr>
              <a:xfrm>
                <a:off x="627130" y="428636"/>
                <a:ext cx="8316852" cy="490301"/>
                <a:chOff x="280295" y="238126"/>
                <a:chExt cx="9047924" cy="533400"/>
              </a:xfrm>
            </p:grpSpPr>
            <p:sp>
              <p:nvSpPr>
                <p:cNvPr id="314" name="Google Shape;314;p9"/>
                <p:cNvSpPr/>
                <p:nvPr/>
              </p:nvSpPr>
              <p:spPr>
                <a:xfrm>
                  <a:off x="280520" y="238126"/>
                  <a:ext cx="9047700" cy="533400"/>
                </a:xfrm>
                <a:prstGeom prst="round2SameRect">
                  <a:avLst>
                    <a:gd name="adj1" fmla="val 4396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 name="Google Shape;315;p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16" name="Google Shape;316;p9"/>
                <p:cNvGrpSpPr/>
                <p:nvPr/>
              </p:nvGrpSpPr>
              <p:grpSpPr>
                <a:xfrm>
                  <a:off x="8425674" y="386584"/>
                  <a:ext cx="655694" cy="176896"/>
                  <a:chOff x="13400537" y="1039026"/>
                  <a:chExt cx="495013" cy="133547"/>
                </a:xfrm>
              </p:grpSpPr>
              <p:sp>
                <p:nvSpPr>
                  <p:cNvPr id="317" name="Google Shape;317;p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323" name="Google Shape;323;p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24" name="Google Shape;324;p9"/>
          <p:cNvSpPr txBox="1">
            <a:spLocks noGrp="1"/>
          </p:cNvSpPr>
          <p:nvPr>
            <p:ph type="title"/>
          </p:nvPr>
        </p:nvSpPr>
        <p:spPr>
          <a:xfrm>
            <a:off x="1759257" y="1316750"/>
            <a:ext cx="5093100" cy="939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5" name="Google Shape;325;p9"/>
          <p:cNvSpPr txBox="1">
            <a:spLocks noGrp="1"/>
          </p:cNvSpPr>
          <p:nvPr>
            <p:ph type="subTitle" idx="1"/>
          </p:nvPr>
        </p:nvSpPr>
        <p:spPr>
          <a:xfrm>
            <a:off x="1757307" y="2411250"/>
            <a:ext cx="5097000" cy="11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26" name="Google Shape;326;p9"/>
          <p:cNvSpPr/>
          <p:nvPr/>
        </p:nvSpPr>
        <p:spPr>
          <a:xfrm>
            <a:off x="2645077" y="4192712"/>
            <a:ext cx="151142" cy="178492"/>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9"/>
          <p:cNvSpPr/>
          <p:nvPr/>
        </p:nvSpPr>
        <p:spPr>
          <a:xfrm>
            <a:off x="8395725" y="1782284"/>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8"/>
        <p:cNvGrpSpPr/>
        <p:nvPr/>
      </p:nvGrpSpPr>
      <p:grpSpPr>
        <a:xfrm>
          <a:off x="0" y="0"/>
          <a:ext cx="0" cy="0"/>
          <a:chOff x="0" y="0"/>
          <a:chExt cx="0" cy="0"/>
        </a:xfrm>
      </p:grpSpPr>
      <p:sp>
        <p:nvSpPr>
          <p:cNvPr id="329" name="Google Shape;329;p10"/>
          <p:cNvSpPr txBox="1">
            <a:spLocks noGrp="1"/>
          </p:cNvSpPr>
          <p:nvPr>
            <p:ph type="title"/>
          </p:nvPr>
        </p:nvSpPr>
        <p:spPr>
          <a:xfrm>
            <a:off x="782125" y="3238500"/>
            <a:ext cx="3728100" cy="1060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330" name="Google Shape;330;p10"/>
          <p:cNvSpPr/>
          <p:nvPr/>
        </p:nvSpPr>
        <p:spPr>
          <a:xfrm>
            <a:off x="847022" y="539998"/>
            <a:ext cx="168267" cy="198751"/>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10"/>
          <p:cNvSpPr/>
          <p:nvPr/>
        </p:nvSpPr>
        <p:spPr>
          <a:xfrm>
            <a:off x="463825" y="845925"/>
            <a:ext cx="256174" cy="30255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10"/>
          <p:cNvSpPr/>
          <p:nvPr/>
        </p:nvSpPr>
        <p:spPr>
          <a:xfrm>
            <a:off x="8423988" y="4040600"/>
            <a:ext cx="256275" cy="30265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10"/>
          <p:cNvSpPr/>
          <p:nvPr/>
        </p:nvSpPr>
        <p:spPr>
          <a:xfrm>
            <a:off x="8086022" y="4504123"/>
            <a:ext cx="168267" cy="198751"/>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10"/>
          <p:cNvSpPr/>
          <p:nvPr/>
        </p:nvSpPr>
        <p:spPr>
          <a:xfrm>
            <a:off x="8086022" y="3899010"/>
            <a:ext cx="168267" cy="198751"/>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8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84"/>
        <p:cNvGrpSpPr/>
        <p:nvPr/>
      </p:nvGrpSpPr>
      <p:grpSpPr>
        <a:xfrm>
          <a:off x="0" y="0"/>
          <a:ext cx="0" cy="0"/>
          <a:chOff x="0" y="0"/>
          <a:chExt cx="0" cy="0"/>
        </a:xfrm>
      </p:grpSpPr>
      <p:sp>
        <p:nvSpPr>
          <p:cNvPr id="385" name="Google Shape;385;p13"/>
          <p:cNvSpPr/>
          <p:nvPr/>
        </p:nvSpPr>
        <p:spPr>
          <a:xfrm rot="-2699971">
            <a:off x="4759173" y="-1454508"/>
            <a:ext cx="4688415" cy="6207517"/>
          </a:xfrm>
          <a:custGeom>
            <a:avLst/>
            <a:gdLst/>
            <a:ahLst/>
            <a:cxnLst/>
            <a:rect l="l" t="t" r="r" b="b"/>
            <a:pathLst>
              <a:path w="22216" h="29414" extrusionOk="0">
                <a:moveTo>
                  <a:pt x="12843" y="1"/>
                </a:moveTo>
                <a:cubicBezTo>
                  <a:pt x="12808" y="1"/>
                  <a:pt x="12774" y="1"/>
                  <a:pt x="12739" y="2"/>
                </a:cubicBezTo>
                <a:cubicBezTo>
                  <a:pt x="10638" y="19"/>
                  <a:pt x="8555" y="1199"/>
                  <a:pt x="6914" y="2638"/>
                </a:cubicBezTo>
                <a:cubicBezTo>
                  <a:pt x="5254" y="4076"/>
                  <a:pt x="4057" y="5772"/>
                  <a:pt x="2730" y="7578"/>
                </a:cubicBezTo>
                <a:cubicBezTo>
                  <a:pt x="1420" y="9385"/>
                  <a:pt x="0" y="11283"/>
                  <a:pt x="333" y="12980"/>
                </a:cubicBezTo>
                <a:cubicBezTo>
                  <a:pt x="683" y="14694"/>
                  <a:pt x="2785" y="16206"/>
                  <a:pt x="3725" y="18658"/>
                </a:cubicBezTo>
                <a:cubicBezTo>
                  <a:pt x="4664" y="21110"/>
                  <a:pt x="4443" y="24502"/>
                  <a:pt x="5753" y="26659"/>
                </a:cubicBezTo>
                <a:cubicBezTo>
                  <a:pt x="6854" y="28474"/>
                  <a:pt x="9026" y="29414"/>
                  <a:pt x="11235" y="29414"/>
                </a:cubicBezTo>
                <a:cubicBezTo>
                  <a:pt x="11652" y="29414"/>
                  <a:pt x="12069" y="29380"/>
                  <a:pt x="12481" y="29313"/>
                </a:cubicBezTo>
                <a:cubicBezTo>
                  <a:pt x="15062" y="28889"/>
                  <a:pt x="17404" y="27101"/>
                  <a:pt x="18436" y="24797"/>
                </a:cubicBezTo>
                <a:cubicBezTo>
                  <a:pt x="19469" y="22473"/>
                  <a:pt x="19192" y="19616"/>
                  <a:pt x="19395" y="17607"/>
                </a:cubicBezTo>
                <a:cubicBezTo>
                  <a:pt x="19597" y="15579"/>
                  <a:pt x="20280" y="14380"/>
                  <a:pt x="20925" y="12814"/>
                </a:cubicBezTo>
                <a:cubicBezTo>
                  <a:pt x="21571" y="11228"/>
                  <a:pt x="22215" y="9292"/>
                  <a:pt x="21902" y="7449"/>
                </a:cubicBezTo>
                <a:cubicBezTo>
                  <a:pt x="21588" y="5606"/>
                  <a:pt x="20335" y="3891"/>
                  <a:pt x="18657" y="2471"/>
                </a:cubicBezTo>
                <a:cubicBezTo>
                  <a:pt x="16989" y="1093"/>
                  <a:pt x="14911" y="1"/>
                  <a:pt x="12843"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86" name="Google Shape;386;p13"/>
          <p:cNvGrpSpPr/>
          <p:nvPr/>
        </p:nvGrpSpPr>
        <p:grpSpPr>
          <a:xfrm>
            <a:off x="171400" y="128600"/>
            <a:ext cx="8772695" cy="4795891"/>
            <a:chOff x="171400" y="128600"/>
            <a:chExt cx="8772695" cy="4795891"/>
          </a:xfrm>
        </p:grpSpPr>
        <p:grpSp>
          <p:nvGrpSpPr>
            <p:cNvPr id="387" name="Google Shape;387;p13"/>
            <p:cNvGrpSpPr/>
            <p:nvPr/>
          </p:nvGrpSpPr>
          <p:grpSpPr>
            <a:xfrm>
              <a:off x="171400" y="128600"/>
              <a:ext cx="8772695" cy="4795891"/>
              <a:chOff x="171400" y="428619"/>
              <a:chExt cx="8772695" cy="4758300"/>
            </a:xfrm>
          </p:grpSpPr>
          <p:sp>
            <p:nvSpPr>
              <p:cNvPr id="388" name="Google Shape;388;p13"/>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89" name="Google Shape;389;p13"/>
              <p:cNvGrpSpPr/>
              <p:nvPr/>
            </p:nvGrpSpPr>
            <p:grpSpPr>
              <a:xfrm>
                <a:off x="171400" y="428636"/>
                <a:ext cx="8772695" cy="490301"/>
                <a:chOff x="-215495" y="238126"/>
                <a:chExt cx="9543837" cy="533400"/>
              </a:xfrm>
            </p:grpSpPr>
            <p:sp>
              <p:nvSpPr>
                <p:cNvPr id="390" name="Google Shape;390;p13"/>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13"/>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92" name="Google Shape;392;p13"/>
                <p:cNvGrpSpPr/>
                <p:nvPr/>
              </p:nvGrpSpPr>
              <p:grpSpPr>
                <a:xfrm>
                  <a:off x="8425674" y="386584"/>
                  <a:ext cx="655694" cy="176896"/>
                  <a:chOff x="13400537" y="1039026"/>
                  <a:chExt cx="495013" cy="133547"/>
                </a:xfrm>
              </p:grpSpPr>
              <p:sp>
                <p:nvSpPr>
                  <p:cNvPr id="393" name="Google Shape;393;p1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4" name="Google Shape;394;p1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 name="Google Shape;395;p1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1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 name="Google Shape;397;p1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 name="Google Shape;398;p1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399" name="Google Shape;399;p13"/>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00" name="Google Shape;400;p13"/>
          <p:cNvSpPr txBox="1">
            <a:spLocks noGrp="1"/>
          </p:cNvSpPr>
          <p:nvPr>
            <p:ph type="title"/>
          </p:nvPr>
        </p:nvSpPr>
        <p:spPr>
          <a:xfrm>
            <a:off x="1997568" y="1606915"/>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01" name="Google Shape;401;p13"/>
          <p:cNvSpPr txBox="1">
            <a:spLocks noGrp="1"/>
          </p:cNvSpPr>
          <p:nvPr>
            <p:ph type="subTitle" idx="1"/>
          </p:nvPr>
        </p:nvSpPr>
        <p:spPr>
          <a:xfrm>
            <a:off x="1997718" y="2133737"/>
            <a:ext cx="2336400" cy="563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402" name="Google Shape;402;p13"/>
          <p:cNvSpPr txBox="1">
            <a:spLocks noGrp="1"/>
          </p:cNvSpPr>
          <p:nvPr>
            <p:ph type="title" idx="2" hasCustomPrompt="1"/>
          </p:nvPr>
        </p:nvSpPr>
        <p:spPr>
          <a:xfrm rot="6095">
            <a:off x="5009116" y="3577969"/>
            <a:ext cx="676801" cy="53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3" name="Google Shape;403;p13"/>
          <p:cNvSpPr txBox="1">
            <a:spLocks noGrp="1"/>
          </p:cNvSpPr>
          <p:nvPr>
            <p:ph type="title" idx="3" hasCustomPrompt="1"/>
          </p:nvPr>
        </p:nvSpPr>
        <p:spPr>
          <a:xfrm>
            <a:off x="1006918" y="3577972"/>
            <a:ext cx="676800" cy="53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4" name="Google Shape;404;p13"/>
          <p:cNvSpPr txBox="1">
            <a:spLocks noGrp="1"/>
          </p:cNvSpPr>
          <p:nvPr>
            <p:ph type="title" idx="4"/>
          </p:nvPr>
        </p:nvSpPr>
        <p:spPr>
          <a:xfrm>
            <a:off x="1997568" y="3206377"/>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05" name="Google Shape;405;p13"/>
          <p:cNvSpPr txBox="1">
            <a:spLocks noGrp="1"/>
          </p:cNvSpPr>
          <p:nvPr>
            <p:ph type="subTitle" idx="5"/>
          </p:nvPr>
        </p:nvSpPr>
        <p:spPr>
          <a:xfrm>
            <a:off x="1997718" y="3733175"/>
            <a:ext cx="2336400" cy="566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406" name="Google Shape;406;p13"/>
          <p:cNvSpPr txBox="1">
            <a:spLocks noGrp="1"/>
          </p:cNvSpPr>
          <p:nvPr>
            <p:ph type="title" idx="6"/>
          </p:nvPr>
        </p:nvSpPr>
        <p:spPr>
          <a:xfrm>
            <a:off x="5992275" y="3206502"/>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07" name="Google Shape;407;p13"/>
          <p:cNvSpPr txBox="1">
            <a:spLocks noGrp="1"/>
          </p:cNvSpPr>
          <p:nvPr>
            <p:ph type="subTitle" idx="7"/>
          </p:nvPr>
        </p:nvSpPr>
        <p:spPr>
          <a:xfrm>
            <a:off x="5992125" y="3733025"/>
            <a:ext cx="2336400" cy="566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408" name="Google Shape;408;p13"/>
          <p:cNvSpPr txBox="1">
            <a:spLocks noGrp="1"/>
          </p:cNvSpPr>
          <p:nvPr>
            <p:ph type="title" idx="8"/>
          </p:nvPr>
        </p:nvSpPr>
        <p:spPr>
          <a:xfrm>
            <a:off x="5992275" y="1606915"/>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09" name="Google Shape;409;p13"/>
          <p:cNvSpPr txBox="1">
            <a:spLocks noGrp="1"/>
          </p:cNvSpPr>
          <p:nvPr>
            <p:ph type="subTitle" idx="9"/>
          </p:nvPr>
        </p:nvSpPr>
        <p:spPr>
          <a:xfrm>
            <a:off x="5992125" y="2133737"/>
            <a:ext cx="2336400" cy="563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410" name="Google Shape;410;p13"/>
          <p:cNvSpPr txBox="1">
            <a:spLocks noGrp="1"/>
          </p:cNvSpPr>
          <p:nvPr>
            <p:ph type="title" idx="13" hasCustomPrompt="1"/>
          </p:nvPr>
        </p:nvSpPr>
        <p:spPr>
          <a:xfrm rot="6095">
            <a:off x="5009124" y="1953524"/>
            <a:ext cx="676801" cy="53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11" name="Google Shape;411;p13"/>
          <p:cNvSpPr txBox="1">
            <a:spLocks noGrp="1"/>
          </p:cNvSpPr>
          <p:nvPr>
            <p:ph type="title" idx="14" hasCustomPrompt="1"/>
          </p:nvPr>
        </p:nvSpPr>
        <p:spPr>
          <a:xfrm rot="1527">
            <a:off x="1007650" y="1955025"/>
            <a:ext cx="675300" cy="527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12" name="Google Shape;412;p13"/>
          <p:cNvSpPr txBox="1">
            <a:spLocks noGrp="1"/>
          </p:cNvSpPr>
          <p:nvPr>
            <p:ph type="title" idx="15"/>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413" name="Google Shape;413;p13"/>
          <p:cNvSpPr/>
          <p:nvPr/>
        </p:nvSpPr>
        <p:spPr>
          <a:xfrm>
            <a:off x="362137" y="21109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13"/>
          <p:cNvSpPr/>
          <p:nvPr/>
        </p:nvSpPr>
        <p:spPr>
          <a:xfrm>
            <a:off x="4648825" y="4603504"/>
            <a:ext cx="151150" cy="178497"/>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 name="Google Shape;415;p13"/>
          <p:cNvSpPr/>
          <p:nvPr/>
        </p:nvSpPr>
        <p:spPr>
          <a:xfrm>
            <a:off x="8486487" y="1372484"/>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416"/>
        <p:cNvGrpSpPr/>
        <p:nvPr/>
      </p:nvGrpSpPr>
      <p:grpSpPr>
        <a:xfrm>
          <a:off x="0" y="0"/>
          <a:ext cx="0" cy="0"/>
          <a:chOff x="0" y="0"/>
          <a:chExt cx="0" cy="0"/>
        </a:xfrm>
      </p:grpSpPr>
      <p:sp>
        <p:nvSpPr>
          <p:cNvPr id="417" name="Google Shape;417;p14"/>
          <p:cNvSpPr/>
          <p:nvPr/>
        </p:nvSpPr>
        <p:spPr>
          <a:xfrm rot="4650514" flipH="1">
            <a:off x="1263715" y="-2454478"/>
            <a:ext cx="6616561" cy="10052463"/>
          </a:xfrm>
          <a:custGeom>
            <a:avLst/>
            <a:gdLst/>
            <a:ahLst/>
            <a:cxnLst/>
            <a:rect l="l" t="t" r="r" b="b"/>
            <a:pathLst>
              <a:path w="23104" h="35102" extrusionOk="0">
                <a:moveTo>
                  <a:pt x="10974" y="1"/>
                </a:moveTo>
                <a:cubicBezTo>
                  <a:pt x="8879" y="1"/>
                  <a:pt x="6722" y="747"/>
                  <a:pt x="5151" y="1961"/>
                </a:cubicBezTo>
                <a:cubicBezTo>
                  <a:pt x="3714" y="3072"/>
                  <a:pt x="2832" y="4652"/>
                  <a:pt x="2132" y="6304"/>
                </a:cubicBezTo>
                <a:cubicBezTo>
                  <a:pt x="1358" y="8136"/>
                  <a:pt x="959" y="10149"/>
                  <a:pt x="1433" y="12115"/>
                </a:cubicBezTo>
                <a:cubicBezTo>
                  <a:pt x="1675" y="13117"/>
                  <a:pt x="2159" y="13987"/>
                  <a:pt x="2675" y="14870"/>
                </a:cubicBezTo>
                <a:cubicBezTo>
                  <a:pt x="3194" y="15757"/>
                  <a:pt x="3732" y="16703"/>
                  <a:pt x="3830" y="17748"/>
                </a:cubicBezTo>
                <a:cubicBezTo>
                  <a:pt x="4020" y="19788"/>
                  <a:pt x="2420" y="21307"/>
                  <a:pt x="1381" y="22871"/>
                </a:cubicBezTo>
                <a:cubicBezTo>
                  <a:pt x="488" y="24218"/>
                  <a:pt x="1" y="25812"/>
                  <a:pt x="260" y="27430"/>
                </a:cubicBezTo>
                <a:cubicBezTo>
                  <a:pt x="492" y="28879"/>
                  <a:pt x="1335" y="30155"/>
                  <a:pt x="2522" y="31002"/>
                </a:cubicBezTo>
                <a:cubicBezTo>
                  <a:pt x="4075" y="32113"/>
                  <a:pt x="5983" y="32151"/>
                  <a:pt x="7776" y="32592"/>
                </a:cubicBezTo>
                <a:cubicBezTo>
                  <a:pt x="8842" y="32854"/>
                  <a:pt x="9811" y="33288"/>
                  <a:pt x="10781" y="33793"/>
                </a:cubicBezTo>
                <a:cubicBezTo>
                  <a:pt x="11645" y="34243"/>
                  <a:pt x="12521" y="34712"/>
                  <a:pt x="13471" y="34955"/>
                </a:cubicBezTo>
                <a:cubicBezTo>
                  <a:pt x="13862" y="35055"/>
                  <a:pt x="14239" y="35101"/>
                  <a:pt x="14601" y="35101"/>
                </a:cubicBezTo>
                <a:cubicBezTo>
                  <a:pt x="17110" y="35101"/>
                  <a:pt x="18927" y="32866"/>
                  <a:pt x="20020" y="30681"/>
                </a:cubicBezTo>
                <a:cubicBezTo>
                  <a:pt x="20777" y="29168"/>
                  <a:pt x="21257" y="27567"/>
                  <a:pt x="21717" y="25944"/>
                </a:cubicBezTo>
                <a:cubicBezTo>
                  <a:pt x="22028" y="24842"/>
                  <a:pt x="22467" y="23782"/>
                  <a:pt x="22770" y="22681"/>
                </a:cubicBezTo>
                <a:cubicBezTo>
                  <a:pt x="23019" y="21772"/>
                  <a:pt x="23104" y="20802"/>
                  <a:pt x="22821" y="19884"/>
                </a:cubicBezTo>
                <a:cubicBezTo>
                  <a:pt x="22364" y="18403"/>
                  <a:pt x="21225" y="17383"/>
                  <a:pt x="19988" y="16530"/>
                </a:cubicBezTo>
                <a:cubicBezTo>
                  <a:pt x="19597" y="16261"/>
                  <a:pt x="19194" y="15997"/>
                  <a:pt x="18806" y="15717"/>
                </a:cubicBezTo>
                <a:cubicBezTo>
                  <a:pt x="18719" y="15606"/>
                  <a:pt x="18634" y="15494"/>
                  <a:pt x="18552" y="15379"/>
                </a:cubicBezTo>
                <a:cubicBezTo>
                  <a:pt x="18168" y="14629"/>
                  <a:pt x="17880" y="13825"/>
                  <a:pt x="17679" y="13018"/>
                </a:cubicBezTo>
                <a:cubicBezTo>
                  <a:pt x="17254" y="11321"/>
                  <a:pt x="17274" y="9653"/>
                  <a:pt x="17365" y="7924"/>
                </a:cubicBezTo>
                <a:cubicBezTo>
                  <a:pt x="17506" y="5227"/>
                  <a:pt x="16889" y="1992"/>
                  <a:pt x="14215" y="699"/>
                </a:cubicBezTo>
                <a:cubicBezTo>
                  <a:pt x="13221" y="219"/>
                  <a:pt x="12107" y="1"/>
                  <a:pt x="10974"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18" name="Google Shape;418;p14"/>
          <p:cNvGrpSpPr/>
          <p:nvPr/>
        </p:nvGrpSpPr>
        <p:grpSpPr>
          <a:xfrm>
            <a:off x="1361366" y="783061"/>
            <a:ext cx="6275065" cy="3474088"/>
            <a:chOff x="627130" y="128603"/>
            <a:chExt cx="8316852" cy="4604490"/>
          </a:xfrm>
        </p:grpSpPr>
        <p:grpSp>
          <p:nvGrpSpPr>
            <p:cNvPr id="419" name="Google Shape;419;p14"/>
            <p:cNvGrpSpPr/>
            <p:nvPr/>
          </p:nvGrpSpPr>
          <p:grpSpPr>
            <a:xfrm>
              <a:off x="627130" y="128603"/>
              <a:ext cx="8316852" cy="4604490"/>
              <a:chOff x="627130" y="428622"/>
              <a:chExt cx="8316852" cy="4568400"/>
            </a:xfrm>
          </p:grpSpPr>
          <p:sp>
            <p:nvSpPr>
              <p:cNvPr id="420" name="Google Shape;420;p14"/>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1" name="Google Shape;421;p14"/>
              <p:cNvGrpSpPr/>
              <p:nvPr/>
            </p:nvGrpSpPr>
            <p:grpSpPr>
              <a:xfrm>
                <a:off x="627130" y="428636"/>
                <a:ext cx="8316852" cy="490301"/>
                <a:chOff x="280295" y="238126"/>
                <a:chExt cx="9047924" cy="533400"/>
              </a:xfrm>
            </p:grpSpPr>
            <p:sp>
              <p:nvSpPr>
                <p:cNvPr id="422" name="Google Shape;422;p14"/>
                <p:cNvSpPr/>
                <p:nvPr/>
              </p:nvSpPr>
              <p:spPr>
                <a:xfrm>
                  <a:off x="280520" y="238126"/>
                  <a:ext cx="9047700" cy="533400"/>
                </a:xfrm>
                <a:prstGeom prst="round2SameRect">
                  <a:avLst>
                    <a:gd name="adj1" fmla="val 43064"/>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 name="Google Shape;423;p14"/>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4" name="Google Shape;424;p14"/>
                <p:cNvGrpSpPr/>
                <p:nvPr/>
              </p:nvGrpSpPr>
              <p:grpSpPr>
                <a:xfrm>
                  <a:off x="8425674" y="386584"/>
                  <a:ext cx="655694" cy="176896"/>
                  <a:chOff x="13400537" y="1039026"/>
                  <a:chExt cx="495013" cy="133547"/>
                </a:xfrm>
              </p:grpSpPr>
              <p:sp>
                <p:nvSpPr>
                  <p:cNvPr id="425" name="Google Shape;425;p14"/>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 name="Google Shape;426;p14"/>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 name="Google Shape;427;p14"/>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 name="Google Shape;428;p14"/>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 name="Google Shape;429;p14"/>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 name="Google Shape;430;p14"/>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431" name="Google Shape;431;p14"/>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32" name="Google Shape;432;p14"/>
          <p:cNvSpPr txBox="1">
            <a:spLocks noGrp="1"/>
          </p:cNvSpPr>
          <p:nvPr>
            <p:ph type="title"/>
          </p:nvPr>
        </p:nvSpPr>
        <p:spPr>
          <a:xfrm>
            <a:off x="3950637" y="1782500"/>
            <a:ext cx="33393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3" name="Google Shape;433;p14"/>
          <p:cNvSpPr txBox="1">
            <a:spLocks noGrp="1"/>
          </p:cNvSpPr>
          <p:nvPr>
            <p:ph type="title" idx="2" hasCustomPrompt="1"/>
          </p:nvPr>
        </p:nvSpPr>
        <p:spPr>
          <a:xfrm>
            <a:off x="1621951" y="2809835"/>
            <a:ext cx="15501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34" name="Google Shape;434;p14"/>
          <p:cNvSpPr txBox="1">
            <a:spLocks noGrp="1"/>
          </p:cNvSpPr>
          <p:nvPr>
            <p:ph type="subTitle" idx="1"/>
          </p:nvPr>
        </p:nvSpPr>
        <p:spPr>
          <a:xfrm rot="618">
            <a:off x="3950761" y="2730101"/>
            <a:ext cx="3339300" cy="630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435"/>
        <p:cNvGrpSpPr/>
        <p:nvPr/>
      </p:nvGrpSpPr>
      <p:grpSpPr>
        <a:xfrm>
          <a:off x="0" y="0"/>
          <a:ext cx="0" cy="0"/>
          <a:chOff x="0" y="0"/>
          <a:chExt cx="0" cy="0"/>
        </a:xfrm>
      </p:grpSpPr>
      <p:sp>
        <p:nvSpPr>
          <p:cNvPr id="436" name="Google Shape;436;p15"/>
          <p:cNvSpPr/>
          <p:nvPr/>
        </p:nvSpPr>
        <p:spPr>
          <a:xfrm>
            <a:off x="280225" y="-66675"/>
            <a:ext cx="5051374" cy="5276868"/>
          </a:xfrm>
          <a:custGeom>
            <a:avLst/>
            <a:gdLst/>
            <a:ahLst/>
            <a:cxnLst/>
            <a:rect l="l" t="t" r="r" b="b"/>
            <a:pathLst>
              <a:path w="28741" h="30024" extrusionOk="0">
                <a:moveTo>
                  <a:pt x="16290" y="0"/>
                </a:moveTo>
                <a:cubicBezTo>
                  <a:pt x="15349" y="0"/>
                  <a:pt x="14432" y="121"/>
                  <a:pt x="13568" y="372"/>
                </a:cubicBezTo>
                <a:cubicBezTo>
                  <a:pt x="10969" y="1128"/>
                  <a:pt x="8867" y="3064"/>
                  <a:pt x="6802" y="4741"/>
                </a:cubicBezTo>
                <a:cubicBezTo>
                  <a:pt x="4738" y="6401"/>
                  <a:pt x="2728" y="7802"/>
                  <a:pt x="1549" y="9774"/>
                </a:cubicBezTo>
                <a:cubicBezTo>
                  <a:pt x="369" y="11747"/>
                  <a:pt x="0" y="14273"/>
                  <a:pt x="295" y="16742"/>
                </a:cubicBezTo>
                <a:cubicBezTo>
                  <a:pt x="571" y="19232"/>
                  <a:pt x="1492" y="21684"/>
                  <a:pt x="2893" y="24208"/>
                </a:cubicBezTo>
                <a:cubicBezTo>
                  <a:pt x="4295" y="26753"/>
                  <a:pt x="6175" y="29389"/>
                  <a:pt x="8553" y="29923"/>
                </a:cubicBezTo>
                <a:cubicBezTo>
                  <a:pt x="8873" y="29993"/>
                  <a:pt x="9201" y="30024"/>
                  <a:pt x="9538" y="30024"/>
                </a:cubicBezTo>
                <a:cubicBezTo>
                  <a:pt x="11710" y="30024"/>
                  <a:pt x="14224" y="28716"/>
                  <a:pt x="16794" y="27822"/>
                </a:cubicBezTo>
                <a:cubicBezTo>
                  <a:pt x="19743" y="26790"/>
                  <a:pt x="22749" y="26329"/>
                  <a:pt x="24426" y="24577"/>
                </a:cubicBezTo>
                <a:cubicBezTo>
                  <a:pt x="26103" y="22845"/>
                  <a:pt x="26454" y="19839"/>
                  <a:pt x="27099" y="16742"/>
                </a:cubicBezTo>
                <a:cubicBezTo>
                  <a:pt x="27763" y="13645"/>
                  <a:pt x="28740" y="10456"/>
                  <a:pt x="27984" y="7728"/>
                </a:cubicBezTo>
                <a:cubicBezTo>
                  <a:pt x="27247" y="5000"/>
                  <a:pt x="24795" y="2732"/>
                  <a:pt x="22029" y="1386"/>
                </a:cubicBezTo>
                <a:cubicBezTo>
                  <a:pt x="20171" y="488"/>
                  <a:pt x="18181" y="0"/>
                  <a:pt x="16290"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&gt;</a:t>
            </a:r>
            <a:endParaRPr dirty="0"/>
          </a:p>
        </p:txBody>
      </p:sp>
      <p:grpSp>
        <p:nvGrpSpPr>
          <p:cNvPr id="437" name="Google Shape;437;p15"/>
          <p:cNvGrpSpPr/>
          <p:nvPr/>
        </p:nvGrpSpPr>
        <p:grpSpPr>
          <a:xfrm>
            <a:off x="4414250" y="395000"/>
            <a:ext cx="4404574" cy="3467400"/>
            <a:chOff x="4414250" y="395000"/>
            <a:chExt cx="4404574" cy="3467400"/>
          </a:xfrm>
        </p:grpSpPr>
        <p:grpSp>
          <p:nvGrpSpPr>
            <p:cNvPr id="438" name="Google Shape;438;p15"/>
            <p:cNvGrpSpPr/>
            <p:nvPr/>
          </p:nvGrpSpPr>
          <p:grpSpPr>
            <a:xfrm>
              <a:off x="4991950" y="701925"/>
              <a:ext cx="3826874" cy="3160475"/>
              <a:chOff x="4716495" y="128594"/>
              <a:chExt cx="4227655" cy="3491466"/>
            </a:xfrm>
          </p:grpSpPr>
          <p:grpSp>
            <p:nvGrpSpPr>
              <p:cNvPr id="439" name="Google Shape;439;p15"/>
              <p:cNvGrpSpPr/>
              <p:nvPr/>
            </p:nvGrpSpPr>
            <p:grpSpPr>
              <a:xfrm>
                <a:off x="4716495" y="128594"/>
                <a:ext cx="4227655" cy="3491466"/>
                <a:chOff x="4716494" y="428613"/>
                <a:chExt cx="4227655" cy="3464100"/>
              </a:xfrm>
            </p:grpSpPr>
            <p:sp>
              <p:nvSpPr>
                <p:cNvPr id="440" name="Google Shape;440;p15"/>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41" name="Google Shape;441;p15"/>
                <p:cNvGrpSpPr/>
                <p:nvPr/>
              </p:nvGrpSpPr>
              <p:grpSpPr>
                <a:xfrm>
                  <a:off x="4716494" y="428627"/>
                  <a:ext cx="4227482" cy="490301"/>
                  <a:chOff x="4729125" y="238117"/>
                  <a:chExt cx="4599089" cy="533400"/>
                </a:xfrm>
              </p:grpSpPr>
              <p:sp>
                <p:nvSpPr>
                  <p:cNvPr id="442" name="Google Shape;442;p15"/>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 name="Google Shape;443;p15"/>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44" name="Google Shape;444;p15"/>
                  <p:cNvGrpSpPr/>
                  <p:nvPr/>
                </p:nvGrpSpPr>
                <p:grpSpPr>
                  <a:xfrm>
                    <a:off x="8425674" y="386584"/>
                    <a:ext cx="655694" cy="176896"/>
                    <a:chOff x="13400537" y="1039026"/>
                    <a:chExt cx="495013" cy="133547"/>
                  </a:xfrm>
                </p:grpSpPr>
                <p:sp>
                  <p:nvSpPr>
                    <p:cNvPr id="445" name="Google Shape;445;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 name="Google Shape;446;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 name="Google Shape;447;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 name="Google Shape;448;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 name="Google Shape;449;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 name="Google Shape;450;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451" name="Google Shape;451;p15"/>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52" name="Google Shape;452;p15"/>
            <p:cNvGrpSpPr/>
            <p:nvPr/>
          </p:nvGrpSpPr>
          <p:grpSpPr>
            <a:xfrm>
              <a:off x="4703100" y="548463"/>
              <a:ext cx="3826874" cy="3160475"/>
              <a:chOff x="4716495" y="128594"/>
              <a:chExt cx="4227655" cy="3491466"/>
            </a:xfrm>
          </p:grpSpPr>
          <p:grpSp>
            <p:nvGrpSpPr>
              <p:cNvPr id="453" name="Google Shape;453;p15"/>
              <p:cNvGrpSpPr/>
              <p:nvPr/>
            </p:nvGrpSpPr>
            <p:grpSpPr>
              <a:xfrm>
                <a:off x="4716495" y="128594"/>
                <a:ext cx="4227655" cy="3491466"/>
                <a:chOff x="4716494" y="428613"/>
                <a:chExt cx="4227655" cy="3464100"/>
              </a:xfrm>
            </p:grpSpPr>
            <p:sp>
              <p:nvSpPr>
                <p:cNvPr id="454" name="Google Shape;454;p15"/>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55" name="Google Shape;455;p15"/>
                <p:cNvGrpSpPr/>
                <p:nvPr/>
              </p:nvGrpSpPr>
              <p:grpSpPr>
                <a:xfrm>
                  <a:off x="4716494" y="428627"/>
                  <a:ext cx="4227482" cy="490301"/>
                  <a:chOff x="4729125" y="238117"/>
                  <a:chExt cx="4599089" cy="533400"/>
                </a:xfrm>
              </p:grpSpPr>
              <p:sp>
                <p:nvSpPr>
                  <p:cNvPr id="456" name="Google Shape;456;p15"/>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 name="Google Shape;457;p15"/>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58" name="Google Shape;458;p15"/>
                  <p:cNvGrpSpPr/>
                  <p:nvPr/>
                </p:nvGrpSpPr>
                <p:grpSpPr>
                  <a:xfrm>
                    <a:off x="8425674" y="386584"/>
                    <a:ext cx="655694" cy="176896"/>
                    <a:chOff x="13400537" y="1039026"/>
                    <a:chExt cx="495013" cy="133547"/>
                  </a:xfrm>
                </p:grpSpPr>
                <p:sp>
                  <p:nvSpPr>
                    <p:cNvPr id="459" name="Google Shape;459;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465" name="Google Shape;465;p15"/>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66" name="Google Shape;466;p15"/>
            <p:cNvGrpSpPr/>
            <p:nvPr/>
          </p:nvGrpSpPr>
          <p:grpSpPr>
            <a:xfrm>
              <a:off x="4414250" y="395000"/>
              <a:ext cx="3826874" cy="3160475"/>
              <a:chOff x="4716495" y="128594"/>
              <a:chExt cx="4227655" cy="3491466"/>
            </a:xfrm>
          </p:grpSpPr>
          <p:grpSp>
            <p:nvGrpSpPr>
              <p:cNvPr id="467" name="Google Shape;467;p15"/>
              <p:cNvGrpSpPr/>
              <p:nvPr/>
            </p:nvGrpSpPr>
            <p:grpSpPr>
              <a:xfrm>
                <a:off x="4716495" y="128594"/>
                <a:ext cx="4227655" cy="3491466"/>
                <a:chOff x="4716494" y="428613"/>
                <a:chExt cx="4227655" cy="3464100"/>
              </a:xfrm>
            </p:grpSpPr>
            <p:sp>
              <p:nvSpPr>
                <p:cNvPr id="468" name="Google Shape;468;p15"/>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69" name="Google Shape;469;p15"/>
                <p:cNvGrpSpPr/>
                <p:nvPr/>
              </p:nvGrpSpPr>
              <p:grpSpPr>
                <a:xfrm>
                  <a:off x="4716494" y="428627"/>
                  <a:ext cx="4227482" cy="490301"/>
                  <a:chOff x="4729125" y="238117"/>
                  <a:chExt cx="4599089" cy="533400"/>
                </a:xfrm>
              </p:grpSpPr>
              <p:sp>
                <p:nvSpPr>
                  <p:cNvPr id="470" name="Google Shape;470;p15"/>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15"/>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72" name="Google Shape;472;p15"/>
                  <p:cNvGrpSpPr/>
                  <p:nvPr/>
                </p:nvGrpSpPr>
                <p:grpSpPr>
                  <a:xfrm>
                    <a:off x="8425674" y="386584"/>
                    <a:ext cx="655694" cy="176896"/>
                    <a:chOff x="13400537" y="1039026"/>
                    <a:chExt cx="495013" cy="133547"/>
                  </a:xfrm>
                </p:grpSpPr>
                <p:sp>
                  <p:nvSpPr>
                    <p:cNvPr id="473" name="Google Shape;473;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479" name="Google Shape;479;p15"/>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80" name="Google Shape;480;p15"/>
          <p:cNvSpPr txBox="1">
            <a:spLocks noGrp="1"/>
          </p:cNvSpPr>
          <p:nvPr>
            <p:ph type="title"/>
          </p:nvPr>
        </p:nvSpPr>
        <p:spPr>
          <a:xfrm>
            <a:off x="1466152" y="2079825"/>
            <a:ext cx="27264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1" name="Google Shape;481;p15"/>
          <p:cNvSpPr txBox="1">
            <a:spLocks noGrp="1"/>
          </p:cNvSpPr>
          <p:nvPr>
            <p:ph type="title" idx="2" hasCustomPrompt="1"/>
          </p:nvPr>
        </p:nvSpPr>
        <p:spPr>
          <a:xfrm>
            <a:off x="5552639" y="1454673"/>
            <a:ext cx="15501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82" name="Google Shape;482;p15"/>
          <p:cNvSpPr txBox="1">
            <a:spLocks noGrp="1"/>
          </p:cNvSpPr>
          <p:nvPr>
            <p:ph type="subTitle" idx="1"/>
          </p:nvPr>
        </p:nvSpPr>
        <p:spPr>
          <a:xfrm rot="757">
            <a:off x="1466254" y="3027425"/>
            <a:ext cx="2726400" cy="630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483" name="Google Shape;483;p15"/>
          <p:cNvGrpSpPr/>
          <p:nvPr/>
        </p:nvGrpSpPr>
        <p:grpSpPr>
          <a:xfrm>
            <a:off x="719989" y="774935"/>
            <a:ext cx="6811502" cy="3771078"/>
            <a:chOff x="627130" y="128603"/>
            <a:chExt cx="8316852" cy="4604490"/>
          </a:xfrm>
        </p:grpSpPr>
        <p:grpSp>
          <p:nvGrpSpPr>
            <p:cNvPr id="484" name="Google Shape;484;p15"/>
            <p:cNvGrpSpPr/>
            <p:nvPr/>
          </p:nvGrpSpPr>
          <p:grpSpPr>
            <a:xfrm>
              <a:off x="627130" y="128603"/>
              <a:ext cx="8316852" cy="4604490"/>
              <a:chOff x="627130" y="428622"/>
              <a:chExt cx="8316852" cy="4568400"/>
            </a:xfrm>
          </p:grpSpPr>
          <p:sp>
            <p:nvSpPr>
              <p:cNvPr id="485" name="Google Shape;485;p15"/>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86" name="Google Shape;486;p15"/>
              <p:cNvGrpSpPr/>
              <p:nvPr/>
            </p:nvGrpSpPr>
            <p:grpSpPr>
              <a:xfrm>
                <a:off x="627130" y="428636"/>
                <a:ext cx="8316852" cy="490301"/>
                <a:chOff x="280295" y="238126"/>
                <a:chExt cx="9047924" cy="533400"/>
              </a:xfrm>
            </p:grpSpPr>
            <p:sp>
              <p:nvSpPr>
                <p:cNvPr id="487" name="Google Shape;487;p15"/>
                <p:cNvSpPr/>
                <p:nvPr/>
              </p:nvSpPr>
              <p:spPr>
                <a:xfrm>
                  <a:off x="280520" y="238126"/>
                  <a:ext cx="9047700" cy="533400"/>
                </a:xfrm>
                <a:prstGeom prst="round2SameRect">
                  <a:avLst>
                    <a:gd name="adj1" fmla="val 3546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15"/>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89" name="Google Shape;489;p15"/>
                <p:cNvGrpSpPr/>
                <p:nvPr/>
              </p:nvGrpSpPr>
              <p:grpSpPr>
                <a:xfrm>
                  <a:off x="8425674" y="386584"/>
                  <a:ext cx="655694" cy="176896"/>
                  <a:chOff x="13400537" y="1039026"/>
                  <a:chExt cx="495013" cy="133547"/>
                </a:xfrm>
              </p:grpSpPr>
              <p:sp>
                <p:nvSpPr>
                  <p:cNvPr id="490" name="Google Shape;490;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2" name="Google Shape;492;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3" name="Google Shape;493;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4" name="Google Shape;494;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5" name="Google Shape;495;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496" name="Google Shape;496;p15"/>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97" name="Google Shape;497;p15"/>
          <p:cNvGrpSpPr/>
          <p:nvPr/>
        </p:nvGrpSpPr>
        <p:grpSpPr>
          <a:xfrm>
            <a:off x="6288454" y="3393019"/>
            <a:ext cx="960971" cy="960987"/>
            <a:chOff x="3265750" y="653125"/>
            <a:chExt cx="340625" cy="434325"/>
          </a:xfrm>
        </p:grpSpPr>
        <p:sp>
          <p:nvSpPr>
            <p:cNvPr id="498" name="Google Shape;498;p15"/>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9" name="Google Shape;499;p15"/>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0" name="Google Shape;500;p15"/>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1" name="Google Shape;501;p15"/>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2" name="Google Shape;502;p15"/>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3" name="Google Shape;503;p15"/>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4" name="Google Shape;504;p15"/>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5" name="Google Shape;505;p15"/>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06" name="Google Shape;506;p15"/>
          <p:cNvGrpSpPr/>
          <p:nvPr/>
        </p:nvGrpSpPr>
        <p:grpSpPr>
          <a:xfrm>
            <a:off x="5137854" y="3392414"/>
            <a:ext cx="961925" cy="962160"/>
            <a:chOff x="2494400" y="653125"/>
            <a:chExt cx="340625" cy="434325"/>
          </a:xfrm>
        </p:grpSpPr>
        <p:sp>
          <p:nvSpPr>
            <p:cNvPr id="507" name="Google Shape;507;p15"/>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8" name="Google Shape;508;p15"/>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9" name="Google Shape;509;p15"/>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0" name="Google Shape;510;p15"/>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1" name="Google Shape;511;p15"/>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2" name="Google Shape;512;p15"/>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 name="Google Shape;513;p15"/>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 name="Google Shape;514;p15"/>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15" name="Google Shape;515;p15"/>
          <p:cNvGrpSpPr/>
          <p:nvPr/>
        </p:nvGrpSpPr>
        <p:grpSpPr>
          <a:xfrm rot="-2576083" flipH="1">
            <a:off x="7687724" y="2619621"/>
            <a:ext cx="1188522" cy="1535887"/>
            <a:chOff x="5543700" y="1778175"/>
            <a:chExt cx="396425" cy="512275"/>
          </a:xfrm>
        </p:grpSpPr>
        <p:sp>
          <p:nvSpPr>
            <p:cNvPr id="516" name="Google Shape;516;p15"/>
            <p:cNvSpPr/>
            <p:nvPr/>
          </p:nvSpPr>
          <p:spPr>
            <a:xfrm>
              <a:off x="5757250" y="1784975"/>
              <a:ext cx="176150" cy="157550"/>
            </a:xfrm>
            <a:custGeom>
              <a:avLst/>
              <a:gdLst/>
              <a:ahLst/>
              <a:cxnLst/>
              <a:rect l="l" t="t" r="r" b="b"/>
              <a:pathLst>
                <a:path w="7046" h="6302" extrusionOk="0">
                  <a:moveTo>
                    <a:pt x="1929" y="0"/>
                  </a:moveTo>
                  <a:lnTo>
                    <a:pt x="0" y="3392"/>
                  </a:lnTo>
                  <a:lnTo>
                    <a:pt x="5117" y="6301"/>
                  </a:lnTo>
                  <a:lnTo>
                    <a:pt x="7046" y="2909"/>
                  </a:lnTo>
                  <a:lnTo>
                    <a:pt x="19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7" name="Google Shape;517;p15"/>
            <p:cNvSpPr/>
            <p:nvPr/>
          </p:nvSpPr>
          <p:spPr>
            <a:xfrm>
              <a:off x="5795500" y="1833000"/>
              <a:ext cx="43125" cy="34800"/>
            </a:xfrm>
            <a:custGeom>
              <a:avLst/>
              <a:gdLst/>
              <a:ahLst/>
              <a:cxnLst/>
              <a:rect l="l" t="t" r="r" b="b"/>
              <a:pathLst>
                <a:path w="1725" h="1392" extrusionOk="0">
                  <a:moveTo>
                    <a:pt x="347" y="0"/>
                  </a:moveTo>
                  <a:lnTo>
                    <a:pt x="1" y="608"/>
                  </a:lnTo>
                  <a:lnTo>
                    <a:pt x="1379" y="1391"/>
                  </a:lnTo>
                  <a:lnTo>
                    <a:pt x="1724" y="783"/>
                  </a:lnTo>
                  <a:lnTo>
                    <a:pt x="3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8" name="Google Shape;518;p15"/>
            <p:cNvSpPr/>
            <p:nvPr/>
          </p:nvSpPr>
          <p:spPr>
            <a:xfrm>
              <a:off x="5851825" y="1864775"/>
              <a:ext cx="43100" cy="34825"/>
            </a:xfrm>
            <a:custGeom>
              <a:avLst/>
              <a:gdLst/>
              <a:ahLst/>
              <a:cxnLst/>
              <a:rect l="l" t="t" r="r" b="b"/>
              <a:pathLst>
                <a:path w="1724" h="1393" extrusionOk="0">
                  <a:moveTo>
                    <a:pt x="346" y="0"/>
                  </a:moveTo>
                  <a:lnTo>
                    <a:pt x="0" y="609"/>
                  </a:lnTo>
                  <a:lnTo>
                    <a:pt x="1378" y="1392"/>
                  </a:lnTo>
                  <a:lnTo>
                    <a:pt x="1724" y="783"/>
                  </a:lnTo>
                  <a:lnTo>
                    <a:pt x="3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9" name="Google Shape;519;p15"/>
            <p:cNvSpPr/>
            <p:nvPr/>
          </p:nvSpPr>
          <p:spPr>
            <a:xfrm>
              <a:off x="5757025" y="1850925"/>
              <a:ext cx="138750" cy="91700"/>
            </a:xfrm>
            <a:custGeom>
              <a:avLst/>
              <a:gdLst/>
              <a:ahLst/>
              <a:cxnLst/>
              <a:rect l="l" t="t" r="r" b="b"/>
              <a:pathLst>
                <a:path w="5550" h="3668" extrusionOk="0">
                  <a:moveTo>
                    <a:pt x="432" y="1"/>
                  </a:moveTo>
                  <a:lnTo>
                    <a:pt x="1" y="758"/>
                  </a:lnTo>
                  <a:lnTo>
                    <a:pt x="5118" y="3667"/>
                  </a:lnTo>
                  <a:lnTo>
                    <a:pt x="5549" y="2910"/>
                  </a:lnTo>
                  <a:lnTo>
                    <a:pt x="432" y="1"/>
                  </a:lnTo>
                  <a:close/>
                </a:path>
              </a:pathLst>
            </a:custGeom>
            <a:solidFill>
              <a:srgbClr val="9EA2E0">
                <a:alpha val="267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0" name="Google Shape;520;p15"/>
            <p:cNvSpPr/>
            <p:nvPr/>
          </p:nvSpPr>
          <p:spPr>
            <a:xfrm>
              <a:off x="5750150" y="1778175"/>
              <a:ext cx="189975" cy="171400"/>
            </a:xfrm>
            <a:custGeom>
              <a:avLst/>
              <a:gdLst/>
              <a:ahLst/>
              <a:cxnLst/>
              <a:rect l="l" t="t" r="r" b="b"/>
              <a:pathLst>
                <a:path w="7599" h="6856" extrusionOk="0">
                  <a:moveTo>
                    <a:pt x="2280" y="553"/>
                  </a:moveTo>
                  <a:lnTo>
                    <a:pt x="7045" y="3260"/>
                  </a:lnTo>
                  <a:lnTo>
                    <a:pt x="5316" y="6300"/>
                  </a:lnTo>
                  <a:lnTo>
                    <a:pt x="552" y="3592"/>
                  </a:lnTo>
                  <a:lnTo>
                    <a:pt x="2280" y="553"/>
                  </a:lnTo>
                  <a:close/>
                  <a:moveTo>
                    <a:pt x="2129" y="1"/>
                  </a:moveTo>
                  <a:lnTo>
                    <a:pt x="0" y="3746"/>
                  </a:lnTo>
                  <a:lnTo>
                    <a:pt x="5470" y="6855"/>
                  </a:lnTo>
                  <a:lnTo>
                    <a:pt x="7598" y="3110"/>
                  </a:lnTo>
                  <a:lnTo>
                    <a:pt x="2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1" name="Google Shape;521;p15"/>
            <p:cNvSpPr/>
            <p:nvPr/>
          </p:nvSpPr>
          <p:spPr>
            <a:xfrm>
              <a:off x="5549250" y="1858025"/>
              <a:ext cx="355600" cy="427275"/>
            </a:xfrm>
            <a:custGeom>
              <a:avLst/>
              <a:gdLst/>
              <a:ahLst/>
              <a:cxnLst/>
              <a:rect l="l" t="t" r="r" b="b"/>
              <a:pathLst>
                <a:path w="14224" h="17091" extrusionOk="0">
                  <a:moveTo>
                    <a:pt x="7478" y="1"/>
                  </a:moveTo>
                  <a:lnTo>
                    <a:pt x="1060" y="11294"/>
                  </a:lnTo>
                  <a:cubicBezTo>
                    <a:pt x="0" y="13156"/>
                    <a:pt x="652" y="15524"/>
                    <a:pt x="2515" y="16583"/>
                  </a:cubicBezTo>
                  <a:cubicBezTo>
                    <a:pt x="3120" y="16927"/>
                    <a:pt x="3779" y="17091"/>
                    <a:pt x="4429" y="17091"/>
                  </a:cubicBezTo>
                  <a:cubicBezTo>
                    <a:pt x="5779" y="17091"/>
                    <a:pt x="7090" y="16385"/>
                    <a:pt x="7805" y="15128"/>
                  </a:cubicBezTo>
                  <a:lnTo>
                    <a:pt x="14223" y="3835"/>
                  </a:lnTo>
                  <a:lnTo>
                    <a:pt x="74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2" name="Google Shape;522;p15"/>
            <p:cNvSpPr/>
            <p:nvPr/>
          </p:nvSpPr>
          <p:spPr>
            <a:xfrm>
              <a:off x="5612600" y="1906250"/>
              <a:ext cx="292250" cy="379025"/>
            </a:xfrm>
            <a:custGeom>
              <a:avLst/>
              <a:gdLst/>
              <a:ahLst/>
              <a:cxnLst/>
              <a:rect l="l" t="t" r="r" b="b"/>
              <a:pathLst>
                <a:path w="11690" h="15161" extrusionOk="0">
                  <a:moveTo>
                    <a:pt x="8337" y="0"/>
                  </a:moveTo>
                  <a:lnTo>
                    <a:pt x="1" y="14664"/>
                  </a:lnTo>
                  <a:cubicBezTo>
                    <a:pt x="601" y="15001"/>
                    <a:pt x="1252" y="15161"/>
                    <a:pt x="1895" y="15161"/>
                  </a:cubicBezTo>
                  <a:cubicBezTo>
                    <a:pt x="3245" y="15161"/>
                    <a:pt x="4556" y="14455"/>
                    <a:pt x="5271" y="13199"/>
                  </a:cubicBezTo>
                  <a:lnTo>
                    <a:pt x="11689" y="1906"/>
                  </a:lnTo>
                  <a:lnTo>
                    <a:pt x="83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3" name="Google Shape;523;p15"/>
            <p:cNvSpPr/>
            <p:nvPr/>
          </p:nvSpPr>
          <p:spPr>
            <a:xfrm>
              <a:off x="5604750" y="1945300"/>
              <a:ext cx="297100" cy="336300"/>
            </a:xfrm>
            <a:custGeom>
              <a:avLst/>
              <a:gdLst/>
              <a:ahLst/>
              <a:cxnLst/>
              <a:rect l="l" t="t" r="r" b="b"/>
              <a:pathLst>
                <a:path w="11884" h="13452" extrusionOk="0">
                  <a:moveTo>
                    <a:pt x="11531" y="1"/>
                  </a:moveTo>
                  <a:lnTo>
                    <a:pt x="5217" y="11107"/>
                  </a:lnTo>
                  <a:cubicBezTo>
                    <a:pt x="4675" y="12063"/>
                    <a:pt x="3898" y="12695"/>
                    <a:pt x="2972" y="12938"/>
                  </a:cubicBezTo>
                  <a:cubicBezTo>
                    <a:pt x="2698" y="13010"/>
                    <a:pt x="2416" y="13045"/>
                    <a:pt x="2133" y="13045"/>
                  </a:cubicBezTo>
                  <a:cubicBezTo>
                    <a:pt x="1481" y="13045"/>
                    <a:pt x="819" y="12857"/>
                    <a:pt x="210" y="12490"/>
                  </a:cubicBezTo>
                  <a:lnTo>
                    <a:pt x="0" y="12838"/>
                  </a:lnTo>
                  <a:cubicBezTo>
                    <a:pt x="34" y="12858"/>
                    <a:pt x="65" y="12876"/>
                    <a:pt x="98" y="12895"/>
                  </a:cubicBezTo>
                  <a:cubicBezTo>
                    <a:pt x="746" y="13263"/>
                    <a:pt x="1443" y="13452"/>
                    <a:pt x="2133" y="13452"/>
                  </a:cubicBezTo>
                  <a:cubicBezTo>
                    <a:pt x="2451" y="13452"/>
                    <a:pt x="2767" y="13412"/>
                    <a:pt x="3075" y="13330"/>
                  </a:cubicBezTo>
                  <a:cubicBezTo>
                    <a:pt x="4109" y="13059"/>
                    <a:pt x="4971" y="12360"/>
                    <a:pt x="5570" y="11308"/>
                  </a:cubicBezTo>
                  <a:lnTo>
                    <a:pt x="11883" y="201"/>
                  </a:lnTo>
                  <a:lnTo>
                    <a:pt x="11531" y="1"/>
                  </a:lnTo>
                  <a:close/>
                </a:path>
              </a:pathLst>
            </a:custGeom>
            <a:solidFill>
              <a:srgbClr val="474DA2">
                <a:alpha val="208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4" name="Google Shape;524;p15"/>
            <p:cNvSpPr/>
            <p:nvPr/>
          </p:nvSpPr>
          <p:spPr>
            <a:xfrm>
              <a:off x="5817025" y="1952675"/>
              <a:ext cx="64825" cy="42850"/>
            </a:xfrm>
            <a:custGeom>
              <a:avLst/>
              <a:gdLst/>
              <a:ahLst/>
              <a:cxnLst/>
              <a:rect l="l" t="t" r="r" b="b"/>
              <a:pathLst>
                <a:path w="2593" h="1714" extrusionOk="0">
                  <a:moveTo>
                    <a:pt x="201" y="0"/>
                  </a:moveTo>
                  <a:lnTo>
                    <a:pt x="0" y="354"/>
                  </a:lnTo>
                  <a:lnTo>
                    <a:pt x="2392" y="1713"/>
                  </a:lnTo>
                  <a:lnTo>
                    <a:pt x="2593" y="1360"/>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5" name="Google Shape;525;p15"/>
            <p:cNvSpPr/>
            <p:nvPr/>
          </p:nvSpPr>
          <p:spPr>
            <a:xfrm>
              <a:off x="5834350" y="1922175"/>
              <a:ext cx="64850" cy="42850"/>
            </a:xfrm>
            <a:custGeom>
              <a:avLst/>
              <a:gdLst/>
              <a:ahLst/>
              <a:cxnLst/>
              <a:rect l="l" t="t" r="r" b="b"/>
              <a:pathLst>
                <a:path w="2594" h="1714" extrusionOk="0">
                  <a:moveTo>
                    <a:pt x="202" y="1"/>
                  </a:moveTo>
                  <a:lnTo>
                    <a:pt x="1" y="353"/>
                  </a:lnTo>
                  <a:lnTo>
                    <a:pt x="2392" y="1714"/>
                  </a:lnTo>
                  <a:lnTo>
                    <a:pt x="2593" y="1360"/>
                  </a:lnTo>
                  <a:lnTo>
                    <a:pt x="2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6" name="Google Shape;526;p15"/>
            <p:cNvSpPr/>
            <p:nvPr/>
          </p:nvSpPr>
          <p:spPr>
            <a:xfrm>
              <a:off x="5811850" y="1961675"/>
              <a:ext cx="64825" cy="42825"/>
            </a:xfrm>
            <a:custGeom>
              <a:avLst/>
              <a:gdLst/>
              <a:ahLst/>
              <a:cxnLst/>
              <a:rect l="l" t="t" r="r" b="b"/>
              <a:pathLst>
                <a:path w="2593" h="1713" extrusionOk="0">
                  <a:moveTo>
                    <a:pt x="200" y="0"/>
                  </a:moveTo>
                  <a:lnTo>
                    <a:pt x="0" y="353"/>
                  </a:lnTo>
                  <a:lnTo>
                    <a:pt x="2393" y="1713"/>
                  </a:lnTo>
                  <a:lnTo>
                    <a:pt x="2593" y="1360"/>
                  </a:lnTo>
                  <a:lnTo>
                    <a:pt x="200" y="0"/>
                  </a:lnTo>
                  <a:close/>
                </a:path>
              </a:pathLst>
            </a:custGeom>
            <a:solidFill>
              <a:srgbClr val="474DA2">
                <a:alpha val="208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7" name="Google Shape;527;p15"/>
            <p:cNvSpPr/>
            <p:nvPr/>
          </p:nvSpPr>
          <p:spPr>
            <a:xfrm>
              <a:off x="5715375" y="1894975"/>
              <a:ext cx="64825" cy="42825"/>
            </a:xfrm>
            <a:custGeom>
              <a:avLst/>
              <a:gdLst/>
              <a:ahLst/>
              <a:cxnLst/>
              <a:rect l="l" t="t" r="r" b="b"/>
              <a:pathLst>
                <a:path w="2593" h="1713" extrusionOk="0">
                  <a:moveTo>
                    <a:pt x="201" y="0"/>
                  </a:moveTo>
                  <a:lnTo>
                    <a:pt x="0" y="354"/>
                  </a:lnTo>
                  <a:lnTo>
                    <a:pt x="2393" y="1713"/>
                  </a:lnTo>
                  <a:lnTo>
                    <a:pt x="2593" y="1359"/>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8" name="Google Shape;528;p15"/>
            <p:cNvSpPr/>
            <p:nvPr/>
          </p:nvSpPr>
          <p:spPr>
            <a:xfrm>
              <a:off x="5593050" y="1864900"/>
              <a:ext cx="210750" cy="260425"/>
            </a:xfrm>
            <a:custGeom>
              <a:avLst/>
              <a:gdLst/>
              <a:ahLst/>
              <a:cxnLst/>
              <a:rect l="l" t="t" r="r" b="b"/>
              <a:pathLst>
                <a:path w="8430" h="10417" extrusionOk="0">
                  <a:moveTo>
                    <a:pt x="5805" y="1"/>
                  </a:moveTo>
                  <a:lnTo>
                    <a:pt x="56" y="10114"/>
                  </a:lnTo>
                  <a:cubicBezTo>
                    <a:pt x="0" y="10211"/>
                    <a:pt x="35" y="10335"/>
                    <a:pt x="132" y="10390"/>
                  </a:cubicBezTo>
                  <a:cubicBezTo>
                    <a:pt x="163" y="10408"/>
                    <a:pt x="198" y="10416"/>
                    <a:pt x="232" y="10416"/>
                  </a:cubicBezTo>
                  <a:cubicBezTo>
                    <a:pt x="302" y="10416"/>
                    <a:pt x="371" y="10379"/>
                    <a:pt x="409" y="10314"/>
                  </a:cubicBezTo>
                  <a:lnTo>
                    <a:pt x="5958" y="553"/>
                  </a:lnTo>
                  <a:lnTo>
                    <a:pt x="8098" y="1770"/>
                  </a:lnTo>
                  <a:cubicBezTo>
                    <a:pt x="8129" y="1788"/>
                    <a:pt x="8163" y="1796"/>
                    <a:pt x="8197" y="1796"/>
                  </a:cubicBezTo>
                  <a:cubicBezTo>
                    <a:pt x="8268" y="1796"/>
                    <a:pt x="8336" y="1759"/>
                    <a:pt x="8373" y="1693"/>
                  </a:cubicBezTo>
                  <a:cubicBezTo>
                    <a:pt x="8429" y="1596"/>
                    <a:pt x="8395" y="1472"/>
                    <a:pt x="8298" y="1418"/>
                  </a:cubicBezTo>
                  <a:lnTo>
                    <a:pt x="5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9" name="Google Shape;529;p15"/>
            <p:cNvSpPr/>
            <p:nvPr/>
          </p:nvSpPr>
          <p:spPr>
            <a:xfrm>
              <a:off x="5728275" y="1890950"/>
              <a:ext cx="56650" cy="38100"/>
            </a:xfrm>
            <a:custGeom>
              <a:avLst/>
              <a:gdLst/>
              <a:ahLst/>
              <a:cxnLst/>
              <a:rect l="l" t="t" r="r" b="b"/>
              <a:pathLst>
                <a:path w="2266" h="1524" extrusionOk="0">
                  <a:moveTo>
                    <a:pt x="199" y="0"/>
                  </a:moveTo>
                  <a:lnTo>
                    <a:pt x="1" y="349"/>
                  </a:lnTo>
                  <a:lnTo>
                    <a:pt x="2068" y="1523"/>
                  </a:lnTo>
                  <a:lnTo>
                    <a:pt x="2266" y="1175"/>
                  </a:lnTo>
                  <a:lnTo>
                    <a:pt x="1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0" name="Google Shape;530;p15"/>
            <p:cNvSpPr/>
            <p:nvPr/>
          </p:nvSpPr>
          <p:spPr>
            <a:xfrm>
              <a:off x="5543700" y="1851225"/>
              <a:ext cx="368275" cy="439225"/>
            </a:xfrm>
            <a:custGeom>
              <a:avLst/>
              <a:gdLst/>
              <a:ahLst/>
              <a:cxnLst/>
              <a:rect l="l" t="t" r="r" b="b"/>
              <a:pathLst>
                <a:path w="14731" h="17569" extrusionOk="0">
                  <a:moveTo>
                    <a:pt x="7785" y="555"/>
                  </a:moveTo>
                  <a:lnTo>
                    <a:pt x="14176" y="4187"/>
                  </a:lnTo>
                  <a:lnTo>
                    <a:pt x="7857" y="15303"/>
                  </a:lnTo>
                  <a:cubicBezTo>
                    <a:pt x="7181" y="16493"/>
                    <a:pt x="5935" y="17162"/>
                    <a:pt x="4655" y="17162"/>
                  </a:cubicBezTo>
                  <a:cubicBezTo>
                    <a:pt x="4040" y="17162"/>
                    <a:pt x="3417" y="17008"/>
                    <a:pt x="2845" y="16683"/>
                  </a:cubicBezTo>
                  <a:cubicBezTo>
                    <a:pt x="1083" y="15682"/>
                    <a:pt x="463" y="13433"/>
                    <a:pt x="1466" y="11671"/>
                  </a:cubicBezTo>
                  <a:lnTo>
                    <a:pt x="7785" y="555"/>
                  </a:lnTo>
                  <a:close/>
                  <a:moveTo>
                    <a:pt x="7633" y="0"/>
                  </a:moveTo>
                  <a:lnTo>
                    <a:pt x="1114" y="11470"/>
                  </a:lnTo>
                  <a:cubicBezTo>
                    <a:pt x="0" y="13427"/>
                    <a:pt x="687" y="15922"/>
                    <a:pt x="2644" y="17036"/>
                  </a:cubicBezTo>
                  <a:cubicBezTo>
                    <a:pt x="3280" y="17397"/>
                    <a:pt x="3972" y="17568"/>
                    <a:pt x="4655" y="17568"/>
                  </a:cubicBezTo>
                  <a:cubicBezTo>
                    <a:pt x="6076" y="17568"/>
                    <a:pt x="7458" y="16826"/>
                    <a:pt x="8211" y="15505"/>
                  </a:cubicBezTo>
                  <a:lnTo>
                    <a:pt x="14730" y="4035"/>
                  </a:lnTo>
                  <a:lnTo>
                    <a:pt x="76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1">
  <p:cSld name="TITLE_ONLY_10_1">
    <p:spTree>
      <p:nvGrpSpPr>
        <p:cNvPr id="1" name="Shape 826"/>
        <p:cNvGrpSpPr/>
        <p:nvPr/>
      </p:nvGrpSpPr>
      <p:grpSpPr>
        <a:xfrm>
          <a:off x="0" y="0"/>
          <a:ext cx="0" cy="0"/>
          <a:chOff x="0" y="0"/>
          <a:chExt cx="0" cy="0"/>
        </a:xfrm>
      </p:grpSpPr>
      <p:grpSp>
        <p:nvGrpSpPr>
          <p:cNvPr id="827" name="Google Shape;827;p27"/>
          <p:cNvGrpSpPr/>
          <p:nvPr/>
        </p:nvGrpSpPr>
        <p:grpSpPr>
          <a:xfrm>
            <a:off x="171400" y="128600"/>
            <a:ext cx="8772695" cy="4795891"/>
            <a:chOff x="171400" y="128600"/>
            <a:chExt cx="8772695" cy="4795891"/>
          </a:xfrm>
        </p:grpSpPr>
        <p:grpSp>
          <p:nvGrpSpPr>
            <p:cNvPr id="828" name="Google Shape;828;p27"/>
            <p:cNvGrpSpPr/>
            <p:nvPr/>
          </p:nvGrpSpPr>
          <p:grpSpPr>
            <a:xfrm>
              <a:off x="171400" y="128600"/>
              <a:ext cx="8772695" cy="4795891"/>
              <a:chOff x="171400" y="428619"/>
              <a:chExt cx="8772695" cy="4758300"/>
            </a:xfrm>
          </p:grpSpPr>
          <p:sp>
            <p:nvSpPr>
              <p:cNvPr id="829" name="Google Shape;829;p27"/>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30" name="Google Shape;830;p27"/>
              <p:cNvGrpSpPr/>
              <p:nvPr/>
            </p:nvGrpSpPr>
            <p:grpSpPr>
              <a:xfrm>
                <a:off x="171400" y="428636"/>
                <a:ext cx="8772695" cy="490301"/>
                <a:chOff x="-215495" y="238126"/>
                <a:chExt cx="9543837" cy="533400"/>
              </a:xfrm>
            </p:grpSpPr>
            <p:sp>
              <p:nvSpPr>
                <p:cNvPr id="831" name="Google Shape;831;p27"/>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2" name="Google Shape;832;p27"/>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33" name="Google Shape;833;p27"/>
                <p:cNvGrpSpPr/>
                <p:nvPr/>
              </p:nvGrpSpPr>
              <p:grpSpPr>
                <a:xfrm>
                  <a:off x="8425674" y="386584"/>
                  <a:ext cx="655694" cy="176896"/>
                  <a:chOff x="13400537" y="1039026"/>
                  <a:chExt cx="495013" cy="133547"/>
                </a:xfrm>
              </p:grpSpPr>
              <p:sp>
                <p:nvSpPr>
                  <p:cNvPr id="834" name="Google Shape;834;p2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5" name="Google Shape;835;p2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6" name="Google Shape;836;p2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7" name="Google Shape;837;p2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8" name="Google Shape;838;p2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9" name="Google Shape;839;p2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840" name="Google Shape;840;p27"/>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41" name="Google Shape;841;p27"/>
          <p:cNvGrpSpPr/>
          <p:nvPr/>
        </p:nvGrpSpPr>
        <p:grpSpPr>
          <a:xfrm>
            <a:off x="7660734" y="1200478"/>
            <a:ext cx="957192" cy="960379"/>
            <a:chOff x="2879000" y="653125"/>
            <a:chExt cx="340650" cy="434325"/>
          </a:xfrm>
        </p:grpSpPr>
        <p:sp>
          <p:nvSpPr>
            <p:cNvPr id="842" name="Google Shape;842;p27"/>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3" name="Google Shape;843;p27"/>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4" name="Google Shape;844;p27"/>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5" name="Google Shape;845;p27"/>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6" name="Google Shape;846;p27"/>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7" name="Google Shape;847;p27"/>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8" name="Google Shape;848;p27"/>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9" name="Google Shape;849;p27"/>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50" name="Google Shape;850;p27"/>
          <p:cNvGrpSpPr/>
          <p:nvPr/>
        </p:nvGrpSpPr>
        <p:grpSpPr>
          <a:xfrm>
            <a:off x="7658479" y="3430464"/>
            <a:ext cx="961925" cy="962160"/>
            <a:chOff x="2494400" y="653125"/>
            <a:chExt cx="340625" cy="434325"/>
          </a:xfrm>
        </p:grpSpPr>
        <p:sp>
          <p:nvSpPr>
            <p:cNvPr id="851" name="Google Shape;851;p27"/>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2" name="Google Shape;852;p27"/>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3" name="Google Shape;853;p27"/>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4" name="Google Shape;854;p27"/>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5" name="Google Shape;855;p27"/>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6" name="Google Shape;856;p27"/>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7" name="Google Shape;857;p27"/>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8" name="Google Shape;858;p27"/>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59" name="Google Shape;859;p27"/>
          <p:cNvGrpSpPr/>
          <p:nvPr/>
        </p:nvGrpSpPr>
        <p:grpSpPr>
          <a:xfrm>
            <a:off x="7658095" y="2316063"/>
            <a:ext cx="961930" cy="960379"/>
            <a:chOff x="3265747" y="653121"/>
            <a:chExt cx="355783" cy="434325"/>
          </a:xfrm>
        </p:grpSpPr>
        <p:sp>
          <p:nvSpPr>
            <p:cNvPr id="860" name="Google Shape;860;p27"/>
            <p:cNvSpPr/>
            <p:nvPr/>
          </p:nvSpPr>
          <p:spPr>
            <a:xfrm>
              <a:off x="3272786" y="657355"/>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1" name="Google Shape;861;p27"/>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2" name="Google Shape;862;p27"/>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3" name="Google Shape;863;p27"/>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4" name="Google Shape;864;p27"/>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5" name="Google Shape;865;p27"/>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6" name="Google Shape;866;p27"/>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7" name="Google Shape;867;p27"/>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68" name="Google Shape;868;p27"/>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869" name="Google Shape;869;p27"/>
          <p:cNvSpPr/>
          <p:nvPr/>
        </p:nvSpPr>
        <p:spPr>
          <a:xfrm>
            <a:off x="8424000" y="845123"/>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870"/>
        <p:cNvGrpSpPr/>
        <p:nvPr/>
      </p:nvGrpSpPr>
      <p:grpSpPr>
        <a:xfrm>
          <a:off x="0" y="0"/>
          <a:ext cx="0" cy="0"/>
          <a:chOff x="0" y="0"/>
          <a:chExt cx="0" cy="0"/>
        </a:xfrm>
      </p:grpSpPr>
      <p:grpSp>
        <p:nvGrpSpPr>
          <p:cNvPr id="871" name="Google Shape;871;p28"/>
          <p:cNvGrpSpPr/>
          <p:nvPr/>
        </p:nvGrpSpPr>
        <p:grpSpPr>
          <a:xfrm>
            <a:off x="-57207" y="623919"/>
            <a:ext cx="8534077" cy="4665442"/>
            <a:chOff x="171400" y="128600"/>
            <a:chExt cx="8772695" cy="4795891"/>
          </a:xfrm>
        </p:grpSpPr>
        <p:grpSp>
          <p:nvGrpSpPr>
            <p:cNvPr id="872" name="Google Shape;872;p28"/>
            <p:cNvGrpSpPr/>
            <p:nvPr/>
          </p:nvGrpSpPr>
          <p:grpSpPr>
            <a:xfrm>
              <a:off x="171400" y="128600"/>
              <a:ext cx="8772695" cy="4795891"/>
              <a:chOff x="171400" y="428619"/>
              <a:chExt cx="8772695" cy="4758300"/>
            </a:xfrm>
          </p:grpSpPr>
          <p:sp>
            <p:nvSpPr>
              <p:cNvPr id="873" name="Google Shape;873;p28"/>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74" name="Google Shape;874;p28"/>
              <p:cNvGrpSpPr/>
              <p:nvPr/>
            </p:nvGrpSpPr>
            <p:grpSpPr>
              <a:xfrm>
                <a:off x="171400" y="428636"/>
                <a:ext cx="8772695" cy="490301"/>
                <a:chOff x="-215495" y="238126"/>
                <a:chExt cx="9543837" cy="533400"/>
              </a:xfrm>
            </p:grpSpPr>
            <p:sp>
              <p:nvSpPr>
                <p:cNvPr id="875" name="Google Shape;875;p28"/>
                <p:cNvSpPr/>
                <p:nvPr/>
              </p:nvSpPr>
              <p:spPr>
                <a:xfrm>
                  <a:off x="-215259" y="238126"/>
                  <a:ext cx="9543600" cy="533400"/>
                </a:xfrm>
                <a:prstGeom prst="round2SameRect">
                  <a:avLst>
                    <a:gd name="adj1" fmla="val 5000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6" name="Google Shape;876;p28"/>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77" name="Google Shape;877;p28"/>
                <p:cNvGrpSpPr/>
                <p:nvPr/>
              </p:nvGrpSpPr>
              <p:grpSpPr>
                <a:xfrm>
                  <a:off x="8425674" y="386584"/>
                  <a:ext cx="655694" cy="176896"/>
                  <a:chOff x="13400537" y="1039026"/>
                  <a:chExt cx="495013" cy="133547"/>
                </a:xfrm>
              </p:grpSpPr>
              <p:sp>
                <p:nvSpPr>
                  <p:cNvPr id="878" name="Google Shape;878;p2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9" name="Google Shape;879;p2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0" name="Google Shape;880;p2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1" name="Google Shape;881;p2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2" name="Google Shape;882;p2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3" name="Google Shape;883;p2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884" name="Google Shape;884;p28"/>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85" name="Google Shape;885;p28"/>
          <p:cNvGrpSpPr/>
          <p:nvPr/>
        </p:nvGrpSpPr>
        <p:grpSpPr>
          <a:xfrm>
            <a:off x="122408" y="1426587"/>
            <a:ext cx="1060298" cy="1060535"/>
            <a:chOff x="2494400" y="653125"/>
            <a:chExt cx="340625" cy="434325"/>
          </a:xfrm>
        </p:grpSpPr>
        <p:sp>
          <p:nvSpPr>
            <p:cNvPr id="886" name="Google Shape;886;p2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7" name="Google Shape;887;p2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2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9" name="Google Shape;889;p2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0" name="Google Shape;890;p2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1" name="Google Shape;891;p2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2" name="Google Shape;892;p2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2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94" name="Google Shape;894;p28"/>
          <p:cNvGrpSpPr/>
          <p:nvPr/>
        </p:nvGrpSpPr>
        <p:grpSpPr>
          <a:xfrm>
            <a:off x="122315" y="2656945"/>
            <a:ext cx="1055095" cy="1058580"/>
            <a:chOff x="2879000" y="653125"/>
            <a:chExt cx="340650" cy="434325"/>
          </a:xfrm>
        </p:grpSpPr>
        <p:sp>
          <p:nvSpPr>
            <p:cNvPr id="895" name="Google Shape;895;p28"/>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6" name="Google Shape;896;p28"/>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28"/>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28"/>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28"/>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28"/>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28"/>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28"/>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03" name="Google Shape;903;p28"/>
          <p:cNvGrpSpPr/>
          <p:nvPr/>
        </p:nvGrpSpPr>
        <p:grpSpPr>
          <a:xfrm>
            <a:off x="122401" y="3885235"/>
            <a:ext cx="1060340" cy="1058580"/>
            <a:chOff x="3265747" y="653121"/>
            <a:chExt cx="355783" cy="434325"/>
          </a:xfrm>
        </p:grpSpPr>
        <p:sp>
          <p:nvSpPr>
            <p:cNvPr id="904" name="Google Shape;904;p28"/>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28"/>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2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2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8" name="Google Shape;908;p2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9" name="Google Shape;909;p2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2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2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12" name="Google Shape;912;p28"/>
          <p:cNvGrpSpPr/>
          <p:nvPr/>
        </p:nvGrpSpPr>
        <p:grpSpPr>
          <a:xfrm>
            <a:off x="720000" y="121775"/>
            <a:ext cx="8150515" cy="4512401"/>
            <a:chOff x="627130" y="128603"/>
            <a:chExt cx="8316852" cy="4604490"/>
          </a:xfrm>
        </p:grpSpPr>
        <p:grpSp>
          <p:nvGrpSpPr>
            <p:cNvPr id="913" name="Google Shape;913;p28"/>
            <p:cNvGrpSpPr/>
            <p:nvPr/>
          </p:nvGrpSpPr>
          <p:grpSpPr>
            <a:xfrm>
              <a:off x="627130" y="128603"/>
              <a:ext cx="8316852" cy="4604490"/>
              <a:chOff x="627130" y="428622"/>
              <a:chExt cx="8316852" cy="4568400"/>
            </a:xfrm>
          </p:grpSpPr>
          <p:sp>
            <p:nvSpPr>
              <p:cNvPr id="914" name="Google Shape;914;p2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915" name="Google Shape;915;p28"/>
              <p:cNvGrpSpPr/>
              <p:nvPr/>
            </p:nvGrpSpPr>
            <p:grpSpPr>
              <a:xfrm>
                <a:off x="627130" y="428636"/>
                <a:ext cx="8316852" cy="490301"/>
                <a:chOff x="280295" y="238126"/>
                <a:chExt cx="9047924" cy="533400"/>
              </a:xfrm>
            </p:grpSpPr>
            <p:sp>
              <p:nvSpPr>
                <p:cNvPr id="916" name="Google Shape;916;p2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2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918" name="Google Shape;918;p28"/>
                <p:cNvGrpSpPr/>
                <p:nvPr/>
              </p:nvGrpSpPr>
              <p:grpSpPr>
                <a:xfrm>
                  <a:off x="8425674" y="386584"/>
                  <a:ext cx="655694" cy="176896"/>
                  <a:chOff x="13400537" y="1039026"/>
                  <a:chExt cx="495013" cy="133547"/>
                </a:xfrm>
              </p:grpSpPr>
              <p:sp>
                <p:nvSpPr>
                  <p:cNvPr id="919" name="Google Shape;919;p2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2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2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2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2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2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925" name="Google Shape;925;p2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26" name="Google Shape;926;p28"/>
          <p:cNvSpPr txBox="1">
            <a:spLocks noGrp="1"/>
          </p:cNvSpPr>
          <p:nvPr>
            <p:ph type="subTitle" idx="1"/>
          </p:nvPr>
        </p:nvSpPr>
        <p:spPr>
          <a:xfrm rot="193">
            <a:off x="2118625" y="3193425"/>
            <a:ext cx="5353200" cy="691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27" name="Google Shape;927;p28"/>
          <p:cNvSpPr txBox="1">
            <a:spLocks noGrp="1"/>
          </p:cNvSpPr>
          <p:nvPr>
            <p:ph type="title"/>
          </p:nvPr>
        </p:nvSpPr>
        <p:spPr>
          <a:xfrm>
            <a:off x="1575800" y="974625"/>
            <a:ext cx="6438900" cy="228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16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MAIN_POINT_1_1">
    <p:spTree>
      <p:nvGrpSpPr>
        <p:cNvPr id="1" name="Shape 928"/>
        <p:cNvGrpSpPr/>
        <p:nvPr/>
      </p:nvGrpSpPr>
      <p:grpSpPr>
        <a:xfrm>
          <a:off x="0" y="0"/>
          <a:ext cx="0" cy="0"/>
          <a:chOff x="0" y="0"/>
          <a:chExt cx="0" cy="0"/>
        </a:xfrm>
      </p:grpSpPr>
      <p:sp>
        <p:nvSpPr>
          <p:cNvPr id="929" name="Google Shape;929;p29"/>
          <p:cNvSpPr/>
          <p:nvPr/>
        </p:nvSpPr>
        <p:spPr>
          <a:xfrm rot="330623">
            <a:off x="1831296" y="-1607798"/>
            <a:ext cx="8020517" cy="8239782"/>
          </a:xfrm>
          <a:custGeom>
            <a:avLst/>
            <a:gdLst/>
            <a:ahLst/>
            <a:cxnLst/>
            <a:rect l="l" t="t" r="r" b="b"/>
            <a:pathLst>
              <a:path w="49609" h="50966" extrusionOk="0">
                <a:moveTo>
                  <a:pt x="6871" y="45273"/>
                </a:moveTo>
                <a:cubicBezTo>
                  <a:pt x="6871" y="45273"/>
                  <a:pt x="1" y="36777"/>
                  <a:pt x="11156" y="31660"/>
                </a:cubicBezTo>
                <a:cubicBezTo>
                  <a:pt x="22312" y="26543"/>
                  <a:pt x="4727" y="12038"/>
                  <a:pt x="12942" y="6020"/>
                </a:cubicBezTo>
                <a:cubicBezTo>
                  <a:pt x="21156" y="1"/>
                  <a:pt x="45681" y="2119"/>
                  <a:pt x="45561" y="15428"/>
                </a:cubicBezTo>
                <a:cubicBezTo>
                  <a:pt x="45561" y="15428"/>
                  <a:pt x="49609" y="29550"/>
                  <a:pt x="37109" y="30499"/>
                </a:cubicBezTo>
                <a:cubicBezTo>
                  <a:pt x="24609" y="31447"/>
                  <a:pt x="33159" y="44730"/>
                  <a:pt x="25253" y="46153"/>
                </a:cubicBezTo>
                <a:cubicBezTo>
                  <a:pt x="17347" y="47578"/>
                  <a:pt x="13299" y="50966"/>
                  <a:pt x="6871" y="45273"/>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930" name="Google Shape;930;p29"/>
          <p:cNvGrpSpPr/>
          <p:nvPr/>
        </p:nvGrpSpPr>
        <p:grpSpPr>
          <a:xfrm>
            <a:off x="581275" y="121775"/>
            <a:ext cx="3826874" cy="4828162"/>
            <a:chOff x="4716495" y="128608"/>
            <a:chExt cx="4227655" cy="5333807"/>
          </a:xfrm>
        </p:grpSpPr>
        <p:grpSp>
          <p:nvGrpSpPr>
            <p:cNvPr id="931" name="Google Shape;931;p29"/>
            <p:cNvGrpSpPr/>
            <p:nvPr/>
          </p:nvGrpSpPr>
          <p:grpSpPr>
            <a:xfrm>
              <a:off x="4716495" y="128608"/>
              <a:ext cx="4227655" cy="5333807"/>
              <a:chOff x="4716494" y="428627"/>
              <a:chExt cx="4227655" cy="5292000"/>
            </a:xfrm>
          </p:grpSpPr>
          <p:sp>
            <p:nvSpPr>
              <p:cNvPr id="932" name="Google Shape;932;p29"/>
              <p:cNvSpPr/>
              <p:nvPr/>
            </p:nvSpPr>
            <p:spPr>
              <a:xfrm>
                <a:off x="4716550" y="428627"/>
                <a:ext cx="4227600" cy="52920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933" name="Google Shape;933;p29"/>
              <p:cNvGrpSpPr/>
              <p:nvPr/>
            </p:nvGrpSpPr>
            <p:grpSpPr>
              <a:xfrm>
                <a:off x="4716494" y="428627"/>
                <a:ext cx="4227482" cy="490301"/>
                <a:chOff x="4729125" y="238117"/>
                <a:chExt cx="4599089" cy="533400"/>
              </a:xfrm>
            </p:grpSpPr>
            <p:sp>
              <p:nvSpPr>
                <p:cNvPr id="934" name="Google Shape;934;p29"/>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29"/>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936" name="Google Shape;936;p29"/>
                <p:cNvGrpSpPr/>
                <p:nvPr/>
              </p:nvGrpSpPr>
              <p:grpSpPr>
                <a:xfrm>
                  <a:off x="8425674" y="386584"/>
                  <a:ext cx="655694" cy="176896"/>
                  <a:chOff x="13400537" y="1039026"/>
                  <a:chExt cx="495013" cy="133547"/>
                </a:xfrm>
              </p:grpSpPr>
              <p:sp>
                <p:nvSpPr>
                  <p:cNvPr id="937" name="Google Shape;937;p2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8" name="Google Shape;938;p2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9" name="Google Shape;939;p2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0" name="Google Shape;940;p2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1" name="Google Shape;941;p2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2" name="Google Shape;942;p2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943" name="Google Shape;943;p29"/>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44" name="Google Shape;944;p29"/>
          <p:cNvSpPr txBox="1">
            <a:spLocks noGrp="1"/>
          </p:cNvSpPr>
          <p:nvPr>
            <p:ph type="title"/>
          </p:nvPr>
        </p:nvSpPr>
        <p:spPr>
          <a:xfrm>
            <a:off x="4357038" y="1978200"/>
            <a:ext cx="3743400" cy="705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945" name="Google Shape;945;p29"/>
          <p:cNvSpPr txBox="1">
            <a:spLocks noGrp="1"/>
          </p:cNvSpPr>
          <p:nvPr>
            <p:ph type="subTitle" idx="1"/>
          </p:nvPr>
        </p:nvSpPr>
        <p:spPr>
          <a:xfrm rot="-276">
            <a:off x="4357062" y="2711627"/>
            <a:ext cx="3743400" cy="853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46" name="Google Shape;946;p29"/>
          <p:cNvSpPr/>
          <p:nvPr/>
        </p:nvSpPr>
        <p:spPr>
          <a:xfrm>
            <a:off x="5235450" y="451201"/>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089"/>
        <p:cNvGrpSpPr/>
        <p:nvPr/>
      </p:nvGrpSpPr>
      <p:grpSpPr>
        <a:xfrm>
          <a:off x="0" y="0"/>
          <a:ext cx="0" cy="0"/>
          <a:chOff x="0" y="0"/>
          <a:chExt cx="0" cy="0"/>
        </a:xfrm>
      </p:grpSpPr>
      <p:sp>
        <p:nvSpPr>
          <p:cNvPr id="1090" name="Google Shape;1090;p34"/>
          <p:cNvSpPr/>
          <p:nvPr/>
        </p:nvSpPr>
        <p:spPr>
          <a:xfrm rot="10800000" flipH="1">
            <a:off x="-682840" y="-526170"/>
            <a:ext cx="9172174" cy="6195834"/>
          </a:xfrm>
          <a:custGeom>
            <a:avLst/>
            <a:gdLst/>
            <a:ahLst/>
            <a:cxnLst/>
            <a:rect l="l" t="t" r="r" b="b"/>
            <a:pathLst>
              <a:path w="34327" h="23188" extrusionOk="0">
                <a:moveTo>
                  <a:pt x="16499" y="0"/>
                </a:moveTo>
                <a:cubicBezTo>
                  <a:pt x="15407" y="0"/>
                  <a:pt x="14243" y="335"/>
                  <a:pt x="13053" y="789"/>
                </a:cubicBezTo>
                <a:cubicBezTo>
                  <a:pt x="11633" y="1324"/>
                  <a:pt x="10177" y="2024"/>
                  <a:pt x="7799" y="3203"/>
                </a:cubicBezTo>
                <a:cubicBezTo>
                  <a:pt x="5402" y="4366"/>
                  <a:pt x="2120" y="6006"/>
                  <a:pt x="1070" y="8237"/>
                </a:cubicBezTo>
                <a:cubicBezTo>
                  <a:pt x="1" y="10467"/>
                  <a:pt x="1199" y="13325"/>
                  <a:pt x="3245" y="15039"/>
                </a:cubicBezTo>
                <a:cubicBezTo>
                  <a:pt x="5310" y="16773"/>
                  <a:pt x="8260" y="17362"/>
                  <a:pt x="10730" y="18800"/>
                </a:cubicBezTo>
                <a:cubicBezTo>
                  <a:pt x="13182" y="20238"/>
                  <a:pt x="15173" y="22524"/>
                  <a:pt x="17477" y="23059"/>
                </a:cubicBezTo>
                <a:cubicBezTo>
                  <a:pt x="17852" y="23146"/>
                  <a:pt x="18235" y="23187"/>
                  <a:pt x="18621" y="23187"/>
                </a:cubicBezTo>
                <a:cubicBezTo>
                  <a:pt x="20606" y="23187"/>
                  <a:pt x="22672" y="22098"/>
                  <a:pt x="24169" y="20570"/>
                </a:cubicBezTo>
                <a:cubicBezTo>
                  <a:pt x="25958" y="18726"/>
                  <a:pt x="26916" y="16274"/>
                  <a:pt x="28575" y="14007"/>
                </a:cubicBezTo>
                <a:cubicBezTo>
                  <a:pt x="30234" y="11758"/>
                  <a:pt x="32576" y="9693"/>
                  <a:pt x="33461" y="7131"/>
                </a:cubicBezTo>
                <a:cubicBezTo>
                  <a:pt x="34327" y="4568"/>
                  <a:pt x="33718" y="1490"/>
                  <a:pt x="31340" y="475"/>
                </a:cubicBezTo>
                <a:cubicBezTo>
                  <a:pt x="30570" y="141"/>
                  <a:pt x="29615" y="23"/>
                  <a:pt x="28586" y="23"/>
                </a:cubicBezTo>
                <a:cubicBezTo>
                  <a:pt x="26441" y="23"/>
                  <a:pt x="23973" y="535"/>
                  <a:pt x="22178" y="660"/>
                </a:cubicBezTo>
                <a:cubicBezTo>
                  <a:pt x="21860" y="682"/>
                  <a:pt x="21562" y="692"/>
                  <a:pt x="21283" y="692"/>
                </a:cubicBezTo>
                <a:cubicBezTo>
                  <a:pt x="19239" y="692"/>
                  <a:pt x="18191" y="163"/>
                  <a:pt x="17072" y="33"/>
                </a:cubicBezTo>
                <a:cubicBezTo>
                  <a:pt x="16883" y="11"/>
                  <a:pt x="16692" y="0"/>
                  <a:pt x="16499"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91" name="Google Shape;1091;p34"/>
          <p:cNvGrpSpPr/>
          <p:nvPr/>
        </p:nvGrpSpPr>
        <p:grpSpPr>
          <a:xfrm>
            <a:off x="826243" y="623925"/>
            <a:ext cx="8534077" cy="3433561"/>
            <a:chOff x="171400" y="128606"/>
            <a:chExt cx="8772695" cy="3529565"/>
          </a:xfrm>
        </p:grpSpPr>
        <p:grpSp>
          <p:nvGrpSpPr>
            <p:cNvPr id="1092" name="Google Shape;1092;p34"/>
            <p:cNvGrpSpPr/>
            <p:nvPr/>
          </p:nvGrpSpPr>
          <p:grpSpPr>
            <a:xfrm>
              <a:off x="171400" y="128606"/>
              <a:ext cx="8772695" cy="3529565"/>
              <a:chOff x="171400" y="428625"/>
              <a:chExt cx="8772695" cy="3501900"/>
            </a:xfrm>
          </p:grpSpPr>
          <p:sp>
            <p:nvSpPr>
              <p:cNvPr id="1093" name="Google Shape;1093;p34"/>
              <p:cNvSpPr/>
              <p:nvPr/>
            </p:nvSpPr>
            <p:spPr>
              <a:xfrm>
                <a:off x="171459" y="428625"/>
                <a:ext cx="8772300" cy="35019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94" name="Google Shape;1094;p34"/>
              <p:cNvGrpSpPr/>
              <p:nvPr/>
            </p:nvGrpSpPr>
            <p:grpSpPr>
              <a:xfrm>
                <a:off x="171400" y="428636"/>
                <a:ext cx="8772695" cy="490301"/>
                <a:chOff x="-215495" y="238126"/>
                <a:chExt cx="9543837" cy="533400"/>
              </a:xfrm>
            </p:grpSpPr>
            <p:sp>
              <p:nvSpPr>
                <p:cNvPr id="1095" name="Google Shape;1095;p34"/>
                <p:cNvSpPr/>
                <p:nvPr/>
              </p:nvSpPr>
              <p:spPr>
                <a:xfrm>
                  <a:off x="-215259" y="238126"/>
                  <a:ext cx="9543600" cy="533400"/>
                </a:xfrm>
                <a:prstGeom prst="round2SameRect">
                  <a:avLst>
                    <a:gd name="adj1" fmla="val 29377"/>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6" name="Google Shape;1096;p34"/>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97" name="Google Shape;1097;p34"/>
                <p:cNvGrpSpPr/>
                <p:nvPr/>
              </p:nvGrpSpPr>
              <p:grpSpPr>
                <a:xfrm>
                  <a:off x="8425674" y="386584"/>
                  <a:ext cx="655694" cy="176896"/>
                  <a:chOff x="13400537" y="1039026"/>
                  <a:chExt cx="495013" cy="133547"/>
                </a:xfrm>
              </p:grpSpPr>
              <p:sp>
                <p:nvSpPr>
                  <p:cNvPr id="1098" name="Google Shape;1098;p34"/>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9" name="Google Shape;1099;p34"/>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0" name="Google Shape;1100;p34"/>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1" name="Google Shape;1101;p34"/>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2" name="Google Shape;1102;p34"/>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3" name="Google Shape;1103;p34"/>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104" name="Google Shape;1104;p34"/>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05" name="Google Shape;1105;p34"/>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106" name="Google Shape;1106;p34"/>
          <p:cNvSpPr txBox="1">
            <a:spLocks noGrp="1"/>
          </p:cNvSpPr>
          <p:nvPr>
            <p:ph type="title" idx="2"/>
          </p:nvPr>
        </p:nvSpPr>
        <p:spPr>
          <a:xfrm>
            <a:off x="1018300" y="1587950"/>
            <a:ext cx="2046300" cy="449100"/>
          </a:xfrm>
          <a:prstGeom prst="rect">
            <a:avLst/>
          </a:prstGeom>
          <a:noFill/>
          <a:ln>
            <a:noFill/>
          </a:ln>
        </p:spPr>
        <p:txBody>
          <a:bodyPr spcFirstLastPara="1" wrap="square" lIns="91425" tIns="91425" rIns="91425" bIns="91425" anchor="b" anchorCtr="0">
            <a:noAutofit/>
          </a:bodyPr>
          <a:lstStyle>
            <a:lvl1pPr lvl="0" algn="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07" name="Google Shape;1107;p34"/>
          <p:cNvSpPr txBox="1">
            <a:spLocks noGrp="1"/>
          </p:cNvSpPr>
          <p:nvPr>
            <p:ph type="subTitle" idx="1"/>
          </p:nvPr>
        </p:nvSpPr>
        <p:spPr>
          <a:xfrm>
            <a:off x="1018300" y="1998650"/>
            <a:ext cx="2046300" cy="564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08" name="Google Shape;1108;p34"/>
          <p:cNvSpPr txBox="1">
            <a:spLocks noGrp="1"/>
          </p:cNvSpPr>
          <p:nvPr>
            <p:ph type="title" idx="3"/>
          </p:nvPr>
        </p:nvSpPr>
        <p:spPr>
          <a:xfrm>
            <a:off x="6057859" y="1587950"/>
            <a:ext cx="2054400" cy="44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09" name="Google Shape;1109;p34"/>
          <p:cNvSpPr txBox="1">
            <a:spLocks noGrp="1"/>
          </p:cNvSpPr>
          <p:nvPr>
            <p:ph type="subTitle" idx="4"/>
          </p:nvPr>
        </p:nvSpPr>
        <p:spPr>
          <a:xfrm>
            <a:off x="6057850" y="1998650"/>
            <a:ext cx="2053800" cy="5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0" name="Google Shape;1110;p34"/>
          <p:cNvSpPr txBox="1">
            <a:spLocks noGrp="1"/>
          </p:cNvSpPr>
          <p:nvPr>
            <p:ph type="title" idx="5"/>
          </p:nvPr>
        </p:nvSpPr>
        <p:spPr>
          <a:xfrm>
            <a:off x="1025788" y="3201700"/>
            <a:ext cx="2046300" cy="449100"/>
          </a:xfrm>
          <a:prstGeom prst="rect">
            <a:avLst/>
          </a:prstGeom>
          <a:noFill/>
          <a:ln>
            <a:noFill/>
          </a:ln>
        </p:spPr>
        <p:txBody>
          <a:bodyPr spcFirstLastPara="1" wrap="square" lIns="91425" tIns="91425" rIns="91425" bIns="91425" anchor="b" anchorCtr="0">
            <a:noAutofit/>
          </a:bodyPr>
          <a:lstStyle>
            <a:lvl1pPr lvl="0" algn="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11" name="Google Shape;1111;p34"/>
          <p:cNvSpPr txBox="1">
            <a:spLocks noGrp="1"/>
          </p:cNvSpPr>
          <p:nvPr>
            <p:ph type="subTitle" idx="6"/>
          </p:nvPr>
        </p:nvSpPr>
        <p:spPr>
          <a:xfrm>
            <a:off x="1025791" y="3606300"/>
            <a:ext cx="2046300" cy="564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2" name="Google Shape;1112;p34"/>
          <p:cNvSpPr txBox="1">
            <a:spLocks noGrp="1"/>
          </p:cNvSpPr>
          <p:nvPr>
            <p:ph type="title" idx="7"/>
          </p:nvPr>
        </p:nvSpPr>
        <p:spPr>
          <a:xfrm>
            <a:off x="6061900" y="3201700"/>
            <a:ext cx="2054400" cy="44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13" name="Google Shape;1113;p34"/>
          <p:cNvSpPr txBox="1">
            <a:spLocks noGrp="1"/>
          </p:cNvSpPr>
          <p:nvPr>
            <p:ph type="subTitle" idx="8"/>
          </p:nvPr>
        </p:nvSpPr>
        <p:spPr>
          <a:xfrm>
            <a:off x="6057850" y="3606300"/>
            <a:ext cx="2054400" cy="5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4" name="Google Shape;1114;p34"/>
          <p:cNvSpPr/>
          <p:nvPr/>
        </p:nvSpPr>
        <p:spPr>
          <a:xfrm>
            <a:off x="8582485" y="2354204"/>
            <a:ext cx="238029" cy="2810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34"/>
          <p:cNvSpPr/>
          <p:nvPr/>
        </p:nvSpPr>
        <p:spPr>
          <a:xfrm>
            <a:off x="644800" y="2799576"/>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1">
  <p:cSld name="TITLE_AND_TWO_COLUMNS_1">
    <p:spTree>
      <p:nvGrpSpPr>
        <p:cNvPr id="1" name="Shape 1195"/>
        <p:cNvGrpSpPr/>
        <p:nvPr/>
      </p:nvGrpSpPr>
      <p:grpSpPr>
        <a:xfrm>
          <a:off x="0" y="0"/>
          <a:ext cx="0" cy="0"/>
          <a:chOff x="0" y="0"/>
          <a:chExt cx="0" cy="0"/>
        </a:xfrm>
      </p:grpSpPr>
      <p:sp>
        <p:nvSpPr>
          <p:cNvPr id="1196" name="Google Shape;1196;p37"/>
          <p:cNvSpPr/>
          <p:nvPr/>
        </p:nvSpPr>
        <p:spPr>
          <a:xfrm rot="-7424542">
            <a:off x="-1620907" y="-2300411"/>
            <a:ext cx="10405732" cy="10106279"/>
          </a:xfrm>
          <a:custGeom>
            <a:avLst/>
            <a:gdLst/>
            <a:ahLst/>
            <a:cxnLst/>
            <a:rect l="l" t="t" r="r" b="b"/>
            <a:pathLst>
              <a:path w="27617" h="26822" extrusionOk="0">
                <a:moveTo>
                  <a:pt x="9841" y="1"/>
                </a:moveTo>
                <a:cubicBezTo>
                  <a:pt x="8360" y="1"/>
                  <a:pt x="6743" y="601"/>
                  <a:pt x="5328" y="1510"/>
                </a:cubicBezTo>
                <a:cubicBezTo>
                  <a:pt x="3060" y="2967"/>
                  <a:pt x="1272" y="5215"/>
                  <a:pt x="646" y="7648"/>
                </a:cubicBezTo>
                <a:cubicBezTo>
                  <a:pt x="1" y="10100"/>
                  <a:pt x="517" y="12756"/>
                  <a:pt x="867" y="15465"/>
                </a:cubicBezTo>
                <a:cubicBezTo>
                  <a:pt x="1236" y="18157"/>
                  <a:pt x="1438" y="20904"/>
                  <a:pt x="2674" y="23263"/>
                </a:cubicBezTo>
                <a:cubicBezTo>
                  <a:pt x="3677" y="25166"/>
                  <a:pt x="5329" y="26821"/>
                  <a:pt x="7006" y="26821"/>
                </a:cubicBezTo>
                <a:cubicBezTo>
                  <a:pt x="7425" y="26821"/>
                  <a:pt x="7846" y="26718"/>
                  <a:pt x="8259" y="26489"/>
                </a:cubicBezTo>
                <a:cubicBezTo>
                  <a:pt x="10324" y="25347"/>
                  <a:pt x="12186" y="21051"/>
                  <a:pt x="14454" y="19687"/>
                </a:cubicBezTo>
                <a:cubicBezTo>
                  <a:pt x="15155" y="19265"/>
                  <a:pt x="15894" y="19122"/>
                  <a:pt x="16663" y="19122"/>
                </a:cubicBezTo>
                <a:cubicBezTo>
                  <a:pt x="18292" y="19122"/>
                  <a:pt x="20049" y="19766"/>
                  <a:pt x="21835" y="19766"/>
                </a:cubicBezTo>
                <a:cubicBezTo>
                  <a:pt x="21931" y="19766"/>
                  <a:pt x="22026" y="19764"/>
                  <a:pt x="22122" y="19761"/>
                </a:cubicBezTo>
                <a:cubicBezTo>
                  <a:pt x="24833" y="19650"/>
                  <a:pt x="27616" y="17898"/>
                  <a:pt x="26768" y="16331"/>
                </a:cubicBezTo>
                <a:cubicBezTo>
                  <a:pt x="25939" y="14747"/>
                  <a:pt x="21477" y="13327"/>
                  <a:pt x="19136" y="12092"/>
                </a:cubicBezTo>
                <a:cubicBezTo>
                  <a:pt x="16795" y="10839"/>
                  <a:pt x="16555" y="9788"/>
                  <a:pt x="15910" y="7593"/>
                </a:cubicBezTo>
                <a:cubicBezTo>
                  <a:pt x="15265" y="5381"/>
                  <a:pt x="14214" y="2044"/>
                  <a:pt x="12297" y="717"/>
                </a:cubicBezTo>
                <a:cubicBezTo>
                  <a:pt x="11576" y="218"/>
                  <a:pt x="10733" y="1"/>
                  <a:pt x="9841"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97" name="Google Shape;1197;p37"/>
          <p:cNvGrpSpPr/>
          <p:nvPr/>
        </p:nvGrpSpPr>
        <p:grpSpPr>
          <a:xfrm>
            <a:off x="183313" y="2310638"/>
            <a:ext cx="4076036" cy="2621335"/>
            <a:chOff x="183313" y="2385725"/>
            <a:chExt cx="4076036" cy="2621335"/>
          </a:xfrm>
        </p:grpSpPr>
        <p:grpSp>
          <p:nvGrpSpPr>
            <p:cNvPr id="1198" name="Google Shape;1198;p37"/>
            <p:cNvGrpSpPr/>
            <p:nvPr/>
          </p:nvGrpSpPr>
          <p:grpSpPr>
            <a:xfrm>
              <a:off x="183313" y="2628288"/>
              <a:ext cx="3826861" cy="2378773"/>
              <a:chOff x="4716495" y="128594"/>
              <a:chExt cx="4227641" cy="2627898"/>
            </a:xfrm>
          </p:grpSpPr>
          <p:grpSp>
            <p:nvGrpSpPr>
              <p:cNvPr id="1199" name="Google Shape;1199;p37"/>
              <p:cNvGrpSpPr/>
              <p:nvPr/>
            </p:nvGrpSpPr>
            <p:grpSpPr>
              <a:xfrm>
                <a:off x="4716495" y="128594"/>
                <a:ext cx="4227641" cy="2627898"/>
                <a:chOff x="4716494" y="428613"/>
                <a:chExt cx="4227641" cy="2607300"/>
              </a:xfrm>
            </p:grpSpPr>
            <p:sp>
              <p:nvSpPr>
                <p:cNvPr id="1200" name="Google Shape;1200;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01" name="Google Shape;1201;p37"/>
                <p:cNvGrpSpPr/>
                <p:nvPr/>
              </p:nvGrpSpPr>
              <p:grpSpPr>
                <a:xfrm>
                  <a:off x="4716494" y="428627"/>
                  <a:ext cx="4227482" cy="490301"/>
                  <a:chOff x="4729125" y="238117"/>
                  <a:chExt cx="4599089" cy="533400"/>
                </a:xfrm>
              </p:grpSpPr>
              <p:sp>
                <p:nvSpPr>
                  <p:cNvPr id="1202" name="Google Shape;1202;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3" name="Google Shape;1203;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04" name="Google Shape;1204;p37"/>
                  <p:cNvGrpSpPr/>
                  <p:nvPr/>
                </p:nvGrpSpPr>
                <p:grpSpPr>
                  <a:xfrm>
                    <a:off x="8425674" y="386584"/>
                    <a:ext cx="655694" cy="176896"/>
                    <a:chOff x="13400537" y="1039026"/>
                    <a:chExt cx="495013" cy="133547"/>
                  </a:xfrm>
                </p:grpSpPr>
                <p:sp>
                  <p:nvSpPr>
                    <p:cNvPr id="1205" name="Google Shape;1205;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6" name="Google Shape;1206;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7" name="Google Shape;1207;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8" name="Google Shape;1208;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9" name="Google Shape;1209;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11" name="Google Shape;1211;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12" name="Google Shape;1212;p37"/>
            <p:cNvGrpSpPr/>
            <p:nvPr/>
          </p:nvGrpSpPr>
          <p:grpSpPr>
            <a:xfrm>
              <a:off x="307900" y="2507006"/>
              <a:ext cx="3826861" cy="2378773"/>
              <a:chOff x="4716495" y="128594"/>
              <a:chExt cx="4227641" cy="2627898"/>
            </a:xfrm>
          </p:grpSpPr>
          <p:grpSp>
            <p:nvGrpSpPr>
              <p:cNvPr id="1213" name="Google Shape;1213;p37"/>
              <p:cNvGrpSpPr/>
              <p:nvPr/>
            </p:nvGrpSpPr>
            <p:grpSpPr>
              <a:xfrm>
                <a:off x="4716495" y="128594"/>
                <a:ext cx="4227641" cy="2627898"/>
                <a:chOff x="4716494" y="428613"/>
                <a:chExt cx="4227641" cy="2607300"/>
              </a:xfrm>
            </p:grpSpPr>
            <p:sp>
              <p:nvSpPr>
                <p:cNvPr id="1214" name="Google Shape;1214;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15" name="Google Shape;1215;p37"/>
                <p:cNvGrpSpPr/>
                <p:nvPr/>
              </p:nvGrpSpPr>
              <p:grpSpPr>
                <a:xfrm>
                  <a:off x="4716494" y="428627"/>
                  <a:ext cx="4227482" cy="490301"/>
                  <a:chOff x="4729125" y="238117"/>
                  <a:chExt cx="4599089" cy="533400"/>
                </a:xfrm>
              </p:grpSpPr>
              <p:sp>
                <p:nvSpPr>
                  <p:cNvPr id="1216" name="Google Shape;1216;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7" name="Google Shape;1217;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18" name="Google Shape;1218;p37"/>
                  <p:cNvGrpSpPr/>
                  <p:nvPr/>
                </p:nvGrpSpPr>
                <p:grpSpPr>
                  <a:xfrm>
                    <a:off x="8425674" y="386584"/>
                    <a:ext cx="655694" cy="176896"/>
                    <a:chOff x="13400537" y="1039026"/>
                    <a:chExt cx="495013" cy="133547"/>
                  </a:xfrm>
                </p:grpSpPr>
                <p:sp>
                  <p:nvSpPr>
                    <p:cNvPr id="1219" name="Google Shape;1219;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0" name="Google Shape;1220;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1" name="Google Shape;1221;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2" name="Google Shape;1222;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3" name="Google Shape;1223;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4" name="Google Shape;1224;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25" name="Google Shape;1225;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26" name="Google Shape;1226;p37"/>
            <p:cNvGrpSpPr/>
            <p:nvPr/>
          </p:nvGrpSpPr>
          <p:grpSpPr>
            <a:xfrm>
              <a:off x="432488" y="2385725"/>
              <a:ext cx="3826861" cy="2378773"/>
              <a:chOff x="4716495" y="128594"/>
              <a:chExt cx="4227641" cy="2627898"/>
            </a:xfrm>
          </p:grpSpPr>
          <p:grpSp>
            <p:nvGrpSpPr>
              <p:cNvPr id="1227" name="Google Shape;1227;p37"/>
              <p:cNvGrpSpPr/>
              <p:nvPr/>
            </p:nvGrpSpPr>
            <p:grpSpPr>
              <a:xfrm>
                <a:off x="4716495" y="128594"/>
                <a:ext cx="4227641" cy="2627898"/>
                <a:chOff x="4716494" y="428613"/>
                <a:chExt cx="4227641" cy="2607300"/>
              </a:xfrm>
            </p:grpSpPr>
            <p:sp>
              <p:nvSpPr>
                <p:cNvPr id="1228" name="Google Shape;1228;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29" name="Google Shape;1229;p37"/>
                <p:cNvGrpSpPr/>
                <p:nvPr/>
              </p:nvGrpSpPr>
              <p:grpSpPr>
                <a:xfrm>
                  <a:off x="4716494" y="428627"/>
                  <a:ext cx="4227482" cy="490301"/>
                  <a:chOff x="4729125" y="238117"/>
                  <a:chExt cx="4599089" cy="533400"/>
                </a:xfrm>
              </p:grpSpPr>
              <p:sp>
                <p:nvSpPr>
                  <p:cNvPr id="1230" name="Google Shape;1230;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1" name="Google Shape;1231;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32" name="Google Shape;1232;p37"/>
                  <p:cNvGrpSpPr/>
                  <p:nvPr/>
                </p:nvGrpSpPr>
                <p:grpSpPr>
                  <a:xfrm>
                    <a:off x="8425674" y="386584"/>
                    <a:ext cx="655694" cy="176896"/>
                    <a:chOff x="13400537" y="1039026"/>
                    <a:chExt cx="495013" cy="133547"/>
                  </a:xfrm>
                </p:grpSpPr>
                <p:sp>
                  <p:nvSpPr>
                    <p:cNvPr id="1233" name="Google Shape;1233;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4" name="Google Shape;1234;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5" name="Google Shape;1235;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6" name="Google Shape;1236;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7" name="Google Shape;1237;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8" name="Google Shape;1238;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39" name="Google Shape;1239;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240" name="Google Shape;1240;p37"/>
          <p:cNvGrpSpPr/>
          <p:nvPr/>
        </p:nvGrpSpPr>
        <p:grpSpPr>
          <a:xfrm>
            <a:off x="4571988" y="2060150"/>
            <a:ext cx="4076186" cy="2543348"/>
            <a:chOff x="4571988" y="2060150"/>
            <a:chExt cx="4076186" cy="2543348"/>
          </a:xfrm>
        </p:grpSpPr>
        <p:grpSp>
          <p:nvGrpSpPr>
            <p:cNvPr id="1241" name="Google Shape;1241;p37"/>
            <p:cNvGrpSpPr/>
            <p:nvPr/>
          </p:nvGrpSpPr>
          <p:grpSpPr>
            <a:xfrm>
              <a:off x="4821313" y="2224725"/>
              <a:ext cx="3826861" cy="2378773"/>
              <a:chOff x="4716495" y="128594"/>
              <a:chExt cx="4227641" cy="2627898"/>
            </a:xfrm>
          </p:grpSpPr>
          <p:grpSp>
            <p:nvGrpSpPr>
              <p:cNvPr id="1242" name="Google Shape;1242;p37"/>
              <p:cNvGrpSpPr/>
              <p:nvPr/>
            </p:nvGrpSpPr>
            <p:grpSpPr>
              <a:xfrm>
                <a:off x="4716495" y="128594"/>
                <a:ext cx="4227641" cy="2627898"/>
                <a:chOff x="4716494" y="428613"/>
                <a:chExt cx="4227641" cy="2607300"/>
              </a:xfrm>
            </p:grpSpPr>
            <p:sp>
              <p:nvSpPr>
                <p:cNvPr id="1243" name="Google Shape;1243;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44" name="Google Shape;1244;p37"/>
                <p:cNvGrpSpPr/>
                <p:nvPr/>
              </p:nvGrpSpPr>
              <p:grpSpPr>
                <a:xfrm>
                  <a:off x="4716494" y="428627"/>
                  <a:ext cx="4227482" cy="490301"/>
                  <a:chOff x="4729125" y="238117"/>
                  <a:chExt cx="4599089" cy="533400"/>
                </a:xfrm>
              </p:grpSpPr>
              <p:sp>
                <p:nvSpPr>
                  <p:cNvPr id="1245" name="Google Shape;1245;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6" name="Google Shape;1246;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47" name="Google Shape;1247;p37"/>
                  <p:cNvGrpSpPr/>
                  <p:nvPr/>
                </p:nvGrpSpPr>
                <p:grpSpPr>
                  <a:xfrm>
                    <a:off x="8425674" y="386584"/>
                    <a:ext cx="655694" cy="176896"/>
                    <a:chOff x="13400537" y="1039026"/>
                    <a:chExt cx="495013" cy="133547"/>
                  </a:xfrm>
                </p:grpSpPr>
                <p:sp>
                  <p:nvSpPr>
                    <p:cNvPr id="1248" name="Google Shape;1248;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9" name="Google Shape;1249;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0" name="Google Shape;1250;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1" name="Google Shape;1251;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2" name="Google Shape;1252;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3" name="Google Shape;1253;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54" name="Google Shape;1254;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55" name="Google Shape;1255;p37"/>
            <p:cNvGrpSpPr/>
            <p:nvPr/>
          </p:nvGrpSpPr>
          <p:grpSpPr>
            <a:xfrm>
              <a:off x="4696650" y="2142438"/>
              <a:ext cx="3826861" cy="2378773"/>
              <a:chOff x="4716495" y="128594"/>
              <a:chExt cx="4227641" cy="2627898"/>
            </a:xfrm>
          </p:grpSpPr>
          <p:grpSp>
            <p:nvGrpSpPr>
              <p:cNvPr id="1256" name="Google Shape;1256;p37"/>
              <p:cNvGrpSpPr/>
              <p:nvPr/>
            </p:nvGrpSpPr>
            <p:grpSpPr>
              <a:xfrm>
                <a:off x="4716495" y="128594"/>
                <a:ext cx="4227641" cy="2627898"/>
                <a:chOff x="4716494" y="428613"/>
                <a:chExt cx="4227641" cy="2607300"/>
              </a:xfrm>
            </p:grpSpPr>
            <p:sp>
              <p:nvSpPr>
                <p:cNvPr id="1257" name="Google Shape;1257;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58" name="Google Shape;1258;p37"/>
                <p:cNvGrpSpPr/>
                <p:nvPr/>
              </p:nvGrpSpPr>
              <p:grpSpPr>
                <a:xfrm>
                  <a:off x="4716494" y="428627"/>
                  <a:ext cx="4227482" cy="490301"/>
                  <a:chOff x="4729125" y="238117"/>
                  <a:chExt cx="4599089" cy="533400"/>
                </a:xfrm>
              </p:grpSpPr>
              <p:sp>
                <p:nvSpPr>
                  <p:cNvPr id="1259" name="Google Shape;1259;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0" name="Google Shape;1260;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61" name="Google Shape;1261;p37"/>
                  <p:cNvGrpSpPr/>
                  <p:nvPr/>
                </p:nvGrpSpPr>
                <p:grpSpPr>
                  <a:xfrm>
                    <a:off x="8425674" y="386584"/>
                    <a:ext cx="655694" cy="176896"/>
                    <a:chOff x="13400537" y="1039026"/>
                    <a:chExt cx="495013" cy="133547"/>
                  </a:xfrm>
                </p:grpSpPr>
                <p:sp>
                  <p:nvSpPr>
                    <p:cNvPr id="1262" name="Google Shape;1262;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3" name="Google Shape;1263;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4" name="Google Shape;1264;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5" name="Google Shape;1265;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6" name="Google Shape;1266;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7" name="Google Shape;1267;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68" name="Google Shape;1268;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69" name="Google Shape;1269;p37"/>
            <p:cNvGrpSpPr/>
            <p:nvPr/>
          </p:nvGrpSpPr>
          <p:grpSpPr>
            <a:xfrm>
              <a:off x="4571988" y="2060150"/>
              <a:ext cx="3826861" cy="2378773"/>
              <a:chOff x="4716495" y="128594"/>
              <a:chExt cx="4227641" cy="2627898"/>
            </a:xfrm>
          </p:grpSpPr>
          <p:grpSp>
            <p:nvGrpSpPr>
              <p:cNvPr id="1270" name="Google Shape;1270;p37"/>
              <p:cNvGrpSpPr/>
              <p:nvPr/>
            </p:nvGrpSpPr>
            <p:grpSpPr>
              <a:xfrm>
                <a:off x="4716495" y="128594"/>
                <a:ext cx="4227641" cy="2627898"/>
                <a:chOff x="4716494" y="428613"/>
                <a:chExt cx="4227641" cy="2607300"/>
              </a:xfrm>
            </p:grpSpPr>
            <p:sp>
              <p:nvSpPr>
                <p:cNvPr id="1271" name="Google Shape;1271;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72" name="Google Shape;1272;p37"/>
                <p:cNvGrpSpPr/>
                <p:nvPr/>
              </p:nvGrpSpPr>
              <p:grpSpPr>
                <a:xfrm>
                  <a:off x="4716494" y="428627"/>
                  <a:ext cx="4227482" cy="490301"/>
                  <a:chOff x="4729125" y="238117"/>
                  <a:chExt cx="4599089" cy="533400"/>
                </a:xfrm>
              </p:grpSpPr>
              <p:sp>
                <p:nvSpPr>
                  <p:cNvPr id="1273" name="Google Shape;1273;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4" name="Google Shape;1274;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75" name="Google Shape;1275;p37"/>
                  <p:cNvGrpSpPr/>
                  <p:nvPr/>
                </p:nvGrpSpPr>
                <p:grpSpPr>
                  <a:xfrm>
                    <a:off x="8425674" y="386584"/>
                    <a:ext cx="655694" cy="176896"/>
                    <a:chOff x="13400537" y="1039026"/>
                    <a:chExt cx="495013" cy="133547"/>
                  </a:xfrm>
                </p:grpSpPr>
                <p:sp>
                  <p:nvSpPr>
                    <p:cNvPr id="1276" name="Google Shape;1276;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7" name="Google Shape;1277;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8" name="Google Shape;1278;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9" name="Google Shape;1279;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0" name="Google Shape;1280;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1" name="Google Shape;1281;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82" name="Google Shape;1282;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283" name="Google Shape;1283;p37"/>
          <p:cNvGrpSpPr/>
          <p:nvPr/>
        </p:nvGrpSpPr>
        <p:grpSpPr>
          <a:xfrm>
            <a:off x="899575" y="107875"/>
            <a:ext cx="3921749" cy="2463885"/>
            <a:chOff x="899575" y="616200"/>
            <a:chExt cx="3921749" cy="2463885"/>
          </a:xfrm>
        </p:grpSpPr>
        <p:grpSp>
          <p:nvGrpSpPr>
            <p:cNvPr id="1284" name="Google Shape;1284;p37"/>
            <p:cNvGrpSpPr/>
            <p:nvPr/>
          </p:nvGrpSpPr>
          <p:grpSpPr>
            <a:xfrm>
              <a:off x="899575" y="701313"/>
              <a:ext cx="3826861" cy="2378773"/>
              <a:chOff x="4716495" y="128594"/>
              <a:chExt cx="4227641" cy="2627898"/>
            </a:xfrm>
          </p:grpSpPr>
          <p:grpSp>
            <p:nvGrpSpPr>
              <p:cNvPr id="1285" name="Google Shape;1285;p37"/>
              <p:cNvGrpSpPr/>
              <p:nvPr/>
            </p:nvGrpSpPr>
            <p:grpSpPr>
              <a:xfrm>
                <a:off x="4716495" y="128594"/>
                <a:ext cx="4227641" cy="2627898"/>
                <a:chOff x="4716494" y="428613"/>
                <a:chExt cx="4227641" cy="2607300"/>
              </a:xfrm>
            </p:grpSpPr>
            <p:sp>
              <p:nvSpPr>
                <p:cNvPr id="1286" name="Google Shape;1286;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87" name="Google Shape;1287;p37"/>
                <p:cNvGrpSpPr/>
                <p:nvPr/>
              </p:nvGrpSpPr>
              <p:grpSpPr>
                <a:xfrm>
                  <a:off x="4716494" y="428627"/>
                  <a:ext cx="4227482" cy="490301"/>
                  <a:chOff x="4729125" y="238117"/>
                  <a:chExt cx="4599089" cy="533400"/>
                </a:xfrm>
              </p:grpSpPr>
              <p:sp>
                <p:nvSpPr>
                  <p:cNvPr id="1288" name="Google Shape;1288;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9" name="Google Shape;1289;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90" name="Google Shape;1290;p37"/>
                  <p:cNvGrpSpPr/>
                  <p:nvPr/>
                </p:nvGrpSpPr>
                <p:grpSpPr>
                  <a:xfrm>
                    <a:off x="8425674" y="386584"/>
                    <a:ext cx="655694" cy="176896"/>
                    <a:chOff x="13400537" y="1039026"/>
                    <a:chExt cx="495013" cy="133547"/>
                  </a:xfrm>
                </p:grpSpPr>
                <p:sp>
                  <p:nvSpPr>
                    <p:cNvPr id="1291" name="Google Shape;1291;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2" name="Google Shape;1292;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3" name="Google Shape;1293;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4" name="Google Shape;1294;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5" name="Google Shape;1295;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6" name="Google Shape;1296;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297" name="Google Shape;1297;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98" name="Google Shape;1298;p37"/>
            <p:cNvGrpSpPr/>
            <p:nvPr/>
          </p:nvGrpSpPr>
          <p:grpSpPr>
            <a:xfrm>
              <a:off x="994463" y="616200"/>
              <a:ext cx="3826861" cy="2378773"/>
              <a:chOff x="4716495" y="128594"/>
              <a:chExt cx="4227641" cy="2627898"/>
            </a:xfrm>
          </p:grpSpPr>
          <p:grpSp>
            <p:nvGrpSpPr>
              <p:cNvPr id="1299" name="Google Shape;1299;p37"/>
              <p:cNvGrpSpPr/>
              <p:nvPr/>
            </p:nvGrpSpPr>
            <p:grpSpPr>
              <a:xfrm>
                <a:off x="4716495" y="128594"/>
                <a:ext cx="4227641" cy="2627898"/>
                <a:chOff x="4716494" y="428613"/>
                <a:chExt cx="4227641" cy="2607300"/>
              </a:xfrm>
            </p:grpSpPr>
            <p:sp>
              <p:nvSpPr>
                <p:cNvPr id="1300" name="Google Shape;1300;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01" name="Google Shape;1301;p37"/>
                <p:cNvGrpSpPr/>
                <p:nvPr/>
              </p:nvGrpSpPr>
              <p:grpSpPr>
                <a:xfrm>
                  <a:off x="4716494" y="428627"/>
                  <a:ext cx="4227482" cy="490301"/>
                  <a:chOff x="4729125" y="238117"/>
                  <a:chExt cx="4599089" cy="533400"/>
                </a:xfrm>
              </p:grpSpPr>
              <p:sp>
                <p:nvSpPr>
                  <p:cNvPr id="1302" name="Google Shape;1302;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3" name="Google Shape;1303;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04" name="Google Shape;1304;p37"/>
                  <p:cNvGrpSpPr/>
                  <p:nvPr/>
                </p:nvGrpSpPr>
                <p:grpSpPr>
                  <a:xfrm>
                    <a:off x="8425674" y="386584"/>
                    <a:ext cx="655694" cy="176896"/>
                    <a:chOff x="13400537" y="1039026"/>
                    <a:chExt cx="495013" cy="133547"/>
                  </a:xfrm>
                </p:grpSpPr>
                <p:sp>
                  <p:nvSpPr>
                    <p:cNvPr id="1305" name="Google Shape;1305;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6" name="Google Shape;1306;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7" name="Google Shape;1307;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8" name="Google Shape;1308;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9" name="Google Shape;1309;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0" name="Google Shape;1310;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311" name="Google Shape;1311;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312" name="Google Shape;1312;p37"/>
          <p:cNvSpPr txBox="1">
            <a:spLocks noGrp="1"/>
          </p:cNvSpPr>
          <p:nvPr>
            <p:ph type="subTitle" idx="1"/>
          </p:nvPr>
        </p:nvSpPr>
        <p:spPr>
          <a:xfrm>
            <a:off x="681675" y="4000800"/>
            <a:ext cx="33285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3" name="Google Shape;1313;p37"/>
          <p:cNvSpPr txBox="1">
            <a:spLocks noGrp="1"/>
          </p:cNvSpPr>
          <p:nvPr>
            <p:ph type="subTitle" idx="2"/>
          </p:nvPr>
        </p:nvSpPr>
        <p:spPr>
          <a:xfrm>
            <a:off x="4821313" y="3662550"/>
            <a:ext cx="33282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4" name="Google Shape;1314;p37"/>
          <p:cNvSpPr txBox="1">
            <a:spLocks noGrp="1"/>
          </p:cNvSpPr>
          <p:nvPr>
            <p:ph type="title" hasCustomPrompt="1"/>
          </p:nvPr>
        </p:nvSpPr>
        <p:spPr>
          <a:xfrm>
            <a:off x="681675" y="3125700"/>
            <a:ext cx="3328500" cy="99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51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15" name="Google Shape;1315;p37"/>
          <p:cNvSpPr txBox="1">
            <a:spLocks noGrp="1"/>
          </p:cNvSpPr>
          <p:nvPr>
            <p:ph type="title" idx="3" hasCustomPrompt="1"/>
          </p:nvPr>
        </p:nvSpPr>
        <p:spPr>
          <a:xfrm>
            <a:off x="4821313" y="2787450"/>
            <a:ext cx="3328200" cy="99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51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16" name="Google Shape;1316;p37"/>
          <p:cNvSpPr txBox="1">
            <a:spLocks noGrp="1"/>
          </p:cNvSpPr>
          <p:nvPr>
            <p:ph type="subTitle" idx="4"/>
          </p:nvPr>
        </p:nvSpPr>
        <p:spPr>
          <a:xfrm>
            <a:off x="1243650" y="1669100"/>
            <a:ext cx="33285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7" name="Google Shape;1317;p37"/>
          <p:cNvSpPr txBox="1">
            <a:spLocks noGrp="1"/>
          </p:cNvSpPr>
          <p:nvPr>
            <p:ph type="title" idx="5" hasCustomPrompt="1"/>
          </p:nvPr>
        </p:nvSpPr>
        <p:spPr>
          <a:xfrm>
            <a:off x="1243650" y="798750"/>
            <a:ext cx="3328500" cy="99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51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18" name="Google Shape;1318;p37"/>
          <p:cNvSpPr/>
          <p:nvPr/>
        </p:nvSpPr>
        <p:spPr>
          <a:xfrm>
            <a:off x="635325" y="1790701"/>
            <a:ext cx="169349" cy="20000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9" name="Google Shape;1319;p37"/>
          <p:cNvSpPr/>
          <p:nvPr/>
        </p:nvSpPr>
        <p:spPr>
          <a:xfrm>
            <a:off x="263150" y="968026"/>
            <a:ext cx="169349" cy="20000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0" name="Google Shape;1320;p37"/>
          <p:cNvSpPr/>
          <p:nvPr/>
        </p:nvSpPr>
        <p:spPr>
          <a:xfrm>
            <a:off x="8711500" y="3717676"/>
            <a:ext cx="169349" cy="20000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1" name="Google Shape;1321;p37"/>
          <p:cNvSpPr/>
          <p:nvPr/>
        </p:nvSpPr>
        <p:spPr>
          <a:xfrm>
            <a:off x="8304075" y="968029"/>
            <a:ext cx="239851" cy="283249"/>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rgbClr val="FFC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57"/>
        <p:cNvGrpSpPr/>
        <p:nvPr/>
      </p:nvGrpSpPr>
      <p:grpSpPr>
        <a:xfrm>
          <a:off x="0" y="0"/>
          <a:ext cx="0" cy="0"/>
          <a:chOff x="0" y="0"/>
          <a:chExt cx="0" cy="0"/>
        </a:xfrm>
      </p:grpSpPr>
      <p:grpSp>
        <p:nvGrpSpPr>
          <p:cNvPr id="1358" name="Google Shape;1358;p39"/>
          <p:cNvGrpSpPr/>
          <p:nvPr/>
        </p:nvGrpSpPr>
        <p:grpSpPr>
          <a:xfrm>
            <a:off x="390468" y="239025"/>
            <a:ext cx="8534121" cy="4665442"/>
            <a:chOff x="171400" y="128593"/>
            <a:chExt cx="8772740" cy="4795891"/>
          </a:xfrm>
        </p:grpSpPr>
        <p:grpSp>
          <p:nvGrpSpPr>
            <p:cNvPr id="1359" name="Google Shape;1359;p39"/>
            <p:cNvGrpSpPr/>
            <p:nvPr/>
          </p:nvGrpSpPr>
          <p:grpSpPr>
            <a:xfrm>
              <a:off x="171400" y="128593"/>
              <a:ext cx="8772740" cy="4795891"/>
              <a:chOff x="171400" y="428612"/>
              <a:chExt cx="8772740" cy="4758300"/>
            </a:xfrm>
          </p:grpSpPr>
          <p:sp>
            <p:nvSpPr>
              <p:cNvPr id="1360" name="Google Shape;1360;p39"/>
              <p:cNvSpPr/>
              <p:nvPr/>
            </p:nvSpPr>
            <p:spPr>
              <a:xfrm>
                <a:off x="386868" y="428612"/>
                <a:ext cx="85569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61" name="Google Shape;1361;p39"/>
              <p:cNvGrpSpPr/>
              <p:nvPr/>
            </p:nvGrpSpPr>
            <p:grpSpPr>
              <a:xfrm>
                <a:off x="171400" y="428629"/>
                <a:ext cx="8772740" cy="490301"/>
                <a:chOff x="-215495" y="238118"/>
                <a:chExt cx="9543886" cy="533400"/>
              </a:xfrm>
            </p:grpSpPr>
            <p:sp>
              <p:nvSpPr>
                <p:cNvPr id="1362" name="Google Shape;1362;p39"/>
                <p:cNvSpPr/>
                <p:nvPr/>
              </p:nvSpPr>
              <p:spPr>
                <a:xfrm>
                  <a:off x="19091" y="238118"/>
                  <a:ext cx="9309300" cy="533400"/>
                </a:xfrm>
                <a:prstGeom prst="round2SameRect">
                  <a:avLst>
                    <a:gd name="adj1" fmla="val 43854"/>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3" name="Google Shape;1363;p39"/>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64" name="Google Shape;1364;p39"/>
                <p:cNvGrpSpPr/>
                <p:nvPr/>
              </p:nvGrpSpPr>
              <p:grpSpPr>
                <a:xfrm>
                  <a:off x="8425674" y="386584"/>
                  <a:ext cx="655694" cy="176896"/>
                  <a:chOff x="13400537" y="1039026"/>
                  <a:chExt cx="495013" cy="133547"/>
                </a:xfrm>
              </p:grpSpPr>
              <p:sp>
                <p:nvSpPr>
                  <p:cNvPr id="1365" name="Google Shape;1365;p3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6" name="Google Shape;1366;p3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7" name="Google Shape;1367;p3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8" name="Google Shape;1368;p3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9" name="Google Shape;1369;p3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0" name="Google Shape;1370;p3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371" name="Google Shape;1371;p39"/>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72" name="Google Shape;1372;p39"/>
          <p:cNvGrpSpPr/>
          <p:nvPr/>
        </p:nvGrpSpPr>
        <p:grpSpPr>
          <a:xfrm>
            <a:off x="7626677" y="1043960"/>
            <a:ext cx="1000421" cy="1003769"/>
            <a:chOff x="2879000" y="653125"/>
            <a:chExt cx="340650" cy="434325"/>
          </a:xfrm>
        </p:grpSpPr>
        <p:sp>
          <p:nvSpPr>
            <p:cNvPr id="1373" name="Google Shape;1373;p39"/>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4" name="Google Shape;1374;p39"/>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5" name="Google Shape;1375;p39"/>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6" name="Google Shape;1376;p39"/>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7" name="Google Shape;1377;p39"/>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8" name="Google Shape;1378;p39"/>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9" name="Google Shape;1379;p39"/>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0" name="Google Shape;1380;p39"/>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81" name="Google Shape;1381;p39"/>
          <p:cNvGrpSpPr/>
          <p:nvPr/>
        </p:nvGrpSpPr>
        <p:grpSpPr>
          <a:xfrm>
            <a:off x="7624236" y="2209961"/>
            <a:ext cx="1005355" cy="1005636"/>
            <a:chOff x="2494400" y="653125"/>
            <a:chExt cx="340625" cy="434325"/>
          </a:xfrm>
        </p:grpSpPr>
        <p:sp>
          <p:nvSpPr>
            <p:cNvPr id="1382" name="Google Shape;1382;p39"/>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3" name="Google Shape;1383;p39"/>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4" name="Google Shape;1384;p39"/>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5" name="Google Shape;1385;p39"/>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6" name="Google Shape;1386;p39"/>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7" name="Google Shape;1387;p39"/>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8" name="Google Shape;1388;p39"/>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9" name="Google Shape;1389;p39"/>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90" name="Google Shape;1390;p39"/>
          <p:cNvGrpSpPr/>
          <p:nvPr/>
        </p:nvGrpSpPr>
        <p:grpSpPr>
          <a:xfrm>
            <a:off x="7542376" y="3504235"/>
            <a:ext cx="1060340" cy="1058580"/>
            <a:chOff x="3265747" y="653121"/>
            <a:chExt cx="355783" cy="434325"/>
          </a:xfrm>
        </p:grpSpPr>
        <p:sp>
          <p:nvSpPr>
            <p:cNvPr id="1391" name="Google Shape;1391;p39"/>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2" name="Google Shape;1392;p39"/>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3" name="Google Shape;1393;p39"/>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4" name="Google Shape;1394;p39"/>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5" name="Google Shape;1395;p39"/>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6" name="Google Shape;1396;p39"/>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7" name="Google Shape;1397;p39"/>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8" name="Google Shape;1398;p39"/>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99" name="Google Shape;1399;p39"/>
          <p:cNvGrpSpPr/>
          <p:nvPr/>
        </p:nvGrpSpPr>
        <p:grpSpPr>
          <a:xfrm>
            <a:off x="215157" y="134071"/>
            <a:ext cx="7528414" cy="4167985"/>
            <a:chOff x="627130" y="128603"/>
            <a:chExt cx="8316852" cy="4604490"/>
          </a:xfrm>
        </p:grpSpPr>
        <p:grpSp>
          <p:nvGrpSpPr>
            <p:cNvPr id="1400" name="Google Shape;1400;p39"/>
            <p:cNvGrpSpPr/>
            <p:nvPr/>
          </p:nvGrpSpPr>
          <p:grpSpPr>
            <a:xfrm>
              <a:off x="627130" y="128603"/>
              <a:ext cx="8316852" cy="4604490"/>
              <a:chOff x="627130" y="428622"/>
              <a:chExt cx="8316852" cy="4568400"/>
            </a:xfrm>
          </p:grpSpPr>
          <p:sp>
            <p:nvSpPr>
              <p:cNvPr id="1401" name="Google Shape;1401;p3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02" name="Google Shape;1402;p39"/>
              <p:cNvGrpSpPr/>
              <p:nvPr/>
            </p:nvGrpSpPr>
            <p:grpSpPr>
              <a:xfrm>
                <a:off x="627130" y="428636"/>
                <a:ext cx="8316852" cy="490301"/>
                <a:chOff x="280295" y="238126"/>
                <a:chExt cx="9047924" cy="533400"/>
              </a:xfrm>
            </p:grpSpPr>
            <p:sp>
              <p:nvSpPr>
                <p:cNvPr id="1403" name="Google Shape;1403;p39"/>
                <p:cNvSpPr/>
                <p:nvPr/>
              </p:nvSpPr>
              <p:spPr>
                <a:xfrm>
                  <a:off x="280520" y="238126"/>
                  <a:ext cx="90477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4" name="Google Shape;1404;p3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05" name="Google Shape;1405;p39"/>
                <p:cNvGrpSpPr/>
                <p:nvPr/>
              </p:nvGrpSpPr>
              <p:grpSpPr>
                <a:xfrm>
                  <a:off x="8425674" y="386584"/>
                  <a:ext cx="655694" cy="176896"/>
                  <a:chOff x="13400537" y="1039026"/>
                  <a:chExt cx="495013" cy="133547"/>
                </a:xfrm>
              </p:grpSpPr>
              <p:sp>
                <p:nvSpPr>
                  <p:cNvPr id="1406" name="Google Shape;1406;p3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7" name="Google Shape;1407;p3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8" name="Google Shape;1408;p3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9" name="Google Shape;1409;p3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0" name="Google Shape;1410;p3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1" name="Google Shape;1411;p3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412" name="Google Shape;1412;p3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413" name="Google Shape;1413;p39"/>
          <p:cNvSpPr/>
          <p:nvPr/>
        </p:nvSpPr>
        <p:spPr>
          <a:xfrm>
            <a:off x="2073250" y="4513150"/>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4" name="Google Shape;1414;p39"/>
          <p:cNvSpPr/>
          <p:nvPr/>
        </p:nvSpPr>
        <p:spPr>
          <a:xfrm>
            <a:off x="7026250" y="760300"/>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rot="-4169147">
            <a:off x="2587776" y="-2807455"/>
            <a:ext cx="5647939" cy="8580874"/>
          </a:xfrm>
          <a:custGeom>
            <a:avLst/>
            <a:gdLst/>
            <a:ahLst/>
            <a:cxnLst/>
            <a:rect l="l" t="t" r="r" b="b"/>
            <a:pathLst>
              <a:path w="23104" h="35102" extrusionOk="0">
                <a:moveTo>
                  <a:pt x="10974" y="1"/>
                </a:moveTo>
                <a:cubicBezTo>
                  <a:pt x="8879" y="1"/>
                  <a:pt x="6722" y="747"/>
                  <a:pt x="5151" y="1961"/>
                </a:cubicBezTo>
                <a:cubicBezTo>
                  <a:pt x="3714" y="3072"/>
                  <a:pt x="2832" y="4652"/>
                  <a:pt x="2132" y="6304"/>
                </a:cubicBezTo>
                <a:cubicBezTo>
                  <a:pt x="1358" y="8136"/>
                  <a:pt x="959" y="10149"/>
                  <a:pt x="1433" y="12115"/>
                </a:cubicBezTo>
                <a:cubicBezTo>
                  <a:pt x="1675" y="13117"/>
                  <a:pt x="2159" y="13987"/>
                  <a:pt x="2675" y="14870"/>
                </a:cubicBezTo>
                <a:cubicBezTo>
                  <a:pt x="3194" y="15757"/>
                  <a:pt x="3732" y="16703"/>
                  <a:pt x="3830" y="17748"/>
                </a:cubicBezTo>
                <a:cubicBezTo>
                  <a:pt x="4020" y="19788"/>
                  <a:pt x="2420" y="21307"/>
                  <a:pt x="1381" y="22871"/>
                </a:cubicBezTo>
                <a:cubicBezTo>
                  <a:pt x="488" y="24218"/>
                  <a:pt x="1" y="25812"/>
                  <a:pt x="260" y="27430"/>
                </a:cubicBezTo>
                <a:cubicBezTo>
                  <a:pt x="492" y="28879"/>
                  <a:pt x="1335" y="30155"/>
                  <a:pt x="2522" y="31002"/>
                </a:cubicBezTo>
                <a:cubicBezTo>
                  <a:pt x="4075" y="32113"/>
                  <a:pt x="5983" y="32151"/>
                  <a:pt x="7776" y="32592"/>
                </a:cubicBezTo>
                <a:cubicBezTo>
                  <a:pt x="8842" y="32854"/>
                  <a:pt x="9811" y="33288"/>
                  <a:pt x="10781" y="33793"/>
                </a:cubicBezTo>
                <a:cubicBezTo>
                  <a:pt x="11645" y="34243"/>
                  <a:pt x="12521" y="34712"/>
                  <a:pt x="13471" y="34955"/>
                </a:cubicBezTo>
                <a:cubicBezTo>
                  <a:pt x="13862" y="35055"/>
                  <a:pt x="14239" y="35101"/>
                  <a:pt x="14601" y="35101"/>
                </a:cubicBezTo>
                <a:cubicBezTo>
                  <a:pt x="17110" y="35101"/>
                  <a:pt x="18927" y="32866"/>
                  <a:pt x="20020" y="30681"/>
                </a:cubicBezTo>
                <a:cubicBezTo>
                  <a:pt x="20777" y="29168"/>
                  <a:pt x="21257" y="27567"/>
                  <a:pt x="21717" y="25944"/>
                </a:cubicBezTo>
                <a:cubicBezTo>
                  <a:pt x="22028" y="24842"/>
                  <a:pt x="22467" y="23782"/>
                  <a:pt x="22770" y="22681"/>
                </a:cubicBezTo>
                <a:cubicBezTo>
                  <a:pt x="23019" y="21772"/>
                  <a:pt x="23104" y="20802"/>
                  <a:pt x="22821" y="19884"/>
                </a:cubicBezTo>
                <a:cubicBezTo>
                  <a:pt x="22364" y="18403"/>
                  <a:pt x="21225" y="17383"/>
                  <a:pt x="19988" y="16530"/>
                </a:cubicBezTo>
                <a:cubicBezTo>
                  <a:pt x="19597" y="16261"/>
                  <a:pt x="19194" y="15997"/>
                  <a:pt x="18806" y="15717"/>
                </a:cubicBezTo>
                <a:cubicBezTo>
                  <a:pt x="18719" y="15606"/>
                  <a:pt x="18634" y="15494"/>
                  <a:pt x="18552" y="15379"/>
                </a:cubicBezTo>
                <a:cubicBezTo>
                  <a:pt x="18168" y="14629"/>
                  <a:pt x="17880" y="13825"/>
                  <a:pt x="17679" y="13018"/>
                </a:cubicBezTo>
                <a:cubicBezTo>
                  <a:pt x="17254" y="11321"/>
                  <a:pt x="17274" y="9653"/>
                  <a:pt x="17365" y="7924"/>
                </a:cubicBezTo>
                <a:cubicBezTo>
                  <a:pt x="17506" y="5227"/>
                  <a:pt x="16889" y="1992"/>
                  <a:pt x="14215" y="699"/>
                </a:cubicBezTo>
                <a:cubicBezTo>
                  <a:pt x="13221" y="219"/>
                  <a:pt x="12107" y="1"/>
                  <a:pt x="10974"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 name="Google Shape;10;p2"/>
          <p:cNvGrpSpPr/>
          <p:nvPr/>
        </p:nvGrpSpPr>
        <p:grpSpPr>
          <a:xfrm>
            <a:off x="645300" y="652501"/>
            <a:ext cx="7853794" cy="3838500"/>
            <a:chOff x="645300" y="652501"/>
            <a:chExt cx="7853794" cy="3838500"/>
          </a:xfrm>
        </p:grpSpPr>
        <p:grpSp>
          <p:nvGrpSpPr>
            <p:cNvPr id="11" name="Google Shape;11;p2"/>
            <p:cNvGrpSpPr/>
            <p:nvPr/>
          </p:nvGrpSpPr>
          <p:grpSpPr>
            <a:xfrm>
              <a:off x="645300" y="652501"/>
              <a:ext cx="7853794" cy="3838500"/>
              <a:chOff x="645300" y="428626"/>
              <a:chExt cx="7853794" cy="3838500"/>
            </a:xfrm>
          </p:grpSpPr>
          <p:sp>
            <p:nvSpPr>
              <p:cNvPr id="12" name="Google Shape;12;p2"/>
              <p:cNvSpPr/>
              <p:nvPr/>
            </p:nvSpPr>
            <p:spPr>
              <a:xfrm>
                <a:off x="645300" y="428626"/>
                <a:ext cx="7853700" cy="38385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 name="Google Shape;13;p2"/>
              <p:cNvGrpSpPr/>
              <p:nvPr/>
            </p:nvGrpSpPr>
            <p:grpSpPr>
              <a:xfrm>
                <a:off x="645450" y="428635"/>
                <a:ext cx="7853645" cy="392406"/>
                <a:chOff x="300225" y="238125"/>
                <a:chExt cx="8544000" cy="426900"/>
              </a:xfrm>
            </p:grpSpPr>
            <p:sp>
              <p:nvSpPr>
                <p:cNvPr id="14" name="Google Shape;14;p2"/>
                <p:cNvSpPr/>
                <p:nvPr/>
              </p:nvSpPr>
              <p:spPr>
                <a:xfrm>
                  <a:off x="300225" y="238125"/>
                  <a:ext cx="8544000" cy="426900"/>
                </a:xfrm>
                <a:prstGeom prst="round2SameRect">
                  <a:avLst>
                    <a:gd name="adj1" fmla="val 39549"/>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 name="Google Shape;15;p2"/>
                <p:cNvSpPr/>
                <p:nvPr/>
              </p:nvSpPr>
              <p:spPr>
                <a:xfrm>
                  <a:off x="300241" y="590551"/>
                  <a:ext cx="8543946" cy="7447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6" name="Google Shape;16;p2"/>
                <p:cNvGrpSpPr/>
                <p:nvPr/>
              </p:nvGrpSpPr>
              <p:grpSpPr>
                <a:xfrm>
                  <a:off x="7951566" y="363126"/>
                  <a:ext cx="655694" cy="176896"/>
                  <a:chOff x="13042611" y="1021317"/>
                  <a:chExt cx="495013" cy="133547"/>
                </a:xfrm>
              </p:grpSpPr>
              <p:sp>
                <p:nvSpPr>
                  <p:cNvPr id="17" name="Google Shape;17;p2"/>
                  <p:cNvSpPr/>
                  <p:nvPr/>
                </p:nvSpPr>
                <p:spPr>
                  <a:xfrm>
                    <a:off x="13050093" y="102865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 name="Google Shape;18;p2"/>
                  <p:cNvSpPr/>
                  <p:nvPr/>
                </p:nvSpPr>
                <p:spPr>
                  <a:xfrm>
                    <a:off x="13042611" y="1021317"/>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 name="Google Shape;19;p2"/>
                  <p:cNvSpPr/>
                  <p:nvPr/>
                </p:nvSpPr>
                <p:spPr>
                  <a:xfrm>
                    <a:off x="13230932" y="102865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 name="Google Shape;20;p2"/>
                  <p:cNvSpPr/>
                  <p:nvPr/>
                </p:nvSpPr>
                <p:spPr>
                  <a:xfrm>
                    <a:off x="13223591" y="1021317"/>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 name="Google Shape;21;p2"/>
                  <p:cNvSpPr/>
                  <p:nvPr/>
                </p:nvSpPr>
                <p:spPr>
                  <a:xfrm>
                    <a:off x="13411418" y="102865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 name="Google Shape;22;p2"/>
                  <p:cNvSpPr/>
                  <p:nvPr/>
                </p:nvSpPr>
                <p:spPr>
                  <a:xfrm>
                    <a:off x="13404077" y="1021317"/>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23" name="Google Shape;23;p2"/>
            <p:cNvSpPr/>
            <p:nvPr/>
          </p:nvSpPr>
          <p:spPr>
            <a:xfrm>
              <a:off x="720001" y="706550"/>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24" name="Google Shape;24;p2"/>
          <p:cNvSpPr txBox="1">
            <a:spLocks noGrp="1"/>
          </p:cNvSpPr>
          <p:nvPr>
            <p:ph type="subTitle" idx="1"/>
          </p:nvPr>
        </p:nvSpPr>
        <p:spPr>
          <a:xfrm rot="-546">
            <a:off x="2683843" y="3584613"/>
            <a:ext cx="3776700" cy="42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5" name="Google Shape;25;p2"/>
          <p:cNvSpPr txBox="1">
            <a:spLocks noGrp="1"/>
          </p:cNvSpPr>
          <p:nvPr>
            <p:ph type="ctrTitle"/>
          </p:nvPr>
        </p:nvSpPr>
        <p:spPr>
          <a:xfrm>
            <a:off x="1640138" y="1132275"/>
            <a:ext cx="5864100" cy="2411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191919"/>
              </a:buClr>
              <a:buSzPts val="5200"/>
              <a:buNone/>
              <a:defRPr sz="4700">
                <a:solidFill>
                  <a:schemeClr val="accent5"/>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p:nvPr/>
        </p:nvSpPr>
        <p:spPr>
          <a:xfrm>
            <a:off x="403725" y="441451"/>
            <a:ext cx="166902" cy="197099"/>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 name="Google Shape;27;p2"/>
          <p:cNvSpPr/>
          <p:nvPr/>
        </p:nvSpPr>
        <p:spPr>
          <a:xfrm rot="618260">
            <a:off x="8738101" y="1651125"/>
            <a:ext cx="166901" cy="1970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672018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8"/>
        <p:cNvGrpSpPr/>
        <p:nvPr/>
      </p:nvGrpSpPr>
      <p:grpSpPr>
        <a:xfrm>
          <a:off x="0" y="0"/>
          <a:ext cx="0" cy="0"/>
          <a:chOff x="0" y="0"/>
          <a:chExt cx="0" cy="0"/>
        </a:xfrm>
      </p:grpSpPr>
      <p:sp>
        <p:nvSpPr>
          <p:cNvPr id="29" name="Google Shape;29;p3"/>
          <p:cNvSpPr/>
          <p:nvPr/>
        </p:nvSpPr>
        <p:spPr>
          <a:xfrm rot="-1299936">
            <a:off x="-2437335" y="-2203216"/>
            <a:ext cx="8163296" cy="6487826"/>
          </a:xfrm>
          <a:custGeom>
            <a:avLst/>
            <a:gdLst/>
            <a:ahLst/>
            <a:cxnLst/>
            <a:rect l="l" t="t" r="r" b="b"/>
            <a:pathLst>
              <a:path w="67997" h="54041" extrusionOk="0">
                <a:moveTo>
                  <a:pt x="50677" y="1"/>
                </a:moveTo>
                <a:cubicBezTo>
                  <a:pt x="48942" y="1"/>
                  <a:pt x="47056" y="896"/>
                  <a:pt x="45175" y="2991"/>
                </a:cubicBezTo>
                <a:cubicBezTo>
                  <a:pt x="41850" y="6693"/>
                  <a:pt x="41080" y="11825"/>
                  <a:pt x="39774" y="16444"/>
                </a:cubicBezTo>
                <a:cubicBezTo>
                  <a:pt x="38870" y="19635"/>
                  <a:pt x="37615" y="22845"/>
                  <a:pt x="35270" y="25190"/>
                </a:cubicBezTo>
                <a:cubicBezTo>
                  <a:pt x="32078" y="28381"/>
                  <a:pt x="27368" y="29486"/>
                  <a:pt x="22875" y="29921"/>
                </a:cubicBezTo>
                <a:cubicBezTo>
                  <a:pt x="18383" y="30355"/>
                  <a:pt x="13775" y="30270"/>
                  <a:pt x="9482" y="31666"/>
                </a:cubicBezTo>
                <a:cubicBezTo>
                  <a:pt x="5190" y="33061"/>
                  <a:pt x="1131" y="36391"/>
                  <a:pt x="537" y="40865"/>
                </a:cubicBezTo>
                <a:cubicBezTo>
                  <a:pt x="1" y="44922"/>
                  <a:pt x="2495" y="48922"/>
                  <a:pt x="5866" y="51243"/>
                </a:cubicBezTo>
                <a:cubicBezTo>
                  <a:pt x="8537" y="53084"/>
                  <a:pt x="11784" y="54041"/>
                  <a:pt x="15026" y="54041"/>
                </a:cubicBezTo>
                <a:cubicBezTo>
                  <a:pt x="16883" y="54041"/>
                  <a:pt x="18737" y="53727"/>
                  <a:pt x="20480" y="53085"/>
                </a:cubicBezTo>
                <a:cubicBezTo>
                  <a:pt x="24250" y="51699"/>
                  <a:pt x="27357" y="48956"/>
                  <a:pt x="30941" y="47137"/>
                </a:cubicBezTo>
                <a:cubicBezTo>
                  <a:pt x="34194" y="45486"/>
                  <a:pt x="37842" y="44649"/>
                  <a:pt x="41489" y="44649"/>
                </a:cubicBezTo>
                <a:cubicBezTo>
                  <a:pt x="44177" y="44649"/>
                  <a:pt x="46865" y="45104"/>
                  <a:pt x="49392" y="46024"/>
                </a:cubicBezTo>
                <a:cubicBezTo>
                  <a:pt x="52327" y="47091"/>
                  <a:pt x="55201" y="48780"/>
                  <a:pt x="58289" y="48780"/>
                </a:cubicBezTo>
                <a:cubicBezTo>
                  <a:pt x="58483" y="48780"/>
                  <a:pt x="58678" y="48773"/>
                  <a:pt x="58874" y="48759"/>
                </a:cubicBezTo>
                <a:cubicBezTo>
                  <a:pt x="62874" y="48476"/>
                  <a:pt x="66178" y="44998"/>
                  <a:pt x="67087" y="41091"/>
                </a:cubicBezTo>
                <a:cubicBezTo>
                  <a:pt x="67996" y="37184"/>
                  <a:pt x="66861" y="33029"/>
                  <a:pt x="64857" y="29555"/>
                </a:cubicBezTo>
                <a:cubicBezTo>
                  <a:pt x="62878" y="26125"/>
                  <a:pt x="60014" y="23107"/>
                  <a:pt x="58986" y="19197"/>
                </a:cubicBezTo>
                <a:cubicBezTo>
                  <a:pt x="57980" y="15364"/>
                  <a:pt x="58856" y="11323"/>
                  <a:pt x="57806" y="7435"/>
                </a:cubicBezTo>
                <a:cubicBezTo>
                  <a:pt x="56648" y="3144"/>
                  <a:pt x="53928" y="1"/>
                  <a:pt x="50677"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0" name="Google Shape;30;p3"/>
          <p:cNvGrpSpPr/>
          <p:nvPr/>
        </p:nvGrpSpPr>
        <p:grpSpPr>
          <a:xfrm>
            <a:off x="1503340" y="832410"/>
            <a:ext cx="6811502" cy="3771078"/>
            <a:chOff x="627130" y="128603"/>
            <a:chExt cx="8316852" cy="4604490"/>
          </a:xfrm>
        </p:grpSpPr>
        <p:grpSp>
          <p:nvGrpSpPr>
            <p:cNvPr id="31" name="Google Shape;31;p3"/>
            <p:cNvGrpSpPr/>
            <p:nvPr/>
          </p:nvGrpSpPr>
          <p:grpSpPr>
            <a:xfrm>
              <a:off x="627130" y="128603"/>
              <a:ext cx="8316852" cy="4604490"/>
              <a:chOff x="627130" y="428622"/>
              <a:chExt cx="8316852" cy="4568400"/>
            </a:xfrm>
          </p:grpSpPr>
          <p:sp>
            <p:nvSpPr>
              <p:cNvPr id="32" name="Google Shape;32;p3"/>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3" name="Google Shape;33;p3"/>
              <p:cNvGrpSpPr/>
              <p:nvPr/>
            </p:nvGrpSpPr>
            <p:grpSpPr>
              <a:xfrm>
                <a:off x="627130" y="428636"/>
                <a:ext cx="8316852" cy="490301"/>
                <a:chOff x="280295" y="238126"/>
                <a:chExt cx="9047924" cy="533400"/>
              </a:xfrm>
            </p:grpSpPr>
            <p:sp>
              <p:nvSpPr>
                <p:cNvPr id="34" name="Google Shape;34;p3"/>
                <p:cNvSpPr/>
                <p:nvPr/>
              </p:nvSpPr>
              <p:spPr>
                <a:xfrm>
                  <a:off x="280520" y="238126"/>
                  <a:ext cx="9047700" cy="533400"/>
                </a:xfrm>
                <a:prstGeom prst="round2SameRect">
                  <a:avLst>
                    <a:gd name="adj1" fmla="val 3546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5" name="Google Shape;35;p3"/>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6" name="Google Shape;36;p3"/>
                <p:cNvGrpSpPr/>
                <p:nvPr/>
              </p:nvGrpSpPr>
              <p:grpSpPr>
                <a:xfrm>
                  <a:off x="8425674" y="386584"/>
                  <a:ext cx="655694" cy="176896"/>
                  <a:chOff x="13400537" y="1039026"/>
                  <a:chExt cx="495013" cy="133547"/>
                </a:xfrm>
              </p:grpSpPr>
              <p:sp>
                <p:nvSpPr>
                  <p:cNvPr id="37" name="Google Shape;37;p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 name="Google Shape;38;p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 name="Google Shape;39;p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 name="Google Shape;40;p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 name="Google Shape;41;p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 name="Google Shape;42;p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43" name="Google Shape;43;p3"/>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44" name="Google Shape;44;p3"/>
          <p:cNvSpPr txBox="1">
            <a:spLocks noGrp="1"/>
          </p:cNvSpPr>
          <p:nvPr>
            <p:ph type="title"/>
          </p:nvPr>
        </p:nvSpPr>
        <p:spPr>
          <a:xfrm>
            <a:off x="4416375" y="2108400"/>
            <a:ext cx="33393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5" name="Google Shape;45;p3"/>
          <p:cNvSpPr txBox="1">
            <a:spLocks noGrp="1"/>
          </p:cNvSpPr>
          <p:nvPr>
            <p:ph type="title" idx="2" hasCustomPrompt="1"/>
          </p:nvPr>
        </p:nvSpPr>
        <p:spPr>
          <a:xfrm>
            <a:off x="1279051" y="1207023"/>
            <a:ext cx="15501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6" name="Google Shape;46;p3"/>
          <p:cNvSpPr txBox="1">
            <a:spLocks noGrp="1"/>
          </p:cNvSpPr>
          <p:nvPr>
            <p:ph type="subTitle" idx="1"/>
          </p:nvPr>
        </p:nvSpPr>
        <p:spPr>
          <a:xfrm rot="618">
            <a:off x="4416499" y="3056001"/>
            <a:ext cx="3339300" cy="6306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7" name="Google Shape;47;p3"/>
          <p:cNvSpPr/>
          <p:nvPr/>
        </p:nvSpPr>
        <p:spPr>
          <a:xfrm>
            <a:off x="8583201" y="3699905"/>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rgbClr val="FFC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 name="Google Shape;48;p3"/>
          <p:cNvSpPr/>
          <p:nvPr/>
        </p:nvSpPr>
        <p:spPr>
          <a:xfrm>
            <a:off x="364651" y="1299602"/>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 name="Google Shape;49;p3"/>
          <p:cNvSpPr/>
          <p:nvPr/>
        </p:nvSpPr>
        <p:spPr>
          <a:xfrm>
            <a:off x="8583201" y="328052"/>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 name="Google Shape;50;p3"/>
          <p:cNvSpPr/>
          <p:nvPr/>
        </p:nvSpPr>
        <p:spPr>
          <a:xfrm>
            <a:off x="4015975" y="4748201"/>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598253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1"/>
        <p:cNvGrpSpPr/>
        <p:nvPr/>
      </p:nvGrpSpPr>
      <p:grpSpPr>
        <a:xfrm>
          <a:off x="0" y="0"/>
          <a:ext cx="0" cy="0"/>
          <a:chOff x="0" y="0"/>
          <a:chExt cx="0" cy="0"/>
        </a:xfrm>
      </p:grpSpPr>
      <p:grpSp>
        <p:nvGrpSpPr>
          <p:cNvPr id="52" name="Google Shape;52;p4"/>
          <p:cNvGrpSpPr/>
          <p:nvPr/>
        </p:nvGrpSpPr>
        <p:grpSpPr>
          <a:xfrm>
            <a:off x="171401" y="128601"/>
            <a:ext cx="8772695" cy="4795891"/>
            <a:chOff x="171400" y="128600"/>
            <a:chExt cx="8772695" cy="4795891"/>
          </a:xfrm>
        </p:grpSpPr>
        <p:grpSp>
          <p:nvGrpSpPr>
            <p:cNvPr id="53" name="Google Shape;53;p4"/>
            <p:cNvGrpSpPr/>
            <p:nvPr/>
          </p:nvGrpSpPr>
          <p:grpSpPr>
            <a:xfrm>
              <a:off x="171400" y="128600"/>
              <a:ext cx="8772695" cy="4795891"/>
              <a:chOff x="171400" y="428619"/>
              <a:chExt cx="8772695" cy="4758300"/>
            </a:xfrm>
          </p:grpSpPr>
          <p:sp>
            <p:nvSpPr>
              <p:cNvPr id="54" name="Google Shape;54;p4"/>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5" name="Google Shape;55;p4"/>
              <p:cNvGrpSpPr/>
              <p:nvPr/>
            </p:nvGrpSpPr>
            <p:grpSpPr>
              <a:xfrm>
                <a:off x="171400" y="428636"/>
                <a:ext cx="8772695" cy="490301"/>
                <a:chOff x="-215495" y="238126"/>
                <a:chExt cx="9543837" cy="533400"/>
              </a:xfrm>
            </p:grpSpPr>
            <p:sp>
              <p:nvSpPr>
                <p:cNvPr id="56" name="Google Shape;56;p4"/>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 name="Google Shape;57;p4"/>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8" name="Google Shape;58;p4"/>
                <p:cNvGrpSpPr/>
                <p:nvPr/>
              </p:nvGrpSpPr>
              <p:grpSpPr>
                <a:xfrm>
                  <a:off x="8425674" y="386584"/>
                  <a:ext cx="655694" cy="176896"/>
                  <a:chOff x="13400537" y="1039026"/>
                  <a:chExt cx="495013" cy="133547"/>
                </a:xfrm>
              </p:grpSpPr>
              <p:sp>
                <p:nvSpPr>
                  <p:cNvPr id="59" name="Google Shape;59;p4"/>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 name="Google Shape;60;p4"/>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 name="Google Shape;61;p4"/>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 name="Google Shape;62;p4"/>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 name="Google Shape;63;p4"/>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 name="Google Shape;64;p4"/>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65" name="Google Shape;65;p4"/>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66" name="Google Shape;66;p4"/>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7" name="Google Shape;67;p4"/>
          <p:cNvSpPr txBox="1">
            <a:spLocks noGrp="1"/>
          </p:cNvSpPr>
          <p:nvPr>
            <p:ph type="body" idx="1"/>
          </p:nvPr>
        </p:nvSpPr>
        <p:spPr>
          <a:xfrm>
            <a:off x="720000" y="1304475"/>
            <a:ext cx="7704000" cy="3298800"/>
          </a:xfrm>
          <a:prstGeom prst="rect">
            <a:avLst/>
          </a:prstGeom>
        </p:spPr>
        <p:txBody>
          <a:bodyPr spcFirstLastPara="1" wrap="square" lIns="91425" tIns="91425" rIns="91425" bIns="91425" anchor="t" anchorCtr="0">
            <a:noAutofit/>
          </a:bodyPr>
          <a:lstStyle>
            <a:lvl1pPr marL="457189" lvl="0" indent="-317492" rtl="0">
              <a:spcBef>
                <a:spcPts val="0"/>
              </a:spcBef>
              <a:spcAft>
                <a:spcPts val="0"/>
              </a:spcAft>
              <a:buClr>
                <a:schemeClr val="accent5"/>
              </a:buClr>
              <a:buSzPts val="1400"/>
              <a:buChar char="⇨"/>
              <a:defRPr sz="1200">
                <a:solidFill>
                  <a:srgbClr val="434343"/>
                </a:solidFill>
              </a:defRPr>
            </a:lvl1pPr>
            <a:lvl2pPr marL="914378" lvl="1" indent="-317492" rtl="0">
              <a:lnSpc>
                <a:spcPct val="115000"/>
              </a:lnSpc>
              <a:spcBef>
                <a:spcPts val="0"/>
              </a:spcBef>
              <a:spcAft>
                <a:spcPts val="0"/>
              </a:spcAft>
              <a:buClr>
                <a:srgbClr val="434343"/>
              </a:buClr>
              <a:buSzPts val="1400"/>
              <a:buChar char="○"/>
              <a:defRPr>
                <a:solidFill>
                  <a:srgbClr val="434343"/>
                </a:solidFill>
              </a:defRPr>
            </a:lvl2pPr>
            <a:lvl3pPr marL="1371566" lvl="2" indent="-317492" rtl="0">
              <a:lnSpc>
                <a:spcPct val="115000"/>
              </a:lnSpc>
              <a:spcBef>
                <a:spcPts val="1600"/>
              </a:spcBef>
              <a:spcAft>
                <a:spcPts val="0"/>
              </a:spcAft>
              <a:buClr>
                <a:srgbClr val="434343"/>
              </a:buClr>
              <a:buSzPts val="1400"/>
              <a:buChar char="■"/>
              <a:defRPr>
                <a:solidFill>
                  <a:srgbClr val="434343"/>
                </a:solidFill>
              </a:defRPr>
            </a:lvl3pPr>
            <a:lvl4pPr marL="1828754" lvl="3" indent="-317492" rtl="0">
              <a:lnSpc>
                <a:spcPct val="115000"/>
              </a:lnSpc>
              <a:spcBef>
                <a:spcPts val="1600"/>
              </a:spcBef>
              <a:spcAft>
                <a:spcPts val="0"/>
              </a:spcAft>
              <a:buClr>
                <a:srgbClr val="434343"/>
              </a:buClr>
              <a:buSzPts val="1400"/>
              <a:buChar char="●"/>
              <a:defRPr>
                <a:solidFill>
                  <a:srgbClr val="434343"/>
                </a:solidFill>
              </a:defRPr>
            </a:lvl4pPr>
            <a:lvl5pPr marL="2285943" lvl="4" indent="-317492" rtl="0">
              <a:lnSpc>
                <a:spcPct val="115000"/>
              </a:lnSpc>
              <a:spcBef>
                <a:spcPts val="1600"/>
              </a:spcBef>
              <a:spcAft>
                <a:spcPts val="0"/>
              </a:spcAft>
              <a:buClr>
                <a:srgbClr val="434343"/>
              </a:buClr>
              <a:buSzPts val="1400"/>
              <a:buChar char="○"/>
              <a:defRPr>
                <a:solidFill>
                  <a:srgbClr val="434343"/>
                </a:solidFill>
              </a:defRPr>
            </a:lvl5pPr>
            <a:lvl6pPr marL="2743132" lvl="5" indent="-317492" rtl="0">
              <a:lnSpc>
                <a:spcPct val="115000"/>
              </a:lnSpc>
              <a:spcBef>
                <a:spcPts val="1600"/>
              </a:spcBef>
              <a:spcAft>
                <a:spcPts val="0"/>
              </a:spcAft>
              <a:buClr>
                <a:srgbClr val="434343"/>
              </a:buClr>
              <a:buSzPts val="1400"/>
              <a:buChar char="■"/>
              <a:defRPr>
                <a:solidFill>
                  <a:srgbClr val="434343"/>
                </a:solidFill>
              </a:defRPr>
            </a:lvl6pPr>
            <a:lvl7pPr marL="3200320" lvl="6" indent="-317492" rtl="0">
              <a:lnSpc>
                <a:spcPct val="115000"/>
              </a:lnSpc>
              <a:spcBef>
                <a:spcPts val="1600"/>
              </a:spcBef>
              <a:spcAft>
                <a:spcPts val="0"/>
              </a:spcAft>
              <a:buClr>
                <a:srgbClr val="434343"/>
              </a:buClr>
              <a:buSzPts val="1400"/>
              <a:buChar char="●"/>
              <a:defRPr>
                <a:solidFill>
                  <a:srgbClr val="434343"/>
                </a:solidFill>
              </a:defRPr>
            </a:lvl7pPr>
            <a:lvl8pPr marL="3657509" lvl="7" indent="-317492" rtl="0">
              <a:lnSpc>
                <a:spcPct val="115000"/>
              </a:lnSpc>
              <a:spcBef>
                <a:spcPts val="1600"/>
              </a:spcBef>
              <a:spcAft>
                <a:spcPts val="0"/>
              </a:spcAft>
              <a:buClr>
                <a:srgbClr val="434343"/>
              </a:buClr>
              <a:buSzPts val="1400"/>
              <a:buChar char="○"/>
              <a:defRPr>
                <a:solidFill>
                  <a:srgbClr val="434343"/>
                </a:solidFill>
              </a:defRPr>
            </a:lvl8pPr>
            <a:lvl9pPr marL="4114697" lvl="8" indent="-317492" rtl="0">
              <a:lnSpc>
                <a:spcPct val="115000"/>
              </a:lnSpc>
              <a:spcBef>
                <a:spcPts val="1600"/>
              </a:spcBef>
              <a:spcAft>
                <a:spcPts val="1600"/>
              </a:spcAft>
              <a:buClr>
                <a:srgbClr val="434343"/>
              </a:buClr>
              <a:buSzPts val="1400"/>
              <a:buChar char="■"/>
              <a:defRPr>
                <a:solidFill>
                  <a:srgbClr val="434343"/>
                </a:solidFill>
              </a:defRPr>
            </a:lvl9pPr>
          </a:lstStyle>
          <a:p>
            <a:endParaRPr/>
          </a:p>
        </p:txBody>
      </p:sp>
    </p:spTree>
    <p:extLst>
      <p:ext uri="{BB962C8B-B14F-4D97-AF65-F5344CB8AC3E}">
        <p14:creationId xmlns:p14="http://schemas.microsoft.com/office/powerpoint/2010/main" val="3929212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8"/>
        <p:cNvGrpSpPr/>
        <p:nvPr/>
      </p:nvGrpSpPr>
      <p:grpSpPr>
        <a:xfrm>
          <a:off x="0" y="0"/>
          <a:ext cx="0" cy="0"/>
          <a:chOff x="0" y="0"/>
          <a:chExt cx="0" cy="0"/>
        </a:xfrm>
      </p:grpSpPr>
      <p:sp>
        <p:nvSpPr>
          <p:cNvPr id="69" name="Google Shape;69;p5"/>
          <p:cNvSpPr/>
          <p:nvPr/>
        </p:nvSpPr>
        <p:spPr>
          <a:xfrm>
            <a:off x="-1492273" y="-3364297"/>
            <a:ext cx="11922084" cy="9475144"/>
          </a:xfrm>
          <a:custGeom>
            <a:avLst/>
            <a:gdLst/>
            <a:ahLst/>
            <a:cxnLst/>
            <a:rect l="l" t="t" r="r" b="b"/>
            <a:pathLst>
              <a:path w="67997" h="54041" extrusionOk="0">
                <a:moveTo>
                  <a:pt x="50677" y="1"/>
                </a:moveTo>
                <a:cubicBezTo>
                  <a:pt x="48942" y="1"/>
                  <a:pt x="47056" y="896"/>
                  <a:pt x="45175" y="2991"/>
                </a:cubicBezTo>
                <a:cubicBezTo>
                  <a:pt x="41850" y="6693"/>
                  <a:pt x="41080" y="11825"/>
                  <a:pt x="39774" y="16444"/>
                </a:cubicBezTo>
                <a:cubicBezTo>
                  <a:pt x="38870" y="19635"/>
                  <a:pt x="37615" y="22845"/>
                  <a:pt x="35270" y="25190"/>
                </a:cubicBezTo>
                <a:cubicBezTo>
                  <a:pt x="32078" y="28381"/>
                  <a:pt x="27368" y="29486"/>
                  <a:pt x="22875" y="29921"/>
                </a:cubicBezTo>
                <a:cubicBezTo>
                  <a:pt x="18383" y="30355"/>
                  <a:pt x="13775" y="30270"/>
                  <a:pt x="9482" y="31666"/>
                </a:cubicBezTo>
                <a:cubicBezTo>
                  <a:pt x="5190" y="33061"/>
                  <a:pt x="1131" y="36391"/>
                  <a:pt x="537" y="40865"/>
                </a:cubicBezTo>
                <a:cubicBezTo>
                  <a:pt x="1" y="44922"/>
                  <a:pt x="2495" y="48922"/>
                  <a:pt x="5866" y="51243"/>
                </a:cubicBezTo>
                <a:cubicBezTo>
                  <a:pt x="8537" y="53084"/>
                  <a:pt x="11784" y="54041"/>
                  <a:pt x="15026" y="54041"/>
                </a:cubicBezTo>
                <a:cubicBezTo>
                  <a:pt x="16883" y="54041"/>
                  <a:pt x="18737" y="53727"/>
                  <a:pt x="20480" y="53085"/>
                </a:cubicBezTo>
                <a:cubicBezTo>
                  <a:pt x="24250" y="51699"/>
                  <a:pt x="27357" y="48956"/>
                  <a:pt x="30941" y="47137"/>
                </a:cubicBezTo>
                <a:cubicBezTo>
                  <a:pt x="34194" y="45486"/>
                  <a:pt x="37842" y="44649"/>
                  <a:pt x="41489" y="44649"/>
                </a:cubicBezTo>
                <a:cubicBezTo>
                  <a:pt x="44177" y="44649"/>
                  <a:pt x="46865" y="45104"/>
                  <a:pt x="49392" y="46024"/>
                </a:cubicBezTo>
                <a:cubicBezTo>
                  <a:pt x="52327" y="47091"/>
                  <a:pt x="55201" y="48780"/>
                  <a:pt x="58289" y="48780"/>
                </a:cubicBezTo>
                <a:cubicBezTo>
                  <a:pt x="58483" y="48780"/>
                  <a:pt x="58678" y="48773"/>
                  <a:pt x="58874" y="48759"/>
                </a:cubicBezTo>
                <a:cubicBezTo>
                  <a:pt x="62874" y="48476"/>
                  <a:pt x="66178" y="44998"/>
                  <a:pt x="67087" y="41091"/>
                </a:cubicBezTo>
                <a:cubicBezTo>
                  <a:pt x="67996" y="37184"/>
                  <a:pt x="66861" y="33029"/>
                  <a:pt x="64857" y="29555"/>
                </a:cubicBezTo>
                <a:cubicBezTo>
                  <a:pt x="62878" y="26125"/>
                  <a:pt x="60014" y="23107"/>
                  <a:pt x="58986" y="19197"/>
                </a:cubicBezTo>
                <a:cubicBezTo>
                  <a:pt x="57980" y="15364"/>
                  <a:pt x="58856" y="11323"/>
                  <a:pt x="57806" y="7435"/>
                </a:cubicBezTo>
                <a:cubicBezTo>
                  <a:pt x="56648" y="3144"/>
                  <a:pt x="53928" y="1"/>
                  <a:pt x="50677"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0" name="Google Shape;70;p5"/>
          <p:cNvGrpSpPr/>
          <p:nvPr/>
        </p:nvGrpSpPr>
        <p:grpSpPr>
          <a:xfrm>
            <a:off x="1132324" y="1468834"/>
            <a:ext cx="3521357" cy="3303126"/>
            <a:chOff x="1132323" y="1468834"/>
            <a:chExt cx="3521357" cy="3303126"/>
          </a:xfrm>
        </p:grpSpPr>
        <p:grpSp>
          <p:nvGrpSpPr>
            <p:cNvPr id="71" name="Google Shape;71;p5"/>
            <p:cNvGrpSpPr/>
            <p:nvPr/>
          </p:nvGrpSpPr>
          <p:grpSpPr>
            <a:xfrm>
              <a:off x="1543273" y="1770659"/>
              <a:ext cx="3110407" cy="3001301"/>
              <a:chOff x="3788625" y="496125"/>
              <a:chExt cx="1224425" cy="1181475"/>
            </a:xfrm>
          </p:grpSpPr>
          <p:sp>
            <p:nvSpPr>
              <p:cNvPr id="72" name="Google Shape;72;p5"/>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 name="Google Shape;73;p5"/>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 name="Google Shape;74;p5"/>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 name="Google Shape;75;p5"/>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 name="Google Shape;76;p5"/>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 name="Google Shape;77;p5"/>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 name="Google Shape;78;p5"/>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 name="Google Shape;79;p5"/>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 name="Google Shape;80;p5"/>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 name="Google Shape;81;p5"/>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 name="Google Shape;82;p5"/>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 name="Google Shape;83;p5"/>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4" name="Google Shape;84;p5"/>
            <p:cNvGrpSpPr/>
            <p:nvPr/>
          </p:nvGrpSpPr>
          <p:grpSpPr>
            <a:xfrm>
              <a:off x="1341873" y="1636084"/>
              <a:ext cx="3110407" cy="3001301"/>
              <a:chOff x="3788625" y="496125"/>
              <a:chExt cx="1224425" cy="1181475"/>
            </a:xfrm>
          </p:grpSpPr>
          <p:sp>
            <p:nvSpPr>
              <p:cNvPr id="85" name="Google Shape;85;p5"/>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 name="Google Shape;86;p5"/>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 name="Google Shape;87;p5"/>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 name="Google Shape;88;p5"/>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 name="Google Shape;89;p5"/>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 name="Google Shape;90;p5"/>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 name="Google Shape;91;p5"/>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 name="Google Shape;92;p5"/>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 name="Google Shape;93;p5"/>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 name="Google Shape;94;p5"/>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 name="Google Shape;95;p5"/>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 name="Google Shape;96;p5"/>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7" name="Google Shape;97;p5"/>
            <p:cNvGrpSpPr/>
            <p:nvPr/>
          </p:nvGrpSpPr>
          <p:grpSpPr>
            <a:xfrm>
              <a:off x="1132323" y="1468834"/>
              <a:ext cx="3110407" cy="3001301"/>
              <a:chOff x="3788625" y="496125"/>
              <a:chExt cx="1224425" cy="1181475"/>
            </a:xfrm>
          </p:grpSpPr>
          <p:sp>
            <p:nvSpPr>
              <p:cNvPr id="98" name="Google Shape;98;p5"/>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 name="Google Shape;99;p5"/>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 name="Google Shape;100;p5"/>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 name="Google Shape;101;p5"/>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 name="Google Shape;102;p5"/>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 name="Google Shape;103;p5"/>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 name="Google Shape;104;p5"/>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 name="Google Shape;105;p5"/>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 name="Google Shape;106;p5"/>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 name="Google Shape;107;p5"/>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8" name="Google Shape;108;p5"/>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9" name="Google Shape;109;p5"/>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nvGrpSpPr>
          <p:cNvPr id="110" name="Google Shape;110;p5"/>
          <p:cNvGrpSpPr/>
          <p:nvPr/>
        </p:nvGrpSpPr>
        <p:grpSpPr>
          <a:xfrm>
            <a:off x="4902649" y="1468834"/>
            <a:ext cx="3521357" cy="3303126"/>
            <a:chOff x="4902648" y="1468834"/>
            <a:chExt cx="3521357" cy="3303126"/>
          </a:xfrm>
        </p:grpSpPr>
        <p:grpSp>
          <p:nvGrpSpPr>
            <p:cNvPr id="111" name="Google Shape;111;p5"/>
            <p:cNvGrpSpPr/>
            <p:nvPr/>
          </p:nvGrpSpPr>
          <p:grpSpPr>
            <a:xfrm>
              <a:off x="5313598" y="1770659"/>
              <a:ext cx="3110407" cy="3001301"/>
              <a:chOff x="3788625" y="496125"/>
              <a:chExt cx="1224425" cy="1181475"/>
            </a:xfrm>
          </p:grpSpPr>
          <p:sp>
            <p:nvSpPr>
              <p:cNvPr id="112" name="Google Shape;112;p5"/>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3" name="Google Shape;113;p5"/>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4" name="Google Shape;114;p5"/>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 name="Google Shape;115;p5"/>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6" name="Google Shape;116;p5"/>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7" name="Google Shape;117;p5"/>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 name="Google Shape;118;p5"/>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9" name="Google Shape;119;p5"/>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0" name="Google Shape;120;p5"/>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1" name="Google Shape;121;p5"/>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 name="Google Shape;122;p5"/>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 name="Google Shape;123;p5"/>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4" name="Google Shape;124;p5"/>
            <p:cNvGrpSpPr/>
            <p:nvPr/>
          </p:nvGrpSpPr>
          <p:grpSpPr>
            <a:xfrm>
              <a:off x="5112198" y="1636084"/>
              <a:ext cx="3110407" cy="3001301"/>
              <a:chOff x="3788625" y="496125"/>
              <a:chExt cx="1224425" cy="1181475"/>
            </a:xfrm>
          </p:grpSpPr>
          <p:sp>
            <p:nvSpPr>
              <p:cNvPr id="125" name="Google Shape;125;p5"/>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 name="Google Shape;126;p5"/>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7" name="Google Shape;127;p5"/>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8" name="Google Shape;128;p5"/>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 name="Google Shape;129;p5"/>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 name="Google Shape;130;p5"/>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1" name="Google Shape;131;p5"/>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2" name="Google Shape;132;p5"/>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3" name="Google Shape;133;p5"/>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 name="Google Shape;134;p5"/>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5" name="Google Shape;135;p5"/>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 name="Google Shape;136;p5"/>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7" name="Google Shape;137;p5"/>
            <p:cNvGrpSpPr/>
            <p:nvPr/>
          </p:nvGrpSpPr>
          <p:grpSpPr>
            <a:xfrm>
              <a:off x="4902648" y="1468834"/>
              <a:ext cx="3110407" cy="3001301"/>
              <a:chOff x="3788625" y="496125"/>
              <a:chExt cx="1224425" cy="1181475"/>
            </a:xfrm>
          </p:grpSpPr>
          <p:sp>
            <p:nvSpPr>
              <p:cNvPr id="138" name="Google Shape;138;p5"/>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 name="Google Shape;139;p5"/>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0" name="Google Shape;140;p5"/>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1" name="Google Shape;141;p5"/>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 name="Google Shape;142;p5"/>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3" name="Google Shape;143;p5"/>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 name="Google Shape;144;p5"/>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5" name="Google Shape;145;p5"/>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6" name="Google Shape;146;p5"/>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7" name="Google Shape;147;p5"/>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8" name="Google Shape;148;p5"/>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9" name="Google Shape;149;p5"/>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150" name="Google Shape;150;p5"/>
          <p:cNvSpPr txBox="1">
            <a:spLocks noGrp="1"/>
          </p:cNvSpPr>
          <p:nvPr>
            <p:ph type="subTitle" idx="1"/>
          </p:nvPr>
        </p:nvSpPr>
        <p:spPr>
          <a:xfrm>
            <a:off x="1447013" y="2666050"/>
            <a:ext cx="2481000" cy="121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5"/>
              </a:buClr>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151" name="Google Shape;151;p5"/>
          <p:cNvSpPr txBox="1">
            <a:spLocks noGrp="1"/>
          </p:cNvSpPr>
          <p:nvPr>
            <p:ph type="subTitle" idx="2"/>
          </p:nvPr>
        </p:nvSpPr>
        <p:spPr>
          <a:xfrm>
            <a:off x="5218838" y="2666038"/>
            <a:ext cx="2478000" cy="120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5"/>
              </a:buClr>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152" name="Google Shape;152;p5"/>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53" name="Google Shape;153;p5"/>
          <p:cNvSpPr txBox="1">
            <a:spLocks noGrp="1"/>
          </p:cNvSpPr>
          <p:nvPr>
            <p:ph type="title" idx="3"/>
          </p:nvPr>
        </p:nvSpPr>
        <p:spPr>
          <a:xfrm>
            <a:off x="1448513" y="2185975"/>
            <a:ext cx="24780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2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54" name="Google Shape;154;p5"/>
          <p:cNvSpPr txBox="1">
            <a:spLocks noGrp="1"/>
          </p:cNvSpPr>
          <p:nvPr>
            <p:ph type="title" idx="4"/>
          </p:nvPr>
        </p:nvSpPr>
        <p:spPr>
          <a:xfrm>
            <a:off x="5218837" y="2185975"/>
            <a:ext cx="24780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grpSp>
        <p:nvGrpSpPr>
          <p:cNvPr id="155" name="Google Shape;155;p5"/>
          <p:cNvGrpSpPr/>
          <p:nvPr/>
        </p:nvGrpSpPr>
        <p:grpSpPr>
          <a:xfrm rot="2700000">
            <a:off x="467069" y="-550973"/>
            <a:ext cx="1211801" cy="1565934"/>
            <a:chOff x="5543700" y="1778175"/>
            <a:chExt cx="396425" cy="512275"/>
          </a:xfrm>
        </p:grpSpPr>
        <p:sp>
          <p:nvSpPr>
            <p:cNvPr id="156" name="Google Shape;156;p5"/>
            <p:cNvSpPr/>
            <p:nvPr/>
          </p:nvSpPr>
          <p:spPr>
            <a:xfrm>
              <a:off x="5757250" y="1784975"/>
              <a:ext cx="176150" cy="157550"/>
            </a:xfrm>
            <a:custGeom>
              <a:avLst/>
              <a:gdLst/>
              <a:ahLst/>
              <a:cxnLst/>
              <a:rect l="l" t="t" r="r" b="b"/>
              <a:pathLst>
                <a:path w="7046" h="6302" extrusionOk="0">
                  <a:moveTo>
                    <a:pt x="1929" y="0"/>
                  </a:moveTo>
                  <a:lnTo>
                    <a:pt x="0" y="3392"/>
                  </a:lnTo>
                  <a:lnTo>
                    <a:pt x="5117" y="6301"/>
                  </a:lnTo>
                  <a:lnTo>
                    <a:pt x="7046" y="2909"/>
                  </a:lnTo>
                  <a:lnTo>
                    <a:pt x="19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7" name="Google Shape;157;p5"/>
            <p:cNvSpPr/>
            <p:nvPr/>
          </p:nvSpPr>
          <p:spPr>
            <a:xfrm>
              <a:off x="5795500" y="1833000"/>
              <a:ext cx="43125" cy="34800"/>
            </a:xfrm>
            <a:custGeom>
              <a:avLst/>
              <a:gdLst/>
              <a:ahLst/>
              <a:cxnLst/>
              <a:rect l="l" t="t" r="r" b="b"/>
              <a:pathLst>
                <a:path w="1725" h="1392" extrusionOk="0">
                  <a:moveTo>
                    <a:pt x="347" y="0"/>
                  </a:moveTo>
                  <a:lnTo>
                    <a:pt x="1" y="608"/>
                  </a:lnTo>
                  <a:lnTo>
                    <a:pt x="1379" y="1391"/>
                  </a:lnTo>
                  <a:lnTo>
                    <a:pt x="1724" y="783"/>
                  </a:lnTo>
                  <a:lnTo>
                    <a:pt x="3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8" name="Google Shape;158;p5"/>
            <p:cNvSpPr/>
            <p:nvPr/>
          </p:nvSpPr>
          <p:spPr>
            <a:xfrm>
              <a:off x="5851825" y="1864775"/>
              <a:ext cx="43100" cy="34825"/>
            </a:xfrm>
            <a:custGeom>
              <a:avLst/>
              <a:gdLst/>
              <a:ahLst/>
              <a:cxnLst/>
              <a:rect l="l" t="t" r="r" b="b"/>
              <a:pathLst>
                <a:path w="1724" h="1393" extrusionOk="0">
                  <a:moveTo>
                    <a:pt x="346" y="0"/>
                  </a:moveTo>
                  <a:lnTo>
                    <a:pt x="0" y="609"/>
                  </a:lnTo>
                  <a:lnTo>
                    <a:pt x="1378" y="1392"/>
                  </a:lnTo>
                  <a:lnTo>
                    <a:pt x="1724" y="783"/>
                  </a:lnTo>
                  <a:lnTo>
                    <a:pt x="3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9" name="Google Shape;159;p5"/>
            <p:cNvSpPr/>
            <p:nvPr/>
          </p:nvSpPr>
          <p:spPr>
            <a:xfrm>
              <a:off x="5757025" y="1850925"/>
              <a:ext cx="138750" cy="91700"/>
            </a:xfrm>
            <a:custGeom>
              <a:avLst/>
              <a:gdLst/>
              <a:ahLst/>
              <a:cxnLst/>
              <a:rect l="l" t="t" r="r" b="b"/>
              <a:pathLst>
                <a:path w="5550" h="3668" extrusionOk="0">
                  <a:moveTo>
                    <a:pt x="432" y="1"/>
                  </a:moveTo>
                  <a:lnTo>
                    <a:pt x="1" y="758"/>
                  </a:lnTo>
                  <a:lnTo>
                    <a:pt x="5118" y="3667"/>
                  </a:lnTo>
                  <a:lnTo>
                    <a:pt x="5549" y="2910"/>
                  </a:lnTo>
                  <a:lnTo>
                    <a:pt x="432" y="1"/>
                  </a:lnTo>
                  <a:close/>
                </a:path>
              </a:pathLst>
            </a:custGeom>
            <a:solidFill>
              <a:srgbClr val="9EA2E0">
                <a:alpha val="267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0" name="Google Shape;160;p5"/>
            <p:cNvSpPr/>
            <p:nvPr/>
          </p:nvSpPr>
          <p:spPr>
            <a:xfrm>
              <a:off x="5750150" y="1778175"/>
              <a:ext cx="189975" cy="171400"/>
            </a:xfrm>
            <a:custGeom>
              <a:avLst/>
              <a:gdLst/>
              <a:ahLst/>
              <a:cxnLst/>
              <a:rect l="l" t="t" r="r" b="b"/>
              <a:pathLst>
                <a:path w="7599" h="6856" extrusionOk="0">
                  <a:moveTo>
                    <a:pt x="2280" y="553"/>
                  </a:moveTo>
                  <a:lnTo>
                    <a:pt x="7045" y="3260"/>
                  </a:lnTo>
                  <a:lnTo>
                    <a:pt x="5316" y="6300"/>
                  </a:lnTo>
                  <a:lnTo>
                    <a:pt x="552" y="3592"/>
                  </a:lnTo>
                  <a:lnTo>
                    <a:pt x="2280" y="553"/>
                  </a:lnTo>
                  <a:close/>
                  <a:moveTo>
                    <a:pt x="2129" y="1"/>
                  </a:moveTo>
                  <a:lnTo>
                    <a:pt x="0" y="3746"/>
                  </a:lnTo>
                  <a:lnTo>
                    <a:pt x="5470" y="6855"/>
                  </a:lnTo>
                  <a:lnTo>
                    <a:pt x="7598" y="3110"/>
                  </a:lnTo>
                  <a:lnTo>
                    <a:pt x="2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1" name="Google Shape;161;p5"/>
            <p:cNvSpPr/>
            <p:nvPr/>
          </p:nvSpPr>
          <p:spPr>
            <a:xfrm>
              <a:off x="5549250" y="1858025"/>
              <a:ext cx="355600" cy="427275"/>
            </a:xfrm>
            <a:custGeom>
              <a:avLst/>
              <a:gdLst/>
              <a:ahLst/>
              <a:cxnLst/>
              <a:rect l="l" t="t" r="r" b="b"/>
              <a:pathLst>
                <a:path w="14224" h="17091" extrusionOk="0">
                  <a:moveTo>
                    <a:pt x="7478" y="1"/>
                  </a:moveTo>
                  <a:lnTo>
                    <a:pt x="1060" y="11294"/>
                  </a:lnTo>
                  <a:cubicBezTo>
                    <a:pt x="0" y="13156"/>
                    <a:pt x="652" y="15524"/>
                    <a:pt x="2515" y="16583"/>
                  </a:cubicBezTo>
                  <a:cubicBezTo>
                    <a:pt x="3120" y="16927"/>
                    <a:pt x="3779" y="17091"/>
                    <a:pt x="4429" y="17091"/>
                  </a:cubicBezTo>
                  <a:cubicBezTo>
                    <a:pt x="5779" y="17091"/>
                    <a:pt x="7090" y="16385"/>
                    <a:pt x="7805" y="15128"/>
                  </a:cubicBezTo>
                  <a:lnTo>
                    <a:pt x="14223" y="3835"/>
                  </a:lnTo>
                  <a:lnTo>
                    <a:pt x="74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2" name="Google Shape;162;p5"/>
            <p:cNvSpPr/>
            <p:nvPr/>
          </p:nvSpPr>
          <p:spPr>
            <a:xfrm>
              <a:off x="5612600" y="1906250"/>
              <a:ext cx="292250" cy="379025"/>
            </a:xfrm>
            <a:custGeom>
              <a:avLst/>
              <a:gdLst/>
              <a:ahLst/>
              <a:cxnLst/>
              <a:rect l="l" t="t" r="r" b="b"/>
              <a:pathLst>
                <a:path w="11690" h="15161" extrusionOk="0">
                  <a:moveTo>
                    <a:pt x="8337" y="0"/>
                  </a:moveTo>
                  <a:lnTo>
                    <a:pt x="1" y="14664"/>
                  </a:lnTo>
                  <a:cubicBezTo>
                    <a:pt x="601" y="15001"/>
                    <a:pt x="1252" y="15161"/>
                    <a:pt x="1895" y="15161"/>
                  </a:cubicBezTo>
                  <a:cubicBezTo>
                    <a:pt x="3245" y="15161"/>
                    <a:pt x="4556" y="14455"/>
                    <a:pt x="5271" y="13199"/>
                  </a:cubicBezTo>
                  <a:lnTo>
                    <a:pt x="11689" y="1906"/>
                  </a:lnTo>
                  <a:lnTo>
                    <a:pt x="83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3" name="Google Shape;163;p5"/>
            <p:cNvSpPr/>
            <p:nvPr/>
          </p:nvSpPr>
          <p:spPr>
            <a:xfrm>
              <a:off x="5604750" y="1945300"/>
              <a:ext cx="297100" cy="336300"/>
            </a:xfrm>
            <a:custGeom>
              <a:avLst/>
              <a:gdLst/>
              <a:ahLst/>
              <a:cxnLst/>
              <a:rect l="l" t="t" r="r" b="b"/>
              <a:pathLst>
                <a:path w="11884" h="13452" extrusionOk="0">
                  <a:moveTo>
                    <a:pt x="11531" y="1"/>
                  </a:moveTo>
                  <a:lnTo>
                    <a:pt x="5217" y="11107"/>
                  </a:lnTo>
                  <a:cubicBezTo>
                    <a:pt x="4675" y="12063"/>
                    <a:pt x="3898" y="12695"/>
                    <a:pt x="2972" y="12938"/>
                  </a:cubicBezTo>
                  <a:cubicBezTo>
                    <a:pt x="2698" y="13010"/>
                    <a:pt x="2416" y="13045"/>
                    <a:pt x="2133" y="13045"/>
                  </a:cubicBezTo>
                  <a:cubicBezTo>
                    <a:pt x="1481" y="13045"/>
                    <a:pt x="819" y="12857"/>
                    <a:pt x="210" y="12490"/>
                  </a:cubicBezTo>
                  <a:lnTo>
                    <a:pt x="0" y="12838"/>
                  </a:lnTo>
                  <a:cubicBezTo>
                    <a:pt x="34" y="12858"/>
                    <a:pt x="65" y="12876"/>
                    <a:pt x="98" y="12895"/>
                  </a:cubicBezTo>
                  <a:cubicBezTo>
                    <a:pt x="746" y="13263"/>
                    <a:pt x="1443" y="13452"/>
                    <a:pt x="2133" y="13452"/>
                  </a:cubicBezTo>
                  <a:cubicBezTo>
                    <a:pt x="2451" y="13452"/>
                    <a:pt x="2767" y="13412"/>
                    <a:pt x="3075" y="13330"/>
                  </a:cubicBezTo>
                  <a:cubicBezTo>
                    <a:pt x="4109" y="13059"/>
                    <a:pt x="4971" y="12360"/>
                    <a:pt x="5570" y="11308"/>
                  </a:cubicBezTo>
                  <a:lnTo>
                    <a:pt x="11883" y="201"/>
                  </a:lnTo>
                  <a:lnTo>
                    <a:pt x="11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4" name="Google Shape;164;p5"/>
            <p:cNvSpPr/>
            <p:nvPr/>
          </p:nvSpPr>
          <p:spPr>
            <a:xfrm>
              <a:off x="5817025" y="1952675"/>
              <a:ext cx="64825" cy="42850"/>
            </a:xfrm>
            <a:custGeom>
              <a:avLst/>
              <a:gdLst/>
              <a:ahLst/>
              <a:cxnLst/>
              <a:rect l="l" t="t" r="r" b="b"/>
              <a:pathLst>
                <a:path w="2593" h="1714" extrusionOk="0">
                  <a:moveTo>
                    <a:pt x="201" y="0"/>
                  </a:moveTo>
                  <a:lnTo>
                    <a:pt x="0" y="354"/>
                  </a:lnTo>
                  <a:lnTo>
                    <a:pt x="2392" y="1713"/>
                  </a:lnTo>
                  <a:lnTo>
                    <a:pt x="2593" y="1360"/>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5" name="Google Shape;165;p5"/>
            <p:cNvSpPr/>
            <p:nvPr/>
          </p:nvSpPr>
          <p:spPr>
            <a:xfrm>
              <a:off x="5834350" y="1922175"/>
              <a:ext cx="64850" cy="42850"/>
            </a:xfrm>
            <a:custGeom>
              <a:avLst/>
              <a:gdLst/>
              <a:ahLst/>
              <a:cxnLst/>
              <a:rect l="l" t="t" r="r" b="b"/>
              <a:pathLst>
                <a:path w="2594" h="1714" extrusionOk="0">
                  <a:moveTo>
                    <a:pt x="202" y="1"/>
                  </a:moveTo>
                  <a:lnTo>
                    <a:pt x="1" y="353"/>
                  </a:lnTo>
                  <a:lnTo>
                    <a:pt x="2392" y="1714"/>
                  </a:lnTo>
                  <a:lnTo>
                    <a:pt x="2593" y="1360"/>
                  </a:lnTo>
                  <a:lnTo>
                    <a:pt x="2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6" name="Google Shape;166;p5"/>
            <p:cNvSpPr/>
            <p:nvPr/>
          </p:nvSpPr>
          <p:spPr>
            <a:xfrm>
              <a:off x="5811850" y="1961675"/>
              <a:ext cx="64825" cy="42825"/>
            </a:xfrm>
            <a:custGeom>
              <a:avLst/>
              <a:gdLst/>
              <a:ahLst/>
              <a:cxnLst/>
              <a:rect l="l" t="t" r="r" b="b"/>
              <a:pathLst>
                <a:path w="2593" h="1713" extrusionOk="0">
                  <a:moveTo>
                    <a:pt x="200" y="0"/>
                  </a:moveTo>
                  <a:lnTo>
                    <a:pt x="0" y="353"/>
                  </a:lnTo>
                  <a:lnTo>
                    <a:pt x="2393" y="1713"/>
                  </a:lnTo>
                  <a:lnTo>
                    <a:pt x="2593" y="1360"/>
                  </a:lnTo>
                  <a:lnTo>
                    <a:pt x="2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7" name="Google Shape;167;p5"/>
            <p:cNvSpPr/>
            <p:nvPr/>
          </p:nvSpPr>
          <p:spPr>
            <a:xfrm>
              <a:off x="5715375" y="1894975"/>
              <a:ext cx="64825" cy="42825"/>
            </a:xfrm>
            <a:custGeom>
              <a:avLst/>
              <a:gdLst/>
              <a:ahLst/>
              <a:cxnLst/>
              <a:rect l="l" t="t" r="r" b="b"/>
              <a:pathLst>
                <a:path w="2593" h="1713" extrusionOk="0">
                  <a:moveTo>
                    <a:pt x="201" y="0"/>
                  </a:moveTo>
                  <a:lnTo>
                    <a:pt x="0" y="354"/>
                  </a:lnTo>
                  <a:lnTo>
                    <a:pt x="2393" y="1713"/>
                  </a:lnTo>
                  <a:lnTo>
                    <a:pt x="2593" y="1359"/>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8" name="Google Shape;168;p5"/>
            <p:cNvSpPr/>
            <p:nvPr/>
          </p:nvSpPr>
          <p:spPr>
            <a:xfrm>
              <a:off x="5593050" y="1864900"/>
              <a:ext cx="210750" cy="260425"/>
            </a:xfrm>
            <a:custGeom>
              <a:avLst/>
              <a:gdLst/>
              <a:ahLst/>
              <a:cxnLst/>
              <a:rect l="l" t="t" r="r" b="b"/>
              <a:pathLst>
                <a:path w="8430" h="10417" extrusionOk="0">
                  <a:moveTo>
                    <a:pt x="5805" y="1"/>
                  </a:moveTo>
                  <a:lnTo>
                    <a:pt x="56" y="10114"/>
                  </a:lnTo>
                  <a:cubicBezTo>
                    <a:pt x="0" y="10211"/>
                    <a:pt x="35" y="10335"/>
                    <a:pt x="132" y="10390"/>
                  </a:cubicBezTo>
                  <a:cubicBezTo>
                    <a:pt x="163" y="10408"/>
                    <a:pt x="198" y="10416"/>
                    <a:pt x="232" y="10416"/>
                  </a:cubicBezTo>
                  <a:cubicBezTo>
                    <a:pt x="302" y="10416"/>
                    <a:pt x="371" y="10379"/>
                    <a:pt x="409" y="10314"/>
                  </a:cubicBezTo>
                  <a:lnTo>
                    <a:pt x="5958" y="553"/>
                  </a:lnTo>
                  <a:lnTo>
                    <a:pt x="8098" y="1770"/>
                  </a:lnTo>
                  <a:cubicBezTo>
                    <a:pt x="8129" y="1788"/>
                    <a:pt x="8163" y="1796"/>
                    <a:pt x="8197" y="1796"/>
                  </a:cubicBezTo>
                  <a:cubicBezTo>
                    <a:pt x="8268" y="1796"/>
                    <a:pt x="8336" y="1759"/>
                    <a:pt x="8373" y="1693"/>
                  </a:cubicBezTo>
                  <a:cubicBezTo>
                    <a:pt x="8429" y="1596"/>
                    <a:pt x="8395" y="1472"/>
                    <a:pt x="8298" y="1418"/>
                  </a:cubicBezTo>
                  <a:lnTo>
                    <a:pt x="5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9" name="Google Shape;169;p5"/>
            <p:cNvSpPr/>
            <p:nvPr/>
          </p:nvSpPr>
          <p:spPr>
            <a:xfrm>
              <a:off x="5728275" y="1890950"/>
              <a:ext cx="56650" cy="38100"/>
            </a:xfrm>
            <a:custGeom>
              <a:avLst/>
              <a:gdLst/>
              <a:ahLst/>
              <a:cxnLst/>
              <a:rect l="l" t="t" r="r" b="b"/>
              <a:pathLst>
                <a:path w="2266" h="1524" extrusionOk="0">
                  <a:moveTo>
                    <a:pt x="199" y="0"/>
                  </a:moveTo>
                  <a:lnTo>
                    <a:pt x="1" y="349"/>
                  </a:lnTo>
                  <a:lnTo>
                    <a:pt x="2068" y="1523"/>
                  </a:lnTo>
                  <a:lnTo>
                    <a:pt x="2266" y="1175"/>
                  </a:lnTo>
                  <a:lnTo>
                    <a:pt x="1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0" name="Google Shape;170;p5"/>
            <p:cNvSpPr/>
            <p:nvPr/>
          </p:nvSpPr>
          <p:spPr>
            <a:xfrm>
              <a:off x="5543700" y="1851225"/>
              <a:ext cx="368275" cy="439225"/>
            </a:xfrm>
            <a:custGeom>
              <a:avLst/>
              <a:gdLst/>
              <a:ahLst/>
              <a:cxnLst/>
              <a:rect l="l" t="t" r="r" b="b"/>
              <a:pathLst>
                <a:path w="14731" h="17569" extrusionOk="0">
                  <a:moveTo>
                    <a:pt x="7785" y="555"/>
                  </a:moveTo>
                  <a:lnTo>
                    <a:pt x="14176" y="4187"/>
                  </a:lnTo>
                  <a:lnTo>
                    <a:pt x="7857" y="15303"/>
                  </a:lnTo>
                  <a:cubicBezTo>
                    <a:pt x="7181" y="16493"/>
                    <a:pt x="5935" y="17162"/>
                    <a:pt x="4655" y="17162"/>
                  </a:cubicBezTo>
                  <a:cubicBezTo>
                    <a:pt x="4040" y="17162"/>
                    <a:pt x="3417" y="17008"/>
                    <a:pt x="2845" y="16683"/>
                  </a:cubicBezTo>
                  <a:cubicBezTo>
                    <a:pt x="1083" y="15682"/>
                    <a:pt x="463" y="13433"/>
                    <a:pt x="1466" y="11671"/>
                  </a:cubicBezTo>
                  <a:lnTo>
                    <a:pt x="7785" y="555"/>
                  </a:lnTo>
                  <a:close/>
                  <a:moveTo>
                    <a:pt x="7633" y="0"/>
                  </a:moveTo>
                  <a:lnTo>
                    <a:pt x="1114" y="11470"/>
                  </a:lnTo>
                  <a:cubicBezTo>
                    <a:pt x="0" y="13427"/>
                    <a:pt x="687" y="15922"/>
                    <a:pt x="2644" y="17036"/>
                  </a:cubicBezTo>
                  <a:cubicBezTo>
                    <a:pt x="3280" y="17397"/>
                    <a:pt x="3972" y="17568"/>
                    <a:pt x="4655" y="17568"/>
                  </a:cubicBezTo>
                  <a:cubicBezTo>
                    <a:pt x="6076" y="17568"/>
                    <a:pt x="7458" y="16826"/>
                    <a:pt x="8211" y="15505"/>
                  </a:cubicBezTo>
                  <a:lnTo>
                    <a:pt x="14730" y="4035"/>
                  </a:lnTo>
                  <a:lnTo>
                    <a:pt x="76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71" name="Google Shape;171;p5"/>
          <p:cNvSpPr/>
          <p:nvPr/>
        </p:nvSpPr>
        <p:spPr>
          <a:xfrm>
            <a:off x="334712" y="127270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6563967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72"/>
        <p:cNvGrpSpPr/>
        <p:nvPr/>
      </p:nvGrpSpPr>
      <p:grpSpPr>
        <a:xfrm>
          <a:off x="0" y="0"/>
          <a:ext cx="0" cy="0"/>
          <a:chOff x="0" y="0"/>
          <a:chExt cx="0" cy="0"/>
        </a:xfrm>
      </p:grpSpPr>
      <p:sp>
        <p:nvSpPr>
          <p:cNvPr id="173" name="Google Shape;173;p6"/>
          <p:cNvSpPr/>
          <p:nvPr/>
        </p:nvSpPr>
        <p:spPr>
          <a:xfrm rot="-1804257" flipH="1">
            <a:off x="4286190" y="-47483"/>
            <a:ext cx="7222466" cy="7420029"/>
          </a:xfrm>
          <a:custGeom>
            <a:avLst/>
            <a:gdLst/>
            <a:ahLst/>
            <a:cxnLst/>
            <a:rect l="l" t="t" r="r" b="b"/>
            <a:pathLst>
              <a:path w="49609" h="50966" extrusionOk="0">
                <a:moveTo>
                  <a:pt x="6871" y="45273"/>
                </a:moveTo>
                <a:cubicBezTo>
                  <a:pt x="6871" y="45273"/>
                  <a:pt x="1" y="36777"/>
                  <a:pt x="11156" y="31660"/>
                </a:cubicBezTo>
                <a:cubicBezTo>
                  <a:pt x="22312" y="26543"/>
                  <a:pt x="4727" y="12038"/>
                  <a:pt x="12942" y="6020"/>
                </a:cubicBezTo>
                <a:cubicBezTo>
                  <a:pt x="21156" y="1"/>
                  <a:pt x="45681" y="2119"/>
                  <a:pt x="45561" y="15428"/>
                </a:cubicBezTo>
                <a:cubicBezTo>
                  <a:pt x="45561" y="15428"/>
                  <a:pt x="49609" y="29550"/>
                  <a:pt x="37109" y="30499"/>
                </a:cubicBezTo>
                <a:cubicBezTo>
                  <a:pt x="24609" y="31447"/>
                  <a:pt x="33159" y="44730"/>
                  <a:pt x="25253" y="46153"/>
                </a:cubicBezTo>
                <a:cubicBezTo>
                  <a:pt x="17347" y="47578"/>
                  <a:pt x="13299" y="50966"/>
                  <a:pt x="6871" y="45273"/>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74" name="Google Shape;174;p6"/>
          <p:cNvGrpSpPr/>
          <p:nvPr/>
        </p:nvGrpSpPr>
        <p:grpSpPr>
          <a:xfrm>
            <a:off x="117675" y="137080"/>
            <a:ext cx="7855267" cy="4348941"/>
            <a:chOff x="627130" y="128603"/>
            <a:chExt cx="8316852" cy="4604490"/>
          </a:xfrm>
        </p:grpSpPr>
        <p:grpSp>
          <p:nvGrpSpPr>
            <p:cNvPr id="175" name="Google Shape;175;p6"/>
            <p:cNvGrpSpPr/>
            <p:nvPr/>
          </p:nvGrpSpPr>
          <p:grpSpPr>
            <a:xfrm>
              <a:off x="627130" y="128603"/>
              <a:ext cx="8316852" cy="4604490"/>
              <a:chOff x="627130" y="428622"/>
              <a:chExt cx="8316852" cy="4568400"/>
            </a:xfrm>
          </p:grpSpPr>
          <p:sp>
            <p:nvSpPr>
              <p:cNvPr id="176" name="Google Shape;176;p6"/>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77" name="Google Shape;177;p6"/>
              <p:cNvGrpSpPr/>
              <p:nvPr/>
            </p:nvGrpSpPr>
            <p:grpSpPr>
              <a:xfrm>
                <a:off x="627130" y="428636"/>
                <a:ext cx="8316852" cy="490301"/>
                <a:chOff x="280295" y="238126"/>
                <a:chExt cx="9047924" cy="533400"/>
              </a:xfrm>
            </p:grpSpPr>
            <p:sp>
              <p:nvSpPr>
                <p:cNvPr id="178" name="Google Shape;178;p6"/>
                <p:cNvSpPr/>
                <p:nvPr/>
              </p:nvSpPr>
              <p:spPr>
                <a:xfrm>
                  <a:off x="280520" y="238126"/>
                  <a:ext cx="9047700" cy="533400"/>
                </a:xfrm>
                <a:prstGeom prst="round2SameRect">
                  <a:avLst>
                    <a:gd name="adj1" fmla="val 4330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9" name="Google Shape;179;p6"/>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80" name="Google Shape;180;p6"/>
                <p:cNvGrpSpPr/>
                <p:nvPr/>
              </p:nvGrpSpPr>
              <p:grpSpPr>
                <a:xfrm>
                  <a:off x="8425674" y="386584"/>
                  <a:ext cx="655694" cy="176896"/>
                  <a:chOff x="13400537" y="1039026"/>
                  <a:chExt cx="495013" cy="133547"/>
                </a:xfrm>
              </p:grpSpPr>
              <p:sp>
                <p:nvSpPr>
                  <p:cNvPr id="181" name="Google Shape;181;p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2" name="Google Shape;182;p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3" name="Google Shape;183;p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4" name="Google Shape;184;p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5" name="Google Shape;185;p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6" name="Google Shape;186;p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87" name="Google Shape;187;p6"/>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88" name="Google Shape;188;p6"/>
          <p:cNvGrpSpPr/>
          <p:nvPr/>
        </p:nvGrpSpPr>
        <p:grpSpPr>
          <a:xfrm>
            <a:off x="323142" y="1412176"/>
            <a:ext cx="6275065" cy="3537739"/>
            <a:chOff x="627130" y="128605"/>
            <a:chExt cx="8316852" cy="4688852"/>
          </a:xfrm>
        </p:grpSpPr>
        <p:grpSp>
          <p:nvGrpSpPr>
            <p:cNvPr id="189" name="Google Shape;189;p6"/>
            <p:cNvGrpSpPr/>
            <p:nvPr/>
          </p:nvGrpSpPr>
          <p:grpSpPr>
            <a:xfrm>
              <a:off x="627130" y="128605"/>
              <a:ext cx="8316852" cy="4688852"/>
              <a:chOff x="627130" y="428624"/>
              <a:chExt cx="8316852" cy="4652100"/>
            </a:xfrm>
          </p:grpSpPr>
          <p:sp>
            <p:nvSpPr>
              <p:cNvPr id="190" name="Google Shape;190;p6"/>
              <p:cNvSpPr/>
              <p:nvPr/>
            </p:nvSpPr>
            <p:spPr>
              <a:xfrm>
                <a:off x="627175" y="428624"/>
                <a:ext cx="8316600" cy="46521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91" name="Google Shape;191;p6"/>
              <p:cNvGrpSpPr/>
              <p:nvPr/>
            </p:nvGrpSpPr>
            <p:grpSpPr>
              <a:xfrm>
                <a:off x="627130" y="428636"/>
                <a:ext cx="8316852" cy="490301"/>
                <a:chOff x="280295" y="238126"/>
                <a:chExt cx="9047924" cy="533400"/>
              </a:xfrm>
            </p:grpSpPr>
            <p:sp>
              <p:nvSpPr>
                <p:cNvPr id="192" name="Google Shape;192;p6"/>
                <p:cNvSpPr/>
                <p:nvPr/>
              </p:nvSpPr>
              <p:spPr>
                <a:xfrm>
                  <a:off x="280520" y="238126"/>
                  <a:ext cx="9047700" cy="533400"/>
                </a:xfrm>
                <a:prstGeom prst="round2SameRect">
                  <a:avLst>
                    <a:gd name="adj1" fmla="val 43064"/>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3" name="Google Shape;193;p6"/>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94" name="Google Shape;194;p6"/>
                <p:cNvGrpSpPr/>
                <p:nvPr/>
              </p:nvGrpSpPr>
              <p:grpSpPr>
                <a:xfrm>
                  <a:off x="8425674" y="386584"/>
                  <a:ext cx="655694" cy="176896"/>
                  <a:chOff x="13400537" y="1039026"/>
                  <a:chExt cx="495013" cy="133547"/>
                </a:xfrm>
              </p:grpSpPr>
              <p:sp>
                <p:nvSpPr>
                  <p:cNvPr id="195" name="Google Shape;195;p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6" name="Google Shape;196;p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7" name="Google Shape;197;p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8" name="Google Shape;198;p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9" name="Google Shape;199;p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0" name="Google Shape;200;p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201" name="Google Shape;201;p6"/>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202" name="Google Shape;202;p6"/>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extLst>
      <p:ext uri="{BB962C8B-B14F-4D97-AF65-F5344CB8AC3E}">
        <p14:creationId xmlns:p14="http://schemas.microsoft.com/office/powerpoint/2010/main" val="521989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03"/>
        <p:cNvGrpSpPr/>
        <p:nvPr/>
      </p:nvGrpSpPr>
      <p:grpSpPr>
        <a:xfrm>
          <a:off x="0" y="0"/>
          <a:ext cx="0" cy="0"/>
          <a:chOff x="0" y="0"/>
          <a:chExt cx="0" cy="0"/>
        </a:xfrm>
      </p:grpSpPr>
      <p:grpSp>
        <p:nvGrpSpPr>
          <p:cNvPr id="204" name="Google Shape;204;p7"/>
          <p:cNvGrpSpPr/>
          <p:nvPr/>
        </p:nvGrpSpPr>
        <p:grpSpPr>
          <a:xfrm>
            <a:off x="390476" y="239027"/>
            <a:ext cx="8534121" cy="4711003"/>
            <a:chOff x="171400" y="128593"/>
            <a:chExt cx="8772740" cy="4795891"/>
          </a:xfrm>
        </p:grpSpPr>
        <p:grpSp>
          <p:nvGrpSpPr>
            <p:cNvPr id="205" name="Google Shape;205;p7"/>
            <p:cNvGrpSpPr/>
            <p:nvPr/>
          </p:nvGrpSpPr>
          <p:grpSpPr>
            <a:xfrm>
              <a:off x="171400" y="128593"/>
              <a:ext cx="8772740" cy="4795891"/>
              <a:chOff x="171400" y="428612"/>
              <a:chExt cx="8772740" cy="4758300"/>
            </a:xfrm>
          </p:grpSpPr>
          <p:sp>
            <p:nvSpPr>
              <p:cNvPr id="206" name="Google Shape;206;p7"/>
              <p:cNvSpPr/>
              <p:nvPr/>
            </p:nvSpPr>
            <p:spPr>
              <a:xfrm>
                <a:off x="386868" y="428612"/>
                <a:ext cx="85569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07" name="Google Shape;207;p7"/>
              <p:cNvGrpSpPr/>
              <p:nvPr/>
            </p:nvGrpSpPr>
            <p:grpSpPr>
              <a:xfrm>
                <a:off x="171400" y="428629"/>
                <a:ext cx="8772740" cy="490301"/>
                <a:chOff x="-215495" y="238118"/>
                <a:chExt cx="9543886" cy="533400"/>
              </a:xfrm>
            </p:grpSpPr>
            <p:sp>
              <p:nvSpPr>
                <p:cNvPr id="208" name="Google Shape;208;p7"/>
                <p:cNvSpPr/>
                <p:nvPr/>
              </p:nvSpPr>
              <p:spPr>
                <a:xfrm>
                  <a:off x="19091" y="238118"/>
                  <a:ext cx="9309300" cy="533400"/>
                </a:xfrm>
                <a:prstGeom prst="round2SameRect">
                  <a:avLst>
                    <a:gd name="adj1" fmla="val 43854"/>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9" name="Google Shape;209;p7"/>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10" name="Google Shape;210;p7"/>
                <p:cNvGrpSpPr/>
                <p:nvPr/>
              </p:nvGrpSpPr>
              <p:grpSpPr>
                <a:xfrm>
                  <a:off x="8425674" y="386584"/>
                  <a:ext cx="655694" cy="176896"/>
                  <a:chOff x="13400537" y="1039026"/>
                  <a:chExt cx="495013" cy="133547"/>
                </a:xfrm>
              </p:grpSpPr>
              <p:sp>
                <p:nvSpPr>
                  <p:cNvPr id="211" name="Google Shape;211;p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2" name="Google Shape;212;p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3" name="Google Shape;213;p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4" name="Google Shape;214;p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5" name="Google Shape;215;p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6" name="Google Shape;216;p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217" name="Google Shape;217;p7"/>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218" name="Google Shape;218;p7"/>
          <p:cNvSpPr/>
          <p:nvPr/>
        </p:nvSpPr>
        <p:spPr>
          <a:xfrm>
            <a:off x="2073250" y="4513151"/>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19" name="Google Shape;219;p7"/>
          <p:cNvGrpSpPr/>
          <p:nvPr/>
        </p:nvGrpSpPr>
        <p:grpSpPr>
          <a:xfrm>
            <a:off x="7542384" y="1045588"/>
            <a:ext cx="1060298" cy="1060535"/>
            <a:chOff x="2494400" y="653125"/>
            <a:chExt cx="340625" cy="434325"/>
          </a:xfrm>
        </p:grpSpPr>
        <p:sp>
          <p:nvSpPr>
            <p:cNvPr id="220" name="Google Shape;220;p7"/>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1" name="Google Shape;221;p7"/>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2" name="Google Shape;222;p7"/>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3" name="Google Shape;223;p7"/>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4" name="Google Shape;224;p7"/>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5" name="Google Shape;225;p7"/>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6" name="Google Shape;226;p7"/>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7" name="Google Shape;227;p7"/>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28" name="Google Shape;228;p7"/>
          <p:cNvGrpSpPr/>
          <p:nvPr/>
        </p:nvGrpSpPr>
        <p:grpSpPr>
          <a:xfrm>
            <a:off x="7542291" y="2275945"/>
            <a:ext cx="1055095" cy="1058580"/>
            <a:chOff x="2879000" y="653125"/>
            <a:chExt cx="340650" cy="434325"/>
          </a:xfrm>
        </p:grpSpPr>
        <p:sp>
          <p:nvSpPr>
            <p:cNvPr id="229" name="Google Shape;229;p7"/>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0" name="Google Shape;230;p7"/>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1" name="Google Shape;231;p7"/>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2" name="Google Shape;232;p7"/>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3" name="Google Shape;233;p7"/>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4" name="Google Shape;234;p7"/>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5" name="Google Shape;235;p7"/>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6" name="Google Shape;236;p7"/>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37" name="Google Shape;237;p7"/>
          <p:cNvGrpSpPr/>
          <p:nvPr/>
        </p:nvGrpSpPr>
        <p:grpSpPr>
          <a:xfrm>
            <a:off x="7542376" y="3504235"/>
            <a:ext cx="1060340" cy="1058580"/>
            <a:chOff x="3265747" y="653121"/>
            <a:chExt cx="355783" cy="434325"/>
          </a:xfrm>
        </p:grpSpPr>
        <p:sp>
          <p:nvSpPr>
            <p:cNvPr id="238" name="Google Shape;238;p7"/>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9" name="Google Shape;239;p7"/>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0" name="Google Shape;240;p7"/>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1" name="Google Shape;241;p7"/>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2" name="Google Shape;242;p7"/>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3" name="Google Shape;243;p7"/>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4" name="Google Shape;244;p7"/>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5" name="Google Shape;245;p7"/>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46" name="Google Shape;246;p7"/>
          <p:cNvGrpSpPr/>
          <p:nvPr/>
        </p:nvGrpSpPr>
        <p:grpSpPr>
          <a:xfrm>
            <a:off x="215157" y="134072"/>
            <a:ext cx="7528414" cy="4167985"/>
            <a:chOff x="627130" y="128603"/>
            <a:chExt cx="8316852" cy="4604490"/>
          </a:xfrm>
        </p:grpSpPr>
        <p:grpSp>
          <p:nvGrpSpPr>
            <p:cNvPr id="247" name="Google Shape;247;p7"/>
            <p:cNvGrpSpPr/>
            <p:nvPr/>
          </p:nvGrpSpPr>
          <p:grpSpPr>
            <a:xfrm>
              <a:off x="627130" y="128603"/>
              <a:ext cx="8316852" cy="4604490"/>
              <a:chOff x="627130" y="428622"/>
              <a:chExt cx="8316852" cy="4568400"/>
            </a:xfrm>
          </p:grpSpPr>
          <p:sp>
            <p:nvSpPr>
              <p:cNvPr id="248" name="Google Shape;248;p7"/>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49" name="Google Shape;249;p7"/>
              <p:cNvGrpSpPr/>
              <p:nvPr/>
            </p:nvGrpSpPr>
            <p:grpSpPr>
              <a:xfrm>
                <a:off x="627130" y="428636"/>
                <a:ext cx="8316852" cy="490301"/>
                <a:chOff x="280295" y="238126"/>
                <a:chExt cx="9047924" cy="533400"/>
              </a:xfrm>
            </p:grpSpPr>
            <p:sp>
              <p:nvSpPr>
                <p:cNvPr id="250" name="Google Shape;250;p7"/>
                <p:cNvSpPr/>
                <p:nvPr/>
              </p:nvSpPr>
              <p:spPr>
                <a:xfrm>
                  <a:off x="280520" y="238126"/>
                  <a:ext cx="90477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1" name="Google Shape;251;p7"/>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52" name="Google Shape;252;p7"/>
                <p:cNvGrpSpPr/>
                <p:nvPr/>
              </p:nvGrpSpPr>
              <p:grpSpPr>
                <a:xfrm>
                  <a:off x="8425674" y="386584"/>
                  <a:ext cx="655694" cy="176896"/>
                  <a:chOff x="13400537" y="1039026"/>
                  <a:chExt cx="495013" cy="133547"/>
                </a:xfrm>
              </p:grpSpPr>
              <p:sp>
                <p:nvSpPr>
                  <p:cNvPr id="253" name="Google Shape;253;p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4" name="Google Shape;254;p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5" name="Google Shape;255;p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6" name="Google Shape;256;p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7" name="Google Shape;257;p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8" name="Google Shape;258;p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259" name="Google Shape;259;p7"/>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260" name="Google Shape;260;p7"/>
          <p:cNvSpPr txBox="1">
            <a:spLocks noGrp="1"/>
          </p:cNvSpPr>
          <p:nvPr>
            <p:ph type="title"/>
          </p:nvPr>
        </p:nvSpPr>
        <p:spPr>
          <a:xfrm>
            <a:off x="720000" y="740175"/>
            <a:ext cx="47379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61" name="Google Shape;261;p7"/>
          <p:cNvSpPr txBox="1">
            <a:spLocks noGrp="1"/>
          </p:cNvSpPr>
          <p:nvPr>
            <p:ph type="subTitle" idx="1"/>
          </p:nvPr>
        </p:nvSpPr>
        <p:spPr>
          <a:xfrm rot="-218">
            <a:off x="720000" y="1613600"/>
            <a:ext cx="4737900" cy="21201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5"/>
              </a:buClr>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Tree>
    <p:extLst>
      <p:ext uri="{BB962C8B-B14F-4D97-AF65-F5344CB8AC3E}">
        <p14:creationId xmlns:p14="http://schemas.microsoft.com/office/powerpoint/2010/main" val="29591385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62"/>
        <p:cNvGrpSpPr/>
        <p:nvPr/>
      </p:nvGrpSpPr>
      <p:grpSpPr>
        <a:xfrm>
          <a:off x="0" y="0"/>
          <a:ext cx="0" cy="0"/>
          <a:chOff x="0" y="0"/>
          <a:chExt cx="0" cy="0"/>
        </a:xfrm>
      </p:grpSpPr>
      <p:grpSp>
        <p:nvGrpSpPr>
          <p:cNvPr id="263" name="Google Shape;263;p8"/>
          <p:cNvGrpSpPr/>
          <p:nvPr/>
        </p:nvGrpSpPr>
        <p:grpSpPr>
          <a:xfrm>
            <a:off x="171401" y="128601"/>
            <a:ext cx="8772695" cy="4795891"/>
            <a:chOff x="171400" y="128600"/>
            <a:chExt cx="8772695" cy="4795891"/>
          </a:xfrm>
        </p:grpSpPr>
        <p:grpSp>
          <p:nvGrpSpPr>
            <p:cNvPr id="264" name="Google Shape;264;p8"/>
            <p:cNvGrpSpPr/>
            <p:nvPr/>
          </p:nvGrpSpPr>
          <p:grpSpPr>
            <a:xfrm>
              <a:off x="171400" y="128600"/>
              <a:ext cx="8772695" cy="4795891"/>
              <a:chOff x="171400" y="428619"/>
              <a:chExt cx="8772695" cy="4758300"/>
            </a:xfrm>
          </p:grpSpPr>
          <p:sp>
            <p:nvSpPr>
              <p:cNvPr id="265" name="Google Shape;265;p8"/>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66" name="Google Shape;266;p8"/>
              <p:cNvGrpSpPr/>
              <p:nvPr/>
            </p:nvGrpSpPr>
            <p:grpSpPr>
              <a:xfrm>
                <a:off x="171400" y="428636"/>
                <a:ext cx="8772695" cy="490301"/>
                <a:chOff x="-215495" y="238126"/>
                <a:chExt cx="9543837" cy="533400"/>
              </a:xfrm>
            </p:grpSpPr>
            <p:sp>
              <p:nvSpPr>
                <p:cNvPr id="267" name="Google Shape;267;p8"/>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8" name="Google Shape;268;p8"/>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69" name="Google Shape;269;p8"/>
                <p:cNvGrpSpPr/>
                <p:nvPr/>
              </p:nvGrpSpPr>
              <p:grpSpPr>
                <a:xfrm>
                  <a:off x="8425674" y="386584"/>
                  <a:ext cx="655694" cy="176896"/>
                  <a:chOff x="13400537" y="1039026"/>
                  <a:chExt cx="495013" cy="133547"/>
                </a:xfrm>
              </p:grpSpPr>
              <p:sp>
                <p:nvSpPr>
                  <p:cNvPr id="270" name="Google Shape;270;p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1" name="Google Shape;271;p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2" name="Google Shape;272;p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3" name="Google Shape;273;p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4" name="Google Shape;274;p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5" name="Google Shape;275;p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276" name="Google Shape;276;p8"/>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277" name="Google Shape;277;p8"/>
          <p:cNvSpPr txBox="1">
            <a:spLocks noGrp="1"/>
          </p:cNvSpPr>
          <p:nvPr>
            <p:ph type="title"/>
          </p:nvPr>
        </p:nvSpPr>
        <p:spPr>
          <a:xfrm>
            <a:off x="720000" y="1133550"/>
            <a:ext cx="5565600" cy="2876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9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278" name="Google Shape;278;p8"/>
          <p:cNvSpPr/>
          <p:nvPr/>
        </p:nvSpPr>
        <p:spPr>
          <a:xfrm>
            <a:off x="403700" y="3362960"/>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9" name="Google Shape;279;p8"/>
          <p:cNvSpPr/>
          <p:nvPr/>
        </p:nvSpPr>
        <p:spPr>
          <a:xfrm>
            <a:off x="2449000" y="450494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743304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80"/>
        <p:cNvGrpSpPr/>
        <p:nvPr/>
      </p:nvGrpSpPr>
      <p:grpSpPr>
        <a:xfrm>
          <a:off x="0" y="0"/>
          <a:ext cx="0" cy="0"/>
          <a:chOff x="0" y="0"/>
          <a:chExt cx="0" cy="0"/>
        </a:xfrm>
      </p:grpSpPr>
      <p:sp>
        <p:nvSpPr>
          <p:cNvPr id="281" name="Google Shape;281;p9"/>
          <p:cNvSpPr/>
          <p:nvPr/>
        </p:nvSpPr>
        <p:spPr>
          <a:xfrm rot="4169147" flipH="1">
            <a:off x="825651" y="-2009192"/>
            <a:ext cx="5647939" cy="8580874"/>
          </a:xfrm>
          <a:custGeom>
            <a:avLst/>
            <a:gdLst/>
            <a:ahLst/>
            <a:cxnLst/>
            <a:rect l="l" t="t" r="r" b="b"/>
            <a:pathLst>
              <a:path w="23104" h="35102" extrusionOk="0">
                <a:moveTo>
                  <a:pt x="10974" y="1"/>
                </a:moveTo>
                <a:cubicBezTo>
                  <a:pt x="8879" y="1"/>
                  <a:pt x="6722" y="747"/>
                  <a:pt x="5151" y="1961"/>
                </a:cubicBezTo>
                <a:cubicBezTo>
                  <a:pt x="3714" y="3072"/>
                  <a:pt x="2832" y="4652"/>
                  <a:pt x="2132" y="6304"/>
                </a:cubicBezTo>
                <a:cubicBezTo>
                  <a:pt x="1358" y="8136"/>
                  <a:pt x="959" y="10149"/>
                  <a:pt x="1433" y="12115"/>
                </a:cubicBezTo>
                <a:cubicBezTo>
                  <a:pt x="1675" y="13117"/>
                  <a:pt x="2159" y="13987"/>
                  <a:pt x="2675" y="14870"/>
                </a:cubicBezTo>
                <a:cubicBezTo>
                  <a:pt x="3194" y="15757"/>
                  <a:pt x="3732" y="16703"/>
                  <a:pt x="3830" y="17748"/>
                </a:cubicBezTo>
                <a:cubicBezTo>
                  <a:pt x="4020" y="19788"/>
                  <a:pt x="2420" y="21307"/>
                  <a:pt x="1381" y="22871"/>
                </a:cubicBezTo>
                <a:cubicBezTo>
                  <a:pt x="488" y="24218"/>
                  <a:pt x="1" y="25812"/>
                  <a:pt x="260" y="27430"/>
                </a:cubicBezTo>
                <a:cubicBezTo>
                  <a:pt x="492" y="28879"/>
                  <a:pt x="1335" y="30155"/>
                  <a:pt x="2522" y="31002"/>
                </a:cubicBezTo>
                <a:cubicBezTo>
                  <a:pt x="4075" y="32113"/>
                  <a:pt x="5983" y="32151"/>
                  <a:pt x="7776" y="32592"/>
                </a:cubicBezTo>
                <a:cubicBezTo>
                  <a:pt x="8842" y="32854"/>
                  <a:pt x="9811" y="33288"/>
                  <a:pt x="10781" y="33793"/>
                </a:cubicBezTo>
                <a:cubicBezTo>
                  <a:pt x="11645" y="34243"/>
                  <a:pt x="12521" y="34712"/>
                  <a:pt x="13471" y="34955"/>
                </a:cubicBezTo>
                <a:cubicBezTo>
                  <a:pt x="13862" y="35055"/>
                  <a:pt x="14239" y="35101"/>
                  <a:pt x="14601" y="35101"/>
                </a:cubicBezTo>
                <a:cubicBezTo>
                  <a:pt x="17110" y="35101"/>
                  <a:pt x="18927" y="32866"/>
                  <a:pt x="20020" y="30681"/>
                </a:cubicBezTo>
                <a:cubicBezTo>
                  <a:pt x="20777" y="29168"/>
                  <a:pt x="21257" y="27567"/>
                  <a:pt x="21717" y="25944"/>
                </a:cubicBezTo>
                <a:cubicBezTo>
                  <a:pt x="22028" y="24842"/>
                  <a:pt x="22467" y="23782"/>
                  <a:pt x="22770" y="22681"/>
                </a:cubicBezTo>
                <a:cubicBezTo>
                  <a:pt x="23019" y="21772"/>
                  <a:pt x="23104" y="20802"/>
                  <a:pt x="22821" y="19884"/>
                </a:cubicBezTo>
                <a:cubicBezTo>
                  <a:pt x="22364" y="18403"/>
                  <a:pt x="21225" y="17383"/>
                  <a:pt x="19988" y="16530"/>
                </a:cubicBezTo>
                <a:cubicBezTo>
                  <a:pt x="19597" y="16261"/>
                  <a:pt x="19194" y="15997"/>
                  <a:pt x="18806" y="15717"/>
                </a:cubicBezTo>
                <a:cubicBezTo>
                  <a:pt x="18719" y="15606"/>
                  <a:pt x="18634" y="15494"/>
                  <a:pt x="18552" y="15379"/>
                </a:cubicBezTo>
                <a:cubicBezTo>
                  <a:pt x="18168" y="14629"/>
                  <a:pt x="17880" y="13825"/>
                  <a:pt x="17679" y="13018"/>
                </a:cubicBezTo>
                <a:cubicBezTo>
                  <a:pt x="17254" y="11321"/>
                  <a:pt x="17274" y="9653"/>
                  <a:pt x="17365" y="7924"/>
                </a:cubicBezTo>
                <a:cubicBezTo>
                  <a:pt x="17506" y="5227"/>
                  <a:pt x="16889" y="1992"/>
                  <a:pt x="14215" y="699"/>
                </a:cubicBezTo>
                <a:cubicBezTo>
                  <a:pt x="13221" y="219"/>
                  <a:pt x="12107" y="1"/>
                  <a:pt x="10974"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82" name="Google Shape;282;p9"/>
          <p:cNvGrpSpPr/>
          <p:nvPr/>
        </p:nvGrpSpPr>
        <p:grpSpPr>
          <a:xfrm>
            <a:off x="1529622" y="877036"/>
            <a:ext cx="7171621" cy="3970452"/>
            <a:chOff x="627130" y="128603"/>
            <a:chExt cx="8316852" cy="4604490"/>
          </a:xfrm>
        </p:grpSpPr>
        <p:grpSp>
          <p:nvGrpSpPr>
            <p:cNvPr id="283" name="Google Shape;283;p9"/>
            <p:cNvGrpSpPr/>
            <p:nvPr/>
          </p:nvGrpSpPr>
          <p:grpSpPr>
            <a:xfrm>
              <a:off x="627130" y="128603"/>
              <a:ext cx="8316852" cy="4604490"/>
              <a:chOff x="627130" y="428622"/>
              <a:chExt cx="8316852" cy="4568400"/>
            </a:xfrm>
          </p:grpSpPr>
          <p:sp>
            <p:nvSpPr>
              <p:cNvPr id="284" name="Google Shape;284;p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85" name="Google Shape;285;p9"/>
              <p:cNvGrpSpPr/>
              <p:nvPr/>
            </p:nvGrpSpPr>
            <p:grpSpPr>
              <a:xfrm>
                <a:off x="627130" y="428636"/>
                <a:ext cx="8316852" cy="490301"/>
                <a:chOff x="280295" y="238126"/>
                <a:chExt cx="9047924" cy="533400"/>
              </a:xfrm>
            </p:grpSpPr>
            <p:sp>
              <p:nvSpPr>
                <p:cNvPr id="286" name="Google Shape;286;p9"/>
                <p:cNvSpPr/>
                <p:nvPr/>
              </p:nvSpPr>
              <p:spPr>
                <a:xfrm>
                  <a:off x="280520" y="238126"/>
                  <a:ext cx="9047700" cy="533400"/>
                </a:xfrm>
                <a:prstGeom prst="round2SameRect">
                  <a:avLst>
                    <a:gd name="adj1" fmla="val 3721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7" name="Google Shape;287;p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88" name="Google Shape;288;p9"/>
                <p:cNvGrpSpPr/>
                <p:nvPr/>
              </p:nvGrpSpPr>
              <p:grpSpPr>
                <a:xfrm>
                  <a:off x="8425674" y="386584"/>
                  <a:ext cx="655694" cy="176896"/>
                  <a:chOff x="13400537" y="1039026"/>
                  <a:chExt cx="495013" cy="133547"/>
                </a:xfrm>
              </p:grpSpPr>
              <p:sp>
                <p:nvSpPr>
                  <p:cNvPr id="289" name="Google Shape;289;p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0" name="Google Shape;290;p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1" name="Google Shape;291;p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2" name="Google Shape;292;p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3" name="Google Shape;293;p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4" name="Google Shape;294;p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295" name="Google Shape;295;p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96" name="Google Shape;296;p9"/>
          <p:cNvGrpSpPr/>
          <p:nvPr/>
        </p:nvGrpSpPr>
        <p:grpSpPr>
          <a:xfrm>
            <a:off x="1124809" y="586524"/>
            <a:ext cx="7171621" cy="3970452"/>
            <a:chOff x="627130" y="128603"/>
            <a:chExt cx="8316852" cy="4604490"/>
          </a:xfrm>
        </p:grpSpPr>
        <p:grpSp>
          <p:nvGrpSpPr>
            <p:cNvPr id="297" name="Google Shape;297;p9"/>
            <p:cNvGrpSpPr/>
            <p:nvPr/>
          </p:nvGrpSpPr>
          <p:grpSpPr>
            <a:xfrm>
              <a:off x="627130" y="128603"/>
              <a:ext cx="8316852" cy="4604490"/>
              <a:chOff x="627130" y="428622"/>
              <a:chExt cx="8316852" cy="4568400"/>
            </a:xfrm>
          </p:grpSpPr>
          <p:sp>
            <p:nvSpPr>
              <p:cNvPr id="298" name="Google Shape;298;p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99" name="Google Shape;299;p9"/>
              <p:cNvGrpSpPr/>
              <p:nvPr/>
            </p:nvGrpSpPr>
            <p:grpSpPr>
              <a:xfrm>
                <a:off x="627130" y="428636"/>
                <a:ext cx="8316852" cy="490301"/>
                <a:chOff x="280295" y="238126"/>
                <a:chExt cx="9047924" cy="533400"/>
              </a:xfrm>
            </p:grpSpPr>
            <p:sp>
              <p:nvSpPr>
                <p:cNvPr id="300" name="Google Shape;300;p9"/>
                <p:cNvSpPr/>
                <p:nvPr/>
              </p:nvSpPr>
              <p:spPr>
                <a:xfrm>
                  <a:off x="280520" y="238126"/>
                  <a:ext cx="9047700" cy="533400"/>
                </a:xfrm>
                <a:prstGeom prst="round2SameRect">
                  <a:avLst>
                    <a:gd name="adj1" fmla="val 40589"/>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1" name="Google Shape;301;p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02" name="Google Shape;302;p9"/>
                <p:cNvGrpSpPr/>
                <p:nvPr/>
              </p:nvGrpSpPr>
              <p:grpSpPr>
                <a:xfrm>
                  <a:off x="8425674" y="386584"/>
                  <a:ext cx="655694" cy="176896"/>
                  <a:chOff x="13400537" y="1039026"/>
                  <a:chExt cx="495013" cy="133547"/>
                </a:xfrm>
              </p:grpSpPr>
              <p:sp>
                <p:nvSpPr>
                  <p:cNvPr id="303" name="Google Shape;303;p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4" name="Google Shape;304;p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5" name="Google Shape;305;p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6" name="Google Shape;306;p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7" name="Google Shape;307;p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8" name="Google Shape;308;p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309" name="Google Shape;309;p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10" name="Google Shape;310;p9"/>
          <p:cNvGrpSpPr/>
          <p:nvPr/>
        </p:nvGrpSpPr>
        <p:grpSpPr>
          <a:xfrm>
            <a:off x="719997" y="296011"/>
            <a:ext cx="7171621" cy="3970452"/>
            <a:chOff x="627130" y="128603"/>
            <a:chExt cx="8316852" cy="4604490"/>
          </a:xfrm>
        </p:grpSpPr>
        <p:grpSp>
          <p:nvGrpSpPr>
            <p:cNvPr id="311" name="Google Shape;311;p9"/>
            <p:cNvGrpSpPr/>
            <p:nvPr/>
          </p:nvGrpSpPr>
          <p:grpSpPr>
            <a:xfrm>
              <a:off x="627130" y="128603"/>
              <a:ext cx="8316852" cy="4604490"/>
              <a:chOff x="627130" y="428622"/>
              <a:chExt cx="8316852" cy="4568400"/>
            </a:xfrm>
          </p:grpSpPr>
          <p:sp>
            <p:nvSpPr>
              <p:cNvPr id="312" name="Google Shape;312;p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13" name="Google Shape;313;p9"/>
              <p:cNvGrpSpPr/>
              <p:nvPr/>
            </p:nvGrpSpPr>
            <p:grpSpPr>
              <a:xfrm>
                <a:off x="627130" y="428636"/>
                <a:ext cx="8316852" cy="490301"/>
                <a:chOff x="280295" y="238126"/>
                <a:chExt cx="9047924" cy="533400"/>
              </a:xfrm>
            </p:grpSpPr>
            <p:sp>
              <p:nvSpPr>
                <p:cNvPr id="314" name="Google Shape;314;p9"/>
                <p:cNvSpPr/>
                <p:nvPr/>
              </p:nvSpPr>
              <p:spPr>
                <a:xfrm>
                  <a:off x="280520" y="238126"/>
                  <a:ext cx="9047700" cy="533400"/>
                </a:xfrm>
                <a:prstGeom prst="round2SameRect">
                  <a:avLst>
                    <a:gd name="adj1" fmla="val 4396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5" name="Google Shape;315;p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16" name="Google Shape;316;p9"/>
                <p:cNvGrpSpPr/>
                <p:nvPr/>
              </p:nvGrpSpPr>
              <p:grpSpPr>
                <a:xfrm>
                  <a:off x="8425674" y="386584"/>
                  <a:ext cx="655694" cy="176896"/>
                  <a:chOff x="13400537" y="1039026"/>
                  <a:chExt cx="495013" cy="133547"/>
                </a:xfrm>
              </p:grpSpPr>
              <p:sp>
                <p:nvSpPr>
                  <p:cNvPr id="317" name="Google Shape;317;p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8" name="Google Shape;318;p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9" name="Google Shape;319;p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0" name="Google Shape;320;p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1" name="Google Shape;321;p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2" name="Google Shape;322;p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323" name="Google Shape;323;p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324" name="Google Shape;324;p9"/>
          <p:cNvSpPr txBox="1">
            <a:spLocks noGrp="1"/>
          </p:cNvSpPr>
          <p:nvPr>
            <p:ph type="title"/>
          </p:nvPr>
        </p:nvSpPr>
        <p:spPr>
          <a:xfrm>
            <a:off x="1759257" y="1316750"/>
            <a:ext cx="5093100" cy="939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25" name="Google Shape;325;p9"/>
          <p:cNvSpPr txBox="1">
            <a:spLocks noGrp="1"/>
          </p:cNvSpPr>
          <p:nvPr>
            <p:ph type="subTitle" idx="1"/>
          </p:nvPr>
        </p:nvSpPr>
        <p:spPr>
          <a:xfrm>
            <a:off x="1757307" y="2411250"/>
            <a:ext cx="5097000" cy="11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26" name="Google Shape;326;p9"/>
          <p:cNvSpPr/>
          <p:nvPr/>
        </p:nvSpPr>
        <p:spPr>
          <a:xfrm>
            <a:off x="2645077" y="4192713"/>
            <a:ext cx="151142" cy="178492"/>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7" name="Google Shape;327;p9"/>
          <p:cNvSpPr/>
          <p:nvPr/>
        </p:nvSpPr>
        <p:spPr>
          <a:xfrm>
            <a:off x="8395725" y="1782285"/>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1936502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28"/>
        <p:cNvGrpSpPr/>
        <p:nvPr/>
      </p:nvGrpSpPr>
      <p:grpSpPr>
        <a:xfrm>
          <a:off x="0" y="0"/>
          <a:ext cx="0" cy="0"/>
          <a:chOff x="0" y="0"/>
          <a:chExt cx="0" cy="0"/>
        </a:xfrm>
      </p:grpSpPr>
      <p:sp>
        <p:nvSpPr>
          <p:cNvPr id="329" name="Google Shape;329;p10"/>
          <p:cNvSpPr txBox="1">
            <a:spLocks noGrp="1"/>
          </p:cNvSpPr>
          <p:nvPr>
            <p:ph type="title"/>
          </p:nvPr>
        </p:nvSpPr>
        <p:spPr>
          <a:xfrm>
            <a:off x="782125" y="3238500"/>
            <a:ext cx="3728100" cy="1060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330" name="Google Shape;330;p10"/>
          <p:cNvSpPr/>
          <p:nvPr/>
        </p:nvSpPr>
        <p:spPr>
          <a:xfrm>
            <a:off x="847022" y="539999"/>
            <a:ext cx="168267" cy="198751"/>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1" name="Google Shape;331;p10"/>
          <p:cNvSpPr/>
          <p:nvPr/>
        </p:nvSpPr>
        <p:spPr>
          <a:xfrm>
            <a:off x="463826" y="845925"/>
            <a:ext cx="256174" cy="30255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2" name="Google Shape;332;p10"/>
          <p:cNvSpPr/>
          <p:nvPr/>
        </p:nvSpPr>
        <p:spPr>
          <a:xfrm>
            <a:off x="8423989" y="4040601"/>
            <a:ext cx="256275" cy="30265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3" name="Google Shape;333;p10"/>
          <p:cNvSpPr/>
          <p:nvPr/>
        </p:nvSpPr>
        <p:spPr>
          <a:xfrm>
            <a:off x="8086022" y="4504124"/>
            <a:ext cx="168267" cy="198751"/>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4" name="Google Shape;334;p10"/>
          <p:cNvSpPr/>
          <p:nvPr/>
        </p:nvSpPr>
        <p:spPr>
          <a:xfrm>
            <a:off x="8086022" y="3899011"/>
            <a:ext cx="168267" cy="198751"/>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690653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35"/>
        <p:cNvGrpSpPr/>
        <p:nvPr/>
      </p:nvGrpSpPr>
      <p:grpSpPr>
        <a:xfrm>
          <a:off x="0" y="0"/>
          <a:ext cx="0" cy="0"/>
          <a:chOff x="0" y="0"/>
          <a:chExt cx="0" cy="0"/>
        </a:xfrm>
      </p:grpSpPr>
      <p:sp>
        <p:nvSpPr>
          <p:cNvPr id="336" name="Google Shape;336;p11"/>
          <p:cNvSpPr/>
          <p:nvPr/>
        </p:nvSpPr>
        <p:spPr>
          <a:xfrm rot="1316312" flipH="1">
            <a:off x="-658508" y="-538635"/>
            <a:ext cx="9143952" cy="5639746"/>
          </a:xfrm>
          <a:custGeom>
            <a:avLst/>
            <a:gdLst/>
            <a:ahLst/>
            <a:cxnLst/>
            <a:rect l="l" t="t" r="r" b="b"/>
            <a:pathLst>
              <a:path w="84026" h="51825" extrusionOk="0">
                <a:moveTo>
                  <a:pt x="15968" y="0"/>
                </a:moveTo>
                <a:cubicBezTo>
                  <a:pt x="11714" y="0"/>
                  <a:pt x="8281" y="1968"/>
                  <a:pt x="6763" y="6753"/>
                </a:cubicBezTo>
                <a:cubicBezTo>
                  <a:pt x="4229" y="14734"/>
                  <a:pt x="0" y="18357"/>
                  <a:pt x="1548" y="22149"/>
                </a:cubicBezTo>
                <a:cubicBezTo>
                  <a:pt x="1931" y="23084"/>
                  <a:pt x="2792" y="24551"/>
                  <a:pt x="5030" y="25888"/>
                </a:cubicBezTo>
                <a:cubicBezTo>
                  <a:pt x="6003" y="26371"/>
                  <a:pt x="7397" y="27210"/>
                  <a:pt x="8624" y="28644"/>
                </a:cubicBezTo>
                <a:cubicBezTo>
                  <a:pt x="10415" y="30734"/>
                  <a:pt x="11890" y="32746"/>
                  <a:pt x="11681" y="37096"/>
                </a:cubicBezTo>
                <a:cubicBezTo>
                  <a:pt x="11224" y="46661"/>
                  <a:pt x="15874" y="50763"/>
                  <a:pt x="22342" y="51765"/>
                </a:cubicBezTo>
                <a:cubicBezTo>
                  <a:pt x="22603" y="51805"/>
                  <a:pt x="22877" y="51824"/>
                  <a:pt x="23164" y="51824"/>
                </a:cubicBezTo>
                <a:cubicBezTo>
                  <a:pt x="28698" y="51824"/>
                  <a:pt x="38935" y="44676"/>
                  <a:pt x="48716" y="44676"/>
                </a:cubicBezTo>
                <a:cubicBezTo>
                  <a:pt x="50997" y="44676"/>
                  <a:pt x="53253" y="45065"/>
                  <a:pt x="55419" y="46024"/>
                </a:cubicBezTo>
                <a:cubicBezTo>
                  <a:pt x="58987" y="47603"/>
                  <a:pt x="62132" y="48393"/>
                  <a:pt x="64785" y="48393"/>
                </a:cubicBezTo>
                <a:cubicBezTo>
                  <a:pt x="71006" y="48393"/>
                  <a:pt x="74523" y="44051"/>
                  <a:pt x="74459" y="35363"/>
                </a:cubicBezTo>
                <a:cubicBezTo>
                  <a:pt x="74370" y="22970"/>
                  <a:pt x="84025" y="6748"/>
                  <a:pt x="69630" y="5931"/>
                </a:cubicBezTo>
                <a:cubicBezTo>
                  <a:pt x="69198" y="5907"/>
                  <a:pt x="68771" y="5895"/>
                  <a:pt x="68348" y="5895"/>
                </a:cubicBezTo>
                <a:cubicBezTo>
                  <a:pt x="58337" y="5895"/>
                  <a:pt x="50940" y="12499"/>
                  <a:pt x="43665" y="12499"/>
                </a:cubicBezTo>
                <a:cubicBezTo>
                  <a:pt x="41016" y="12499"/>
                  <a:pt x="38383" y="11623"/>
                  <a:pt x="35647" y="9235"/>
                </a:cubicBezTo>
                <a:cubicBezTo>
                  <a:pt x="29481" y="3855"/>
                  <a:pt x="21921" y="0"/>
                  <a:pt x="15968"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37" name="Google Shape;337;p11"/>
          <p:cNvGrpSpPr/>
          <p:nvPr/>
        </p:nvGrpSpPr>
        <p:grpSpPr>
          <a:xfrm>
            <a:off x="719997" y="877036"/>
            <a:ext cx="7171621" cy="3970452"/>
            <a:chOff x="627130" y="128603"/>
            <a:chExt cx="8316852" cy="4604490"/>
          </a:xfrm>
        </p:grpSpPr>
        <p:grpSp>
          <p:nvGrpSpPr>
            <p:cNvPr id="338" name="Google Shape;338;p11"/>
            <p:cNvGrpSpPr/>
            <p:nvPr/>
          </p:nvGrpSpPr>
          <p:grpSpPr>
            <a:xfrm>
              <a:off x="627130" y="128603"/>
              <a:ext cx="8316852" cy="4604490"/>
              <a:chOff x="627130" y="428622"/>
              <a:chExt cx="8316852" cy="4568400"/>
            </a:xfrm>
          </p:grpSpPr>
          <p:sp>
            <p:nvSpPr>
              <p:cNvPr id="339" name="Google Shape;339;p11"/>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40" name="Google Shape;340;p11"/>
              <p:cNvGrpSpPr/>
              <p:nvPr/>
            </p:nvGrpSpPr>
            <p:grpSpPr>
              <a:xfrm>
                <a:off x="627130" y="428636"/>
                <a:ext cx="8316852" cy="490301"/>
                <a:chOff x="280295" y="238126"/>
                <a:chExt cx="9047924" cy="533400"/>
              </a:xfrm>
            </p:grpSpPr>
            <p:sp>
              <p:nvSpPr>
                <p:cNvPr id="341" name="Google Shape;341;p11"/>
                <p:cNvSpPr/>
                <p:nvPr/>
              </p:nvSpPr>
              <p:spPr>
                <a:xfrm>
                  <a:off x="280520" y="238126"/>
                  <a:ext cx="9047700" cy="533400"/>
                </a:xfrm>
                <a:prstGeom prst="round2SameRect">
                  <a:avLst>
                    <a:gd name="adj1" fmla="val 3721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2" name="Google Shape;342;p11"/>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43" name="Google Shape;343;p11"/>
                <p:cNvGrpSpPr/>
                <p:nvPr/>
              </p:nvGrpSpPr>
              <p:grpSpPr>
                <a:xfrm>
                  <a:off x="8425674" y="386584"/>
                  <a:ext cx="655694" cy="176896"/>
                  <a:chOff x="13400537" y="1039026"/>
                  <a:chExt cx="495013" cy="133547"/>
                </a:xfrm>
              </p:grpSpPr>
              <p:sp>
                <p:nvSpPr>
                  <p:cNvPr id="344" name="Google Shape;344;p11"/>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5" name="Google Shape;345;p11"/>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6" name="Google Shape;346;p11"/>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7" name="Google Shape;347;p11"/>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8" name="Google Shape;348;p11"/>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9" name="Google Shape;349;p11"/>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350" name="Google Shape;350;p11"/>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51" name="Google Shape;351;p11"/>
          <p:cNvGrpSpPr/>
          <p:nvPr/>
        </p:nvGrpSpPr>
        <p:grpSpPr>
          <a:xfrm>
            <a:off x="1124809" y="586524"/>
            <a:ext cx="7171621" cy="3970452"/>
            <a:chOff x="627130" y="128603"/>
            <a:chExt cx="8316852" cy="4604490"/>
          </a:xfrm>
        </p:grpSpPr>
        <p:grpSp>
          <p:nvGrpSpPr>
            <p:cNvPr id="352" name="Google Shape;352;p11"/>
            <p:cNvGrpSpPr/>
            <p:nvPr/>
          </p:nvGrpSpPr>
          <p:grpSpPr>
            <a:xfrm>
              <a:off x="627130" y="128603"/>
              <a:ext cx="8316852" cy="4604490"/>
              <a:chOff x="627130" y="428622"/>
              <a:chExt cx="8316852" cy="4568400"/>
            </a:xfrm>
          </p:grpSpPr>
          <p:sp>
            <p:nvSpPr>
              <p:cNvPr id="353" name="Google Shape;353;p11"/>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54" name="Google Shape;354;p11"/>
              <p:cNvGrpSpPr/>
              <p:nvPr/>
            </p:nvGrpSpPr>
            <p:grpSpPr>
              <a:xfrm>
                <a:off x="627130" y="428636"/>
                <a:ext cx="8316852" cy="490301"/>
                <a:chOff x="280295" y="238126"/>
                <a:chExt cx="9047924" cy="533400"/>
              </a:xfrm>
            </p:grpSpPr>
            <p:sp>
              <p:nvSpPr>
                <p:cNvPr id="355" name="Google Shape;355;p11"/>
                <p:cNvSpPr/>
                <p:nvPr/>
              </p:nvSpPr>
              <p:spPr>
                <a:xfrm>
                  <a:off x="280520" y="238126"/>
                  <a:ext cx="9047700" cy="533400"/>
                </a:xfrm>
                <a:prstGeom prst="round2SameRect">
                  <a:avLst>
                    <a:gd name="adj1" fmla="val 40589"/>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56" name="Google Shape;356;p11"/>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57" name="Google Shape;357;p11"/>
                <p:cNvGrpSpPr/>
                <p:nvPr/>
              </p:nvGrpSpPr>
              <p:grpSpPr>
                <a:xfrm>
                  <a:off x="8425674" y="386584"/>
                  <a:ext cx="655694" cy="176896"/>
                  <a:chOff x="13400537" y="1039026"/>
                  <a:chExt cx="495013" cy="133547"/>
                </a:xfrm>
              </p:grpSpPr>
              <p:sp>
                <p:nvSpPr>
                  <p:cNvPr id="358" name="Google Shape;358;p11"/>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59" name="Google Shape;359;p11"/>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0" name="Google Shape;360;p11"/>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1" name="Google Shape;361;p11"/>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2" name="Google Shape;362;p11"/>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3" name="Google Shape;363;p11"/>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364" name="Google Shape;364;p11"/>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65" name="Google Shape;365;p11"/>
          <p:cNvGrpSpPr/>
          <p:nvPr/>
        </p:nvGrpSpPr>
        <p:grpSpPr>
          <a:xfrm>
            <a:off x="1529622" y="296011"/>
            <a:ext cx="7171621" cy="3970452"/>
            <a:chOff x="627130" y="128603"/>
            <a:chExt cx="8316852" cy="4604490"/>
          </a:xfrm>
        </p:grpSpPr>
        <p:grpSp>
          <p:nvGrpSpPr>
            <p:cNvPr id="366" name="Google Shape;366;p11"/>
            <p:cNvGrpSpPr/>
            <p:nvPr/>
          </p:nvGrpSpPr>
          <p:grpSpPr>
            <a:xfrm>
              <a:off x="627130" y="128603"/>
              <a:ext cx="8316852" cy="4604490"/>
              <a:chOff x="627130" y="428622"/>
              <a:chExt cx="8316852" cy="4568400"/>
            </a:xfrm>
          </p:grpSpPr>
          <p:sp>
            <p:nvSpPr>
              <p:cNvPr id="367" name="Google Shape;367;p11"/>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68" name="Google Shape;368;p11"/>
              <p:cNvGrpSpPr/>
              <p:nvPr/>
            </p:nvGrpSpPr>
            <p:grpSpPr>
              <a:xfrm>
                <a:off x="627130" y="428636"/>
                <a:ext cx="8316852" cy="490301"/>
                <a:chOff x="280295" y="238126"/>
                <a:chExt cx="9047924" cy="533400"/>
              </a:xfrm>
            </p:grpSpPr>
            <p:sp>
              <p:nvSpPr>
                <p:cNvPr id="369" name="Google Shape;369;p11"/>
                <p:cNvSpPr/>
                <p:nvPr/>
              </p:nvSpPr>
              <p:spPr>
                <a:xfrm>
                  <a:off x="280520" y="238126"/>
                  <a:ext cx="9047700" cy="533400"/>
                </a:xfrm>
                <a:prstGeom prst="round2SameRect">
                  <a:avLst>
                    <a:gd name="adj1" fmla="val 4396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0" name="Google Shape;370;p11"/>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71" name="Google Shape;371;p11"/>
                <p:cNvGrpSpPr/>
                <p:nvPr/>
              </p:nvGrpSpPr>
              <p:grpSpPr>
                <a:xfrm>
                  <a:off x="8425674" y="386584"/>
                  <a:ext cx="655694" cy="176896"/>
                  <a:chOff x="13400537" y="1039026"/>
                  <a:chExt cx="495013" cy="133547"/>
                </a:xfrm>
              </p:grpSpPr>
              <p:sp>
                <p:nvSpPr>
                  <p:cNvPr id="372" name="Google Shape;372;p11"/>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3" name="Google Shape;373;p11"/>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4" name="Google Shape;374;p11"/>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5" name="Google Shape;375;p11"/>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6" name="Google Shape;376;p11"/>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7" name="Google Shape;377;p11"/>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378" name="Google Shape;378;p11"/>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379" name="Google Shape;379;p11"/>
          <p:cNvSpPr txBox="1">
            <a:spLocks noGrp="1"/>
          </p:cNvSpPr>
          <p:nvPr>
            <p:ph type="title" hasCustomPrompt="1"/>
          </p:nvPr>
        </p:nvSpPr>
        <p:spPr>
          <a:xfrm rot="350">
            <a:off x="2168696" y="1312165"/>
            <a:ext cx="5893500" cy="15111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0" name="Google Shape;380;p11"/>
          <p:cNvSpPr txBox="1">
            <a:spLocks noGrp="1"/>
          </p:cNvSpPr>
          <p:nvPr>
            <p:ph type="subTitle" idx="1"/>
          </p:nvPr>
        </p:nvSpPr>
        <p:spPr>
          <a:xfrm>
            <a:off x="2168688" y="2962600"/>
            <a:ext cx="5893500" cy="440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1" name="Google Shape;381;p11"/>
          <p:cNvSpPr/>
          <p:nvPr/>
        </p:nvSpPr>
        <p:spPr>
          <a:xfrm>
            <a:off x="7111401" y="4471777"/>
            <a:ext cx="223102" cy="263449"/>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2" name="Google Shape;382;p11"/>
          <p:cNvSpPr/>
          <p:nvPr/>
        </p:nvSpPr>
        <p:spPr>
          <a:xfrm>
            <a:off x="1278600" y="1886715"/>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0997155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83"/>
        <p:cNvGrpSpPr/>
        <p:nvPr/>
      </p:nvGrpSpPr>
      <p:grpSpPr>
        <a:xfrm>
          <a:off x="0" y="0"/>
          <a:ext cx="0" cy="0"/>
          <a:chOff x="0" y="0"/>
          <a:chExt cx="0" cy="0"/>
        </a:xfrm>
      </p:grpSpPr>
    </p:spTree>
    <p:extLst>
      <p:ext uri="{BB962C8B-B14F-4D97-AF65-F5344CB8AC3E}">
        <p14:creationId xmlns:p14="http://schemas.microsoft.com/office/powerpoint/2010/main" val="3643534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84"/>
        <p:cNvGrpSpPr/>
        <p:nvPr/>
      </p:nvGrpSpPr>
      <p:grpSpPr>
        <a:xfrm>
          <a:off x="0" y="0"/>
          <a:ext cx="0" cy="0"/>
          <a:chOff x="0" y="0"/>
          <a:chExt cx="0" cy="0"/>
        </a:xfrm>
      </p:grpSpPr>
      <p:sp>
        <p:nvSpPr>
          <p:cNvPr id="385" name="Google Shape;385;p13"/>
          <p:cNvSpPr/>
          <p:nvPr/>
        </p:nvSpPr>
        <p:spPr>
          <a:xfrm rot="-2699971">
            <a:off x="4759174" y="-1454507"/>
            <a:ext cx="4688415" cy="6207517"/>
          </a:xfrm>
          <a:custGeom>
            <a:avLst/>
            <a:gdLst/>
            <a:ahLst/>
            <a:cxnLst/>
            <a:rect l="l" t="t" r="r" b="b"/>
            <a:pathLst>
              <a:path w="22216" h="29414" extrusionOk="0">
                <a:moveTo>
                  <a:pt x="12843" y="1"/>
                </a:moveTo>
                <a:cubicBezTo>
                  <a:pt x="12808" y="1"/>
                  <a:pt x="12774" y="1"/>
                  <a:pt x="12739" y="2"/>
                </a:cubicBezTo>
                <a:cubicBezTo>
                  <a:pt x="10638" y="19"/>
                  <a:pt x="8555" y="1199"/>
                  <a:pt x="6914" y="2638"/>
                </a:cubicBezTo>
                <a:cubicBezTo>
                  <a:pt x="5254" y="4076"/>
                  <a:pt x="4057" y="5772"/>
                  <a:pt x="2730" y="7578"/>
                </a:cubicBezTo>
                <a:cubicBezTo>
                  <a:pt x="1420" y="9385"/>
                  <a:pt x="0" y="11283"/>
                  <a:pt x="333" y="12980"/>
                </a:cubicBezTo>
                <a:cubicBezTo>
                  <a:pt x="683" y="14694"/>
                  <a:pt x="2785" y="16206"/>
                  <a:pt x="3725" y="18658"/>
                </a:cubicBezTo>
                <a:cubicBezTo>
                  <a:pt x="4664" y="21110"/>
                  <a:pt x="4443" y="24502"/>
                  <a:pt x="5753" y="26659"/>
                </a:cubicBezTo>
                <a:cubicBezTo>
                  <a:pt x="6854" y="28474"/>
                  <a:pt x="9026" y="29414"/>
                  <a:pt x="11235" y="29414"/>
                </a:cubicBezTo>
                <a:cubicBezTo>
                  <a:pt x="11652" y="29414"/>
                  <a:pt x="12069" y="29380"/>
                  <a:pt x="12481" y="29313"/>
                </a:cubicBezTo>
                <a:cubicBezTo>
                  <a:pt x="15062" y="28889"/>
                  <a:pt x="17404" y="27101"/>
                  <a:pt x="18436" y="24797"/>
                </a:cubicBezTo>
                <a:cubicBezTo>
                  <a:pt x="19469" y="22473"/>
                  <a:pt x="19192" y="19616"/>
                  <a:pt x="19395" y="17607"/>
                </a:cubicBezTo>
                <a:cubicBezTo>
                  <a:pt x="19597" y="15579"/>
                  <a:pt x="20280" y="14380"/>
                  <a:pt x="20925" y="12814"/>
                </a:cubicBezTo>
                <a:cubicBezTo>
                  <a:pt x="21571" y="11228"/>
                  <a:pt x="22215" y="9292"/>
                  <a:pt x="21902" y="7449"/>
                </a:cubicBezTo>
                <a:cubicBezTo>
                  <a:pt x="21588" y="5606"/>
                  <a:pt x="20335" y="3891"/>
                  <a:pt x="18657" y="2471"/>
                </a:cubicBezTo>
                <a:cubicBezTo>
                  <a:pt x="16989" y="1093"/>
                  <a:pt x="14911" y="1"/>
                  <a:pt x="12843"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86" name="Google Shape;386;p13"/>
          <p:cNvGrpSpPr/>
          <p:nvPr/>
        </p:nvGrpSpPr>
        <p:grpSpPr>
          <a:xfrm>
            <a:off x="171401" y="128601"/>
            <a:ext cx="8772695" cy="4795891"/>
            <a:chOff x="171400" y="128600"/>
            <a:chExt cx="8772695" cy="4795891"/>
          </a:xfrm>
        </p:grpSpPr>
        <p:grpSp>
          <p:nvGrpSpPr>
            <p:cNvPr id="387" name="Google Shape;387;p13"/>
            <p:cNvGrpSpPr/>
            <p:nvPr/>
          </p:nvGrpSpPr>
          <p:grpSpPr>
            <a:xfrm>
              <a:off x="171400" y="128600"/>
              <a:ext cx="8772695" cy="4795891"/>
              <a:chOff x="171400" y="428619"/>
              <a:chExt cx="8772695" cy="4758300"/>
            </a:xfrm>
          </p:grpSpPr>
          <p:sp>
            <p:nvSpPr>
              <p:cNvPr id="388" name="Google Shape;388;p13"/>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89" name="Google Shape;389;p13"/>
              <p:cNvGrpSpPr/>
              <p:nvPr/>
            </p:nvGrpSpPr>
            <p:grpSpPr>
              <a:xfrm>
                <a:off x="171400" y="428636"/>
                <a:ext cx="8772695" cy="490301"/>
                <a:chOff x="-215495" y="238126"/>
                <a:chExt cx="9543837" cy="533400"/>
              </a:xfrm>
            </p:grpSpPr>
            <p:sp>
              <p:nvSpPr>
                <p:cNvPr id="390" name="Google Shape;390;p13"/>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1" name="Google Shape;391;p13"/>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92" name="Google Shape;392;p13"/>
                <p:cNvGrpSpPr/>
                <p:nvPr/>
              </p:nvGrpSpPr>
              <p:grpSpPr>
                <a:xfrm>
                  <a:off x="8425674" y="386584"/>
                  <a:ext cx="655694" cy="176896"/>
                  <a:chOff x="13400537" y="1039026"/>
                  <a:chExt cx="495013" cy="133547"/>
                </a:xfrm>
              </p:grpSpPr>
              <p:sp>
                <p:nvSpPr>
                  <p:cNvPr id="393" name="Google Shape;393;p1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4" name="Google Shape;394;p1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5" name="Google Shape;395;p1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6" name="Google Shape;396;p1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7" name="Google Shape;397;p1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8" name="Google Shape;398;p1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399" name="Google Shape;399;p13"/>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400" name="Google Shape;400;p13"/>
          <p:cNvSpPr txBox="1">
            <a:spLocks noGrp="1"/>
          </p:cNvSpPr>
          <p:nvPr>
            <p:ph type="title"/>
          </p:nvPr>
        </p:nvSpPr>
        <p:spPr>
          <a:xfrm>
            <a:off x="1997568" y="1606915"/>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01" name="Google Shape;401;p13"/>
          <p:cNvSpPr txBox="1">
            <a:spLocks noGrp="1"/>
          </p:cNvSpPr>
          <p:nvPr>
            <p:ph type="subTitle" idx="1"/>
          </p:nvPr>
        </p:nvSpPr>
        <p:spPr>
          <a:xfrm>
            <a:off x="1997718" y="2133737"/>
            <a:ext cx="2336400" cy="563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402" name="Google Shape;402;p13"/>
          <p:cNvSpPr txBox="1">
            <a:spLocks noGrp="1"/>
          </p:cNvSpPr>
          <p:nvPr>
            <p:ph type="title" idx="2" hasCustomPrompt="1"/>
          </p:nvPr>
        </p:nvSpPr>
        <p:spPr>
          <a:xfrm rot="6095">
            <a:off x="5009117" y="3577969"/>
            <a:ext cx="676801" cy="53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3" name="Google Shape;403;p13"/>
          <p:cNvSpPr txBox="1">
            <a:spLocks noGrp="1"/>
          </p:cNvSpPr>
          <p:nvPr>
            <p:ph type="title" idx="3" hasCustomPrompt="1"/>
          </p:nvPr>
        </p:nvSpPr>
        <p:spPr>
          <a:xfrm>
            <a:off x="1006918" y="3577972"/>
            <a:ext cx="676800" cy="53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4" name="Google Shape;404;p13"/>
          <p:cNvSpPr txBox="1">
            <a:spLocks noGrp="1"/>
          </p:cNvSpPr>
          <p:nvPr>
            <p:ph type="title" idx="4"/>
          </p:nvPr>
        </p:nvSpPr>
        <p:spPr>
          <a:xfrm>
            <a:off x="1997568" y="3206377"/>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05" name="Google Shape;405;p13"/>
          <p:cNvSpPr txBox="1">
            <a:spLocks noGrp="1"/>
          </p:cNvSpPr>
          <p:nvPr>
            <p:ph type="subTitle" idx="5"/>
          </p:nvPr>
        </p:nvSpPr>
        <p:spPr>
          <a:xfrm>
            <a:off x="1997718" y="3733175"/>
            <a:ext cx="2336400" cy="566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406" name="Google Shape;406;p13"/>
          <p:cNvSpPr txBox="1">
            <a:spLocks noGrp="1"/>
          </p:cNvSpPr>
          <p:nvPr>
            <p:ph type="title" idx="6"/>
          </p:nvPr>
        </p:nvSpPr>
        <p:spPr>
          <a:xfrm>
            <a:off x="5992275" y="3206502"/>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07" name="Google Shape;407;p13"/>
          <p:cNvSpPr txBox="1">
            <a:spLocks noGrp="1"/>
          </p:cNvSpPr>
          <p:nvPr>
            <p:ph type="subTitle" idx="7"/>
          </p:nvPr>
        </p:nvSpPr>
        <p:spPr>
          <a:xfrm>
            <a:off x="5992125" y="3733025"/>
            <a:ext cx="2336400" cy="566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408" name="Google Shape;408;p13"/>
          <p:cNvSpPr txBox="1">
            <a:spLocks noGrp="1"/>
          </p:cNvSpPr>
          <p:nvPr>
            <p:ph type="title" idx="8"/>
          </p:nvPr>
        </p:nvSpPr>
        <p:spPr>
          <a:xfrm>
            <a:off x="5992275" y="1606915"/>
            <a:ext cx="23364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09" name="Google Shape;409;p13"/>
          <p:cNvSpPr txBox="1">
            <a:spLocks noGrp="1"/>
          </p:cNvSpPr>
          <p:nvPr>
            <p:ph type="subTitle" idx="9"/>
          </p:nvPr>
        </p:nvSpPr>
        <p:spPr>
          <a:xfrm>
            <a:off x="5992125" y="2133737"/>
            <a:ext cx="2336400" cy="563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410" name="Google Shape;410;p13"/>
          <p:cNvSpPr txBox="1">
            <a:spLocks noGrp="1"/>
          </p:cNvSpPr>
          <p:nvPr>
            <p:ph type="title" idx="13" hasCustomPrompt="1"/>
          </p:nvPr>
        </p:nvSpPr>
        <p:spPr>
          <a:xfrm rot="6095">
            <a:off x="5009125" y="1953524"/>
            <a:ext cx="676801" cy="53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11" name="Google Shape;411;p13"/>
          <p:cNvSpPr txBox="1">
            <a:spLocks noGrp="1"/>
          </p:cNvSpPr>
          <p:nvPr>
            <p:ph type="title" idx="14" hasCustomPrompt="1"/>
          </p:nvPr>
        </p:nvSpPr>
        <p:spPr>
          <a:xfrm rot="1527">
            <a:off x="1007650" y="1955025"/>
            <a:ext cx="675300" cy="527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12" name="Google Shape;412;p13"/>
          <p:cNvSpPr txBox="1">
            <a:spLocks noGrp="1"/>
          </p:cNvSpPr>
          <p:nvPr>
            <p:ph type="title" idx="15"/>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413" name="Google Shape;413;p13"/>
          <p:cNvSpPr/>
          <p:nvPr/>
        </p:nvSpPr>
        <p:spPr>
          <a:xfrm>
            <a:off x="362137" y="2110998"/>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4" name="Google Shape;414;p13"/>
          <p:cNvSpPr/>
          <p:nvPr/>
        </p:nvSpPr>
        <p:spPr>
          <a:xfrm>
            <a:off x="4648826" y="4603505"/>
            <a:ext cx="151150" cy="178497"/>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5" name="Google Shape;415;p13"/>
          <p:cNvSpPr/>
          <p:nvPr/>
        </p:nvSpPr>
        <p:spPr>
          <a:xfrm>
            <a:off x="8486487" y="1372485"/>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4279186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416"/>
        <p:cNvGrpSpPr/>
        <p:nvPr/>
      </p:nvGrpSpPr>
      <p:grpSpPr>
        <a:xfrm>
          <a:off x="0" y="0"/>
          <a:ext cx="0" cy="0"/>
          <a:chOff x="0" y="0"/>
          <a:chExt cx="0" cy="0"/>
        </a:xfrm>
      </p:grpSpPr>
      <p:sp>
        <p:nvSpPr>
          <p:cNvPr id="417" name="Google Shape;417;p14"/>
          <p:cNvSpPr/>
          <p:nvPr/>
        </p:nvSpPr>
        <p:spPr>
          <a:xfrm rot="4650514" flipH="1">
            <a:off x="1263716" y="-2454478"/>
            <a:ext cx="6616561" cy="10052463"/>
          </a:xfrm>
          <a:custGeom>
            <a:avLst/>
            <a:gdLst/>
            <a:ahLst/>
            <a:cxnLst/>
            <a:rect l="l" t="t" r="r" b="b"/>
            <a:pathLst>
              <a:path w="23104" h="35102" extrusionOk="0">
                <a:moveTo>
                  <a:pt x="10974" y="1"/>
                </a:moveTo>
                <a:cubicBezTo>
                  <a:pt x="8879" y="1"/>
                  <a:pt x="6722" y="747"/>
                  <a:pt x="5151" y="1961"/>
                </a:cubicBezTo>
                <a:cubicBezTo>
                  <a:pt x="3714" y="3072"/>
                  <a:pt x="2832" y="4652"/>
                  <a:pt x="2132" y="6304"/>
                </a:cubicBezTo>
                <a:cubicBezTo>
                  <a:pt x="1358" y="8136"/>
                  <a:pt x="959" y="10149"/>
                  <a:pt x="1433" y="12115"/>
                </a:cubicBezTo>
                <a:cubicBezTo>
                  <a:pt x="1675" y="13117"/>
                  <a:pt x="2159" y="13987"/>
                  <a:pt x="2675" y="14870"/>
                </a:cubicBezTo>
                <a:cubicBezTo>
                  <a:pt x="3194" y="15757"/>
                  <a:pt x="3732" y="16703"/>
                  <a:pt x="3830" y="17748"/>
                </a:cubicBezTo>
                <a:cubicBezTo>
                  <a:pt x="4020" y="19788"/>
                  <a:pt x="2420" y="21307"/>
                  <a:pt x="1381" y="22871"/>
                </a:cubicBezTo>
                <a:cubicBezTo>
                  <a:pt x="488" y="24218"/>
                  <a:pt x="1" y="25812"/>
                  <a:pt x="260" y="27430"/>
                </a:cubicBezTo>
                <a:cubicBezTo>
                  <a:pt x="492" y="28879"/>
                  <a:pt x="1335" y="30155"/>
                  <a:pt x="2522" y="31002"/>
                </a:cubicBezTo>
                <a:cubicBezTo>
                  <a:pt x="4075" y="32113"/>
                  <a:pt x="5983" y="32151"/>
                  <a:pt x="7776" y="32592"/>
                </a:cubicBezTo>
                <a:cubicBezTo>
                  <a:pt x="8842" y="32854"/>
                  <a:pt x="9811" y="33288"/>
                  <a:pt x="10781" y="33793"/>
                </a:cubicBezTo>
                <a:cubicBezTo>
                  <a:pt x="11645" y="34243"/>
                  <a:pt x="12521" y="34712"/>
                  <a:pt x="13471" y="34955"/>
                </a:cubicBezTo>
                <a:cubicBezTo>
                  <a:pt x="13862" y="35055"/>
                  <a:pt x="14239" y="35101"/>
                  <a:pt x="14601" y="35101"/>
                </a:cubicBezTo>
                <a:cubicBezTo>
                  <a:pt x="17110" y="35101"/>
                  <a:pt x="18927" y="32866"/>
                  <a:pt x="20020" y="30681"/>
                </a:cubicBezTo>
                <a:cubicBezTo>
                  <a:pt x="20777" y="29168"/>
                  <a:pt x="21257" y="27567"/>
                  <a:pt x="21717" y="25944"/>
                </a:cubicBezTo>
                <a:cubicBezTo>
                  <a:pt x="22028" y="24842"/>
                  <a:pt x="22467" y="23782"/>
                  <a:pt x="22770" y="22681"/>
                </a:cubicBezTo>
                <a:cubicBezTo>
                  <a:pt x="23019" y="21772"/>
                  <a:pt x="23104" y="20802"/>
                  <a:pt x="22821" y="19884"/>
                </a:cubicBezTo>
                <a:cubicBezTo>
                  <a:pt x="22364" y="18403"/>
                  <a:pt x="21225" y="17383"/>
                  <a:pt x="19988" y="16530"/>
                </a:cubicBezTo>
                <a:cubicBezTo>
                  <a:pt x="19597" y="16261"/>
                  <a:pt x="19194" y="15997"/>
                  <a:pt x="18806" y="15717"/>
                </a:cubicBezTo>
                <a:cubicBezTo>
                  <a:pt x="18719" y="15606"/>
                  <a:pt x="18634" y="15494"/>
                  <a:pt x="18552" y="15379"/>
                </a:cubicBezTo>
                <a:cubicBezTo>
                  <a:pt x="18168" y="14629"/>
                  <a:pt x="17880" y="13825"/>
                  <a:pt x="17679" y="13018"/>
                </a:cubicBezTo>
                <a:cubicBezTo>
                  <a:pt x="17254" y="11321"/>
                  <a:pt x="17274" y="9653"/>
                  <a:pt x="17365" y="7924"/>
                </a:cubicBezTo>
                <a:cubicBezTo>
                  <a:pt x="17506" y="5227"/>
                  <a:pt x="16889" y="1992"/>
                  <a:pt x="14215" y="699"/>
                </a:cubicBezTo>
                <a:cubicBezTo>
                  <a:pt x="13221" y="219"/>
                  <a:pt x="12107" y="1"/>
                  <a:pt x="10974"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18" name="Google Shape;418;p14"/>
          <p:cNvGrpSpPr/>
          <p:nvPr/>
        </p:nvGrpSpPr>
        <p:grpSpPr>
          <a:xfrm>
            <a:off x="1361367" y="783062"/>
            <a:ext cx="6275065" cy="3474088"/>
            <a:chOff x="627130" y="128603"/>
            <a:chExt cx="8316852" cy="4604490"/>
          </a:xfrm>
        </p:grpSpPr>
        <p:grpSp>
          <p:nvGrpSpPr>
            <p:cNvPr id="419" name="Google Shape;419;p14"/>
            <p:cNvGrpSpPr/>
            <p:nvPr/>
          </p:nvGrpSpPr>
          <p:grpSpPr>
            <a:xfrm>
              <a:off x="627130" y="128603"/>
              <a:ext cx="8316852" cy="4604490"/>
              <a:chOff x="627130" y="428622"/>
              <a:chExt cx="8316852" cy="4568400"/>
            </a:xfrm>
          </p:grpSpPr>
          <p:sp>
            <p:nvSpPr>
              <p:cNvPr id="420" name="Google Shape;420;p14"/>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21" name="Google Shape;421;p14"/>
              <p:cNvGrpSpPr/>
              <p:nvPr/>
            </p:nvGrpSpPr>
            <p:grpSpPr>
              <a:xfrm>
                <a:off x="627130" y="428636"/>
                <a:ext cx="8316852" cy="490301"/>
                <a:chOff x="280295" y="238126"/>
                <a:chExt cx="9047924" cy="533400"/>
              </a:xfrm>
            </p:grpSpPr>
            <p:sp>
              <p:nvSpPr>
                <p:cNvPr id="422" name="Google Shape;422;p14"/>
                <p:cNvSpPr/>
                <p:nvPr/>
              </p:nvSpPr>
              <p:spPr>
                <a:xfrm>
                  <a:off x="280520" y="238126"/>
                  <a:ext cx="9047700" cy="533400"/>
                </a:xfrm>
                <a:prstGeom prst="round2SameRect">
                  <a:avLst>
                    <a:gd name="adj1" fmla="val 43064"/>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3" name="Google Shape;423;p14"/>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24" name="Google Shape;424;p14"/>
                <p:cNvGrpSpPr/>
                <p:nvPr/>
              </p:nvGrpSpPr>
              <p:grpSpPr>
                <a:xfrm>
                  <a:off x="8425674" y="386584"/>
                  <a:ext cx="655694" cy="176896"/>
                  <a:chOff x="13400537" y="1039026"/>
                  <a:chExt cx="495013" cy="133547"/>
                </a:xfrm>
              </p:grpSpPr>
              <p:sp>
                <p:nvSpPr>
                  <p:cNvPr id="425" name="Google Shape;425;p14"/>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6" name="Google Shape;426;p14"/>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7" name="Google Shape;427;p14"/>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8" name="Google Shape;428;p14"/>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9" name="Google Shape;429;p14"/>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0" name="Google Shape;430;p14"/>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431" name="Google Shape;431;p14"/>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432" name="Google Shape;432;p14"/>
          <p:cNvSpPr txBox="1">
            <a:spLocks noGrp="1"/>
          </p:cNvSpPr>
          <p:nvPr>
            <p:ph type="title"/>
          </p:nvPr>
        </p:nvSpPr>
        <p:spPr>
          <a:xfrm>
            <a:off x="3950637" y="1782500"/>
            <a:ext cx="33393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3" name="Google Shape;433;p14"/>
          <p:cNvSpPr txBox="1">
            <a:spLocks noGrp="1"/>
          </p:cNvSpPr>
          <p:nvPr>
            <p:ph type="title" idx="2" hasCustomPrompt="1"/>
          </p:nvPr>
        </p:nvSpPr>
        <p:spPr>
          <a:xfrm>
            <a:off x="1621951" y="2809835"/>
            <a:ext cx="15501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34" name="Google Shape;434;p14"/>
          <p:cNvSpPr txBox="1">
            <a:spLocks noGrp="1"/>
          </p:cNvSpPr>
          <p:nvPr>
            <p:ph type="subTitle" idx="1"/>
          </p:nvPr>
        </p:nvSpPr>
        <p:spPr>
          <a:xfrm rot="618">
            <a:off x="3950761" y="2730101"/>
            <a:ext cx="3339300" cy="630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17932019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435"/>
        <p:cNvGrpSpPr/>
        <p:nvPr/>
      </p:nvGrpSpPr>
      <p:grpSpPr>
        <a:xfrm>
          <a:off x="0" y="0"/>
          <a:ext cx="0" cy="0"/>
          <a:chOff x="0" y="0"/>
          <a:chExt cx="0" cy="0"/>
        </a:xfrm>
      </p:grpSpPr>
      <p:sp>
        <p:nvSpPr>
          <p:cNvPr id="436" name="Google Shape;436;p15"/>
          <p:cNvSpPr/>
          <p:nvPr/>
        </p:nvSpPr>
        <p:spPr>
          <a:xfrm>
            <a:off x="280226" y="-66675"/>
            <a:ext cx="5051374" cy="5276868"/>
          </a:xfrm>
          <a:custGeom>
            <a:avLst/>
            <a:gdLst/>
            <a:ahLst/>
            <a:cxnLst/>
            <a:rect l="l" t="t" r="r" b="b"/>
            <a:pathLst>
              <a:path w="28741" h="30024" extrusionOk="0">
                <a:moveTo>
                  <a:pt x="16290" y="0"/>
                </a:moveTo>
                <a:cubicBezTo>
                  <a:pt x="15349" y="0"/>
                  <a:pt x="14432" y="121"/>
                  <a:pt x="13568" y="372"/>
                </a:cubicBezTo>
                <a:cubicBezTo>
                  <a:pt x="10969" y="1128"/>
                  <a:pt x="8867" y="3064"/>
                  <a:pt x="6802" y="4741"/>
                </a:cubicBezTo>
                <a:cubicBezTo>
                  <a:pt x="4738" y="6401"/>
                  <a:pt x="2728" y="7802"/>
                  <a:pt x="1549" y="9774"/>
                </a:cubicBezTo>
                <a:cubicBezTo>
                  <a:pt x="369" y="11747"/>
                  <a:pt x="0" y="14273"/>
                  <a:pt x="295" y="16742"/>
                </a:cubicBezTo>
                <a:cubicBezTo>
                  <a:pt x="571" y="19232"/>
                  <a:pt x="1492" y="21684"/>
                  <a:pt x="2893" y="24208"/>
                </a:cubicBezTo>
                <a:cubicBezTo>
                  <a:pt x="4295" y="26753"/>
                  <a:pt x="6175" y="29389"/>
                  <a:pt x="8553" y="29923"/>
                </a:cubicBezTo>
                <a:cubicBezTo>
                  <a:pt x="8873" y="29993"/>
                  <a:pt x="9201" y="30024"/>
                  <a:pt x="9538" y="30024"/>
                </a:cubicBezTo>
                <a:cubicBezTo>
                  <a:pt x="11710" y="30024"/>
                  <a:pt x="14224" y="28716"/>
                  <a:pt x="16794" y="27822"/>
                </a:cubicBezTo>
                <a:cubicBezTo>
                  <a:pt x="19743" y="26790"/>
                  <a:pt x="22749" y="26329"/>
                  <a:pt x="24426" y="24577"/>
                </a:cubicBezTo>
                <a:cubicBezTo>
                  <a:pt x="26103" y="22845"/>
                  <a:pt x="26454" y="19839"/>
                  <a:pt x="27099" y="16742"/>
                </a:cubicBezTo>
                <a:cubicBezTo>
                  <a:pt x="27763" y="13645"/>
                  <a:pt x="28740" y="10456"/>
                  <a:pt x="27984" y="7728"/>
                </a:cubicBezTo>
                <a:cubicBezTo>
                  <a:pt x="27247" y="5000"/>
                  <a:pt x="24795" y="2732"/>
                  <a:pt x="22029" y="1386"/>
                </a:cubicBezTo>
                <a:cubicBezTo>
                  <a:pt x="20171" y="488"/>
                  <a:pt x="18181" y="0"/>
                  <a:pt x="16290"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&gt;</a:t>
            </a:r>
            <a:endParaRPr sz="1800" dirty="0"/>
          </a:p>
        </p:txBody>
      </p:sp>
      <p:grpSp>
        <p:nvGrpSpPr>
          <p:cNvPr id="437" name="Google Shape;437;p15"/>
          <p:cNvGrpSpPr/>
          <p:nvPr/>
        </p:nvGrpSpPr>
        <p:grpSpPr>
          <a:xfrm>
            <a:off x="4414251" y="395000"/>
            <a:ext cx="4404574" cy="3467400"/>
            <a:chOff x="4414250" y="395000"/>
            <a:chExt cx="4404574" cy="3467400"/>
          </a:xfrm>
        </p:grpSpPr>
        <p:grpSp>
          <p:nvGrpSpPr>
            <p:cNvPr id="438" name="Google Shape;438;p15"/>
            <p:cNvGrpSpPr/>
            <p:nvPr/>
          </p:nvGrpSpPr>
          <p:grpSpPr>
            <a:xfrm>
              <a:off x="4991950" y="701925"/>
              <a:ext cx="3826874" cy="3160475"/>
              <a:chOff x="4716495" y="128594"/>
              <a:chExt cx="4227655" cy="3491466"/>
            </a:xfrm>
          </p:grpSpPr>
          <p:grpSp>
            <p:nvGrpSpPr>
              <p:cNvPr id="439" name="Google Shape;439;p15"/>
              <p:cNvGrpSpPr/>
              <p:nvPr/>
            </p:nvGrpSpPr>
            <p:grpSpPr>
              <a:xfrm>
                <a:off x="4716495" y="128594"/>
                <a:ext cx="4227655" cy="3491466"/>
                <a:chOff x="4716494" y="428613"/>
                <a:chExt cx="4227655" cy="3464100"/>
              </a:xfrm>
            </p:grpSpPr>
            <p:sp>
              <p:nvSpPr>
                <p:cNvPr id="440" name="Google Shape;440;p15"/>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41" name="Google Shape;441;p15"/>
                <p:cNvGrpSpPr/>
                <p:nvPr/>
              </p:nvGrpSpPr>
              <p:grpSpPr>
                <a:xfrm>
                  <a:off x="4716494" y="428627"/>
                  <a:ext cx="4227482" cy="490301"/>
                  <a:chOff x="4729125" y="238117"/>
                  <a:chExt cx="4599089" cy="533400"/>
                </a:xfrm>
              </p:grpSpPr>
              <p:sp>
                <p:nvSpPr>
                  <p:cNvPr id="442" name="Google Shape;442;p15"/>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3" name="Google Shape;443;p15"/>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44" name="Google Shape;444;p15"/>
                  <p:cNvGrpSpPr/>
                  <p:nvPr/>
                </p:nvGrpSpPr>
                <p:grpSpPr>
                  <a:xfrm>
                    <a:off x="8425674" y="386584"/>
                    <a:ext cx="655694" cy="176896"/>
                    <a:chOff x="13400537" y="1039026"/>
                    <a:chExt cx="495013" cy="133547"/>
                  </a:xfrm>
                </p:grpSpPr>
                <p:sp>
                  <p:nvSpPr>
                    <p:cNvPr id="445" name="Google Shape;445;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6" name="Google Shape;446;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7" name="Google Shape;447;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8" name="Google Shape;448;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9" name="Google Shape;449;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0" name="Google Shape;450;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451" name="Google Shape;451;p15"/>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52" name="Google Shape;452;p15"/>
            <p:cNvGrpSpPr/>
            <p:nvPr/>
          </p:nvGrpSpPr>
          <p:grpSpPr>
            <a:xfrm>
              <a:off x="4703100" y="548463"/>
              <a:ext cx="3826874" cy="3160475"/>
              <a:chOff x="4716495" y="128594"/>
              <a:chExt cx="4227655" cy="3491466"/>
            </a:xfrm>
          </p:grpSpPr>
          <p:grpSp>
            <p:nvGrpSpPr>
              <p:cNvPr id="453" name="Google Shape;453;p15"/>
              <p:cNvGrpSpPr/>
              <p:nvPr/>
            </p:nvGrpSpPr>
            <p:grpSpPr>
              <a:xfrm>
                <a:off x="4716495" y="128594"/>
                <a:ext cx="4227655" cy="3491466"/>
                <a:chOff x="4716494" y="428613"/>
                <a:chExt cx="4227655" cy="3464100"/>
              </a:xfrm>
            </p:grpSpPr>
            <p:sp>
              <p:nvSpPr>
                <p:cNvPr id="454" name="Google Shape;454;p15"/>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55" name="Google Shape;455;p15"/>
                <p:cNvGrpSpPr/>
                <p:nvPr/>
              </p:nvGrpSpPr>
              <p:grpSpPr>
                <a:xfrm>
                  <a:off x="4716494" y="428627"/>
                  <a:ext cx="4227482" cy="490301"/>
                  <a:chOff x="4729125" y="238117"/>
                  <a:chExt cx="4599089" cy="533400"/>
                </a:xfrm>
              </p:grpSpPr>
              <p:sp>
                <p:nvSpPr>
                  <p:cNvPr id="456" name="Google Shape;456;p15"/>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7" name="Google Shape;457;p15"/>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58" name="Google Shape;458;p15"/>
                  <p:cNvGrpSpPr/>
                  <p:nvPr/>
                </p:nvGrpSpPr>
                <p:grpSpPr>
                  <a:xfrm>
                    <a:off x="8425674" y="386584"/>
                    <a:ext cx="655694" cy="176896"/>
                    <a:chOff x="13400537" y="1039026"/>
                    <a:chExt cx="495013" cy="133547"/>
                  </a:xfrm>
                </p:grpSpPr>
                <p:sp>
                  <p:nvSpPr>
                    <p:cNvPr id="459" name="Google Shape;459;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0" name="Google Shape;460;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1" name="Google Shape;461;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2" name="Google Shape;462;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3" name="Google Shape;463;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4" name="Google Shape;464;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465" name="Google Shape;465;p15"/>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66" name="Google Shape;466;p15"/>
            <p:cNvGrpSpPr/>
            <p:nvPr/>
          </p:nvGrpSpPr>
          <p:grpSpPr>
            <a:xfrm>
              <a:off x="4414250" y="395000"/>
              <a:ext cx="3826874" cy="3160475"/>
              <a:chOff x="4716495" y="128594"/>
              <a:chExt cx="4227655" cy="3491466"/>
            </a:xfrm>
          </p:grpSpPr>
          <p:grpSp>
            <p:nvGrpSpPr>
              <p:cNvPr id="467" name="Google Shape;467;p15"/>
              <p:cNvGrpSpPr/>
              <p:nvPr/>
            </p:nvGrpSpPr>
            <p:grpSpPr>
              <a:xfrm>
                <a:off x="4716495" y="128594"/>
                <a:ext cx="4227655" cy="3491466"/>
                <a:chOff x="4716494" y="428613"/>
                <a:chExt cx="4227655" cy="3464100"/>
              </a:xfrm>
            </p:grpSpPr>
            <p:sp>
              <p:nvSpPr>
                <p:cNvPr id="468" name="Google Shape;468;p15"/>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69" name="Google Shape;469;p15"/>
                <p:cNvGrpSpPr/>
                <p:nvPr/>
              </p:nvGrpSpPr>
              <p:grpSpPr>
                <a:xfrm>
                  <a:off x="4716494" y="428627"/>
                  <a:ext cx="4227482" cy="490301"/>
                  <a:chOff x="4729125" y="238117"/>
                  <a:chExt cx="4599089" cy="533400"/>
                </a:xfrm>
              </p:grpSpPr>
              <p:sp>
                <p:nvSpPr>
                  <p:cNvPr id="470" name="Google Shape;470;p15"/>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1" name="Google Shape;471;p15"/>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72" name="Google Shape;472;p15"/>
                  <p:cNvGrpSpPr/>
                  <p:nvPr/>
                </p:nvGrpSpPr>
                <p:grpSpPr>
                  <a:xfrm>
                    <a:off x="8425674" y="386584"/>
                    <a:ext cx="655694" cy="176896"/>
                    <a:chOff x="13400537" y="1039026"/>
                    <a:chExt cx="495013" cy="133547"/>
                  </a:xfrm>
                </p:grpSpPr>
                <p:sp>
                  <p:nvSpPr>
                    <p:cNvPr id="473" name="Google Shape;473;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4" name="Google Shape;474;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5" name="Google Shape;475;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6" name="Google Shape;476;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7" name="Google Shape;477;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8" name="Google Shape;478;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479" name="Google Shape;479;p15"/>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480" name="Google Shape;480;p15"/>
          <p:cNvSpPr txBox="1">
            <a:spLocks noGrp="1"/>
          </p:cNvSpPr>
          <p:nvPr>
            <p:ph type="title"/>
          </p:nvPr>
        </p:nvSpPr>
        <p:spPr>
          <a:xfrm>
            <a:off x="1466152" y="2079825"/>
            <a:ext cx="27264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1" name="Google Shape;481;p15"/>
          <p:cNvSpPr txBox="1">
            <a:spLocks noGrp="1"/>
          </p:cNvSpPr>
          <p:nvPr>
            <p:ph type="title" idx="2" hasCustomPrompt="1"/>
          </p:nvPr>
        </p:nvSpPr>
        <p:spPr>
          <a:xfrm>
            <a:off x="5552639" y="1454673"/>
            <a:ext cx="15501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82" name="Google Shape;482;p15"/>
          <p:cNvSpPr txBox="1">
            <a:spLocks noGrp="1"/>
          </p:cNvSpPr>
          <p:nvPr>
            <p:ph type="subTitle" idx="1"/>
          </p:nvPr>
        </p:nvSpPr>
        <p:spPr>
          <a:xfrm rot="757">
            <a:off x="1466254" y="3027425"/>
            <a:ext cx="2726400" cy="630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483" name="Google Shape;483;p15"/>
          <p:cNvGrpSpPr/>
          <p:nvPr/>
        </p:nvGrpSpPr>
        <p:grpSpPr>
          <a:xfrm>
            <a:off x="719989" y="774935"/>
            <a:ext cx="6811502" cy="3771078"/>
            <a:chOff x="627130" y="128603"/>
            <a:chExt cx="8316852" cy="4604490"/>
          </a:xfrm>
        </p:grpSpPr>
        <p:grpSp>
          <p:nvGrpSpPr>
            <p:cNvPr id="484" name="Google Shape;484;p15"/>
            <p:cNvGrpSpPr/>
            <p:nvPr/>
          </p:nvGrpSpPr>
          <p:grpSpPr>
            <a:xfrm>
              <a:off x="627130" y="128603"/>
              <a:ext cx="8316852" cy="4604490"/>
              <a:chOff x="627130" y="428622"/>
              <a:chExt cx="8316852" cy="4568400"/>
            </a:xfrm>
          </p:grpSpPr>
          <p:sp>
            <p:nvSpPr>
              <p:cNvPr id="485" name="Google Shape;485;p15"/>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86" name="Google Shape;486;p15"/>
              <p:cNvGrpSpPr/>
              <p:nvPr/>
            </p:nvGrpSpPr>
            <p:grpSpPr>
              <a:xfrm>
                <a:off x="627130" y="428636"/>
                <a:ext cx="8316852" cy="490301"/>
                <a:chOff x="280295" y="238126"/>
                <a:chExt cx="9047924" cy="533400"/>
              </a:xfrm>
            </p:grpSpPr>
            <p:sp>
              <p:nvSpPr>
                <p:cNvPr id="487" name="Google Shape;487;p15"/>
                <p:cNvSpPr/>
                <p:nvPr/>
              </p:nvSpPr>
              <p:spPr>
                <a:xfrm>
                  <a:off x="280520" y="238126"/>
                  <a:ext cx="9047700" cy="533400"/>
                </a:xfrm>
                <a:prstGeom prst="round2SameRect">
                  <a:avLst>
                    <a:gd name="adj1" fmla="val 3546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8" name="Google Shape;488;p15"/>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89" name="Google Shape;489;p15"/>
                <p:cNvGrpSpPr/>
                <p:nvPr/>
              </p:nvGrpSpPr>
              <p:grpSpPr>
                <a:xfrm>
                  <a:off x="8425674" y="386584"/>
                  <a:ext cx="655694" cy="176896"/>
                  <a:chOff x="13400537" y="1039026"/>
                  <a:chExt cx="495013" cy="133547"/>
                </a:xfrm>
              </p:grpSpPr>
              <p:sp>
                <p:nvSpPr>
                  <p:cNvPr id="490" name="Google Shape;490;p1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1" name="Google Shape;491;p1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2" name="Google Shape;492;p1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3" name="Google Shape;493;p1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4" name="Google Shape;494;p1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5" name="Google Shape;495;p1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496" name="Google Shape;496;p15"/>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97" name="Google Shape;497;p15"/>
          <p:cNvGrpSpPr/>
          <p:nvPr/>
        </p:nvGrpSpPr>
        <p:grpSpPr>
          <a:xfrm>
            <a:off x="6288455" y="3393020"/>
            <a:ext cx="960971" cy="960987"/>
            <a:chOff x="3265750" y="653125"/>
            <a:chExt cx="340625" cy="434325"/>
          </a:xfrm>
        </p:grpSpPr>
        <p:sp>
          <p:nvSpPr>
            <p:cNvPr id="498" name="Google Shape;498;p15"/>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9" name="Google Shape;499;p15"/>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0" name="Google Shape;500;p15"/>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1" name="Google Shape;501;p15"/>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2" name="Google Shape;502;p15"/>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3" name="Google Shape;503;p15"/>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4" name="Google Shape;504;p15"/>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5" name="Google Shape;505;p15"/>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06" name="Google Shape;506;p15"/>
          <p:cNvGrpSpPr/>
          <p:nvPr/>
        </p:nvGrpSpPr>
        <p:grpSpPr>
          <a:xfrm>
            <a:off x="5137855" y="3392414"/>
            <a:ext cx="961925" cy="962160"/>
            <a:chOff x="2494400" y="653125"/>
            <a:chExt cx="340625" cy="434325"/>
          </a:xfrm>
        </p:grpSpPr>
        <p:sp>
          <p:nvSpPr>
            <p:cNvPr id="507" name="Google Shape;507;p15"/>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8" name="Google Shape;508;p15"/>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9" name="Google Shape;509;p15"/>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0" name="Google Shape;510;p15"/>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1" name="Google Shape;511;p15"/>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2" name="Google Shape;512;p15"/>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3" name="Google Shape;513;p15"/>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4" name="Google Shape;514;p15"/>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15" name="Google Shape;515;p15"/>
          <p:cNvGrpSpPr/>
          <p:nvPr/>
        </p:nvGrpSpPr>
        <p:grpSpPr>
          <a:xfrm rot="-2576083" flipH="1">
            <a:off x="7687724" y="2619622"/>
            <a:ext cx="1188522" cy="1535887"/>
            <a:chOff x="5543700" y="1778175"/>
            <a:chExt cx="396425" cy="512275"/>
          </a:xfrm>
        </p:grpSpPr>
        <p:sp>
          <p:nvSpPr>
            <p:cNvPr id="516" name="Google Shape;516;p15"/>
            <p:cNvSpPr/>
            <p:nvPr/>
          </p:nvSpPr>
          <p:spPr>
            <a:xfrm>
              <a:off x="5757250" y="1784975"/>
              <a:ext cx="176150" cy="157550"/>
            </a:xfrm>
            <a:custGeom>
              <a:avLst/>
              <a:gdLst/>
              <a:ahLst/>
              <a:cxnLst/>
              <a:rect l="l" t="t" r="r" b="b"/>
              <a:pathLst>
                <a:path w="7046" h="6302" extrusionOk="0">
                  <a:moveTo>
                    <a:pt x="1929" y="0"/>
                  </a:moveTo>
                  <a:lnTo>
                    <a:pt x="0" y="3392"/>
                  </a:lnTo>
                  <a:lnTo>
                    <a:pt x="5117" y="6301"/>
                  </a:lnTo>
                  <a:lnTo>
                    <a:pt x="7046" y="2909"/>
                  </a:lnTo>
                  <a:lnTo>
                    <a:pt x="19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7" name="Google Shape;517;p15"/>
            <p:cNvSpPr/>
            <p:nvPr/>
          </p:nvSpPr>
          <p:spPr>
            <a:xfrm>
              <a:off x="5795500" y="1833000"/>
              <a:ext cx="43125" cy="34800"/>
            </a:xfrm>
            <a:custGeom>
              <a:avLst/>
              <a:gdLst/>
              <a:ahLst/>
              <a:cxnLst/>
              <a:rect l="l" t="t" r="r" b="b"/>
              <a:pathLst>
                <a:path w="1725" h="1392" extrusionOk="0">
                  <a:moveTo>
                    <a:pt x="347" y="0"/>
                  </a:moveTo>
                  <a:lnTo>
                    <a:pt x="1" y="608"/>
                  </a:lnTo>
                  <a:lnTo>
                    <a:pt x="1379" y="1391"/>
                  </a:lnTo>
                  <a:lnTo>
                    <a:pt x="1724" y="783"/>
                  </a:lnTo>
                  <a:lnTo>
                    <a:pt x="3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8" name="Google Shape;518;p15"/>
            <p:cNvSpPr/>
            <p:nvPr/>
          </p:nvSpPr>
          <p:spPr>
            <a:xfrm>
              <a:off x="5851825" y="1864775"/>
              <a:ext cx="43100" cy="34825"/>
            </a:xfrm>
            <a:custGeom>
              <a:avLst/>
              <a:gdLst/>
              <a:ahLst/>
              <a:cxnLst/>
              <a:rect l="l" t="t" r="r" b="b"/>
              <a:pathLst>
                <a:path w="1724" h="1393" extrusionOk="0">
                  <a:moveTo>
                    <a:pt x="346" y="0"/>
                  </a:moveTo>
                  <a:lnTo>
                    <a:pt x="0" y="609"/>
                  </a:lnTo>
                  <a:lnTo>
                    <a:pt x="1378" y="1392"/>
                  </a:lnTo>
                  <a:lnTo>
                    <a:pt x="1724" y="783"/>
                  </a:lnTo>
                  <a:lnTo>
                    <a:pt x="3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9" name="Google Shape;519;p15"/>
            <p:cNvSpPr/>
            <p:nvPr/>
          </p:nvSpPr>
          <p:spPr>
            <a:xfrm>
              <a:off x="5757025" y="1850925"/>
              <a:ext cx="138750" cy="91700"/>
            </a:xfrm>
            <a:custGeom>
              <a:avLst/>
              <a:gdLst/>
              <a:ahLst/>
              <a:cxnLst/>
              <a:rect l="l" t="t" r="r" b="b"/>
              <a:pathLst>
                <a:path w="5550" h="3668" extrusionOk="0">
                  <a:moveTo>
                    <a:pt x="432" y="1"/>
                  </a:moveTo>
                  <a:lnTo>
                    <a:pt x="1" y="758"/>
                  </a:lnTo>
                  <a:lnTo>
                    <a:pt x="5118" y="3667"/>
                  </a:lnTo>
                  <a:lnTo>
                    <a:pt x="5549" y="2910"/>
                  </a:lnTo>
                  <a:lnTo>
                    <a:pt x="432" y="1"/>
                  </a:lnTo>
                  <a:close/>
                </a:path>
              </a:pathLst>
            </a:custGeom>
            <a:solidFill>
              <a:srgbClr val="9EA2E0">
                <a:alpha val="267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0" name="Google Shape;520;p15"/>
            <p:cNvSpPr/>
            <p:nvPr/>
          </p:nvSpPr>
          <p:spPr>
            <a:xfrm>
              <a:off x="5750150" y="1778175"/>
              <a:ext cx="189975" cy="171400"/>
            </a:xfrm>
            <a:custGeom>
              <a:avLst/>
              <a:gdLst/>
              <a:ahLst/>
              <a:cxnLst/>
              <a:rect l="l" t="t" r="r" b="b"/>
              <a:pathLst>
                <a:path w="7599" h="6856" extrusionOk="0">
                  <a:moveTo>
                    <a:pt x="2280" y="553"/>
                  </a:moveTo>
                  <a:lnTo>
                    <a:pt x="7045" y="3260"/>
                  </a:lnTo>
                  <a:lnTo>
                    <a:pt x="5316" y="6300"/>
                  </a:lnTo>
                  <a:lnTo>
                    <a:pt x="552" y="3592"/>
                  </a:lnTo>
                  <a:lnTo>
                    <a:pt x="2280" y="553"/>
                  </a:lnTo>
                  <a:close/>
                  <a:moveTo>
                    <a:pt x="2129" y="1"/>
                  </a:moveTo>
                  <a:lnTo>
                    <a:pt x="0" y="3746"/>
                  </a:lnTo>
                  <a:lnTo>
                    <a:pt x="5470" y="6855"/>
                  </a:lnTo>
                  <a:lnTo>
                    <a:pt x="7598" y="3110"/>
                  </a:lnTo>
                  <a:lnTo>
                    <a:pt x="2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1" name="Google Shape;521;p15"/>
            <p:cNvSpPr/>
            <p:nvPr/>
          </p:nvSpPr>
          <p:spPr>
            <a:xfrm>
              <a:off x="5549250" y="1858025"/>
              <a:ext cx="355600" cy="427275"/>
            </a:xfrm>
            <a:custGeom>
              <a:avLst/>
              <a:gdLst/>
              <a:ahLst/>
              <a:cxnLst/>
              <a:rect l="l" t="t" r="r" b="b"/>
              <a:pathLst>
                <a:path w="14224" h="17091" extrusionOk="0">
                  <a:moveTo>
                    <a:pt x="7478" y="1"/>
                  </a:moveTo>
                  <a:lnTo>
                    <a:pt x="1060" y="11294"/>
                  </a:lnTo>
                  <a:cubicBezTo>
                    <a:pt x="0" y="13156"/>
                    <a:pt x="652" y="15524"/>
                    <a:pt x="2515" y="16583"/>
                  </a:cubicBezTo>
                  <a:cubicBezTo>
                    <a:pt x="3120" y="16927"/>
                    <a:pt x="3779" y="17091"/>
                    <a:pt x="4429" y="17091"/>
                  </a:cubicBezTo>
                  <a:cubicBezTo>
                    <a:pt x="5779" y="17091"/>
                    <a:pt x="7090" y="16385"/>
                    <a:pt x="7805" y="15128"/>
                  </a:cubicBezTo>
                  <a:lnTo>
                    <a:pt x="14223" y="3835"/>
                  </a:lnTo>
                  <a:lnTo>
                    <a:pt x="74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2" name="Google Shape;522;p15"/>
            <p:cNvSpPr/>
            <p:nvPr/>
          </p:nvSpPr>
          <p:spPr>
            <a:xfrm>
              <a:off x="5612600" y="1906250"/>
              <a:ext cx="292250" cy="379025"/>
            </a:xfrm>
            <a:custGeom>
              <a:avLst/>
              <a:gdLst/>
              <a:ahLst/>
              <a:cxnLst/>
              <a:rect l="l" t="t" r="r" b="b"/>
              <a:pathLst>
                <a:path w="11690" h="15161" extrusionOk="0">
                  <a:moveTo>
                    <a:pt x="8337" y="0"/>
                  </a:moveTo>
                  <a:lnTo>
                    <a:pt x="1" y="14664"/>
                  </a:lnTo>
                  <a:cubicBezTo>
                    <a:pt x="601" y="15001"/>
                    <a:pt x="1252" y="15161"/>
                    <a:pt x="1895" y="15161"/>
                  </a:cubicBezTo>
                  <a:cubicBezTo>
                    <a:pt x="3245" y="15161"/>
                    <a:pt x="4556" y="14455"/>
                    <a:pt x="5271" y="13199"/>
                  </a:cubicBezTo>
                  <a:lnTo>
                    <a:pt x="11689" y="1906"/>
                  </a:lnTo>
                  <a:lnTo>
                    <a:pt x="83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3" name="Google Shape;523;p15"/>
            <p:cNvSpPr/>
            <p:nvPr/>
          </p:nvSpPr>
          <p:spPr>
            <a:xfrm>
              <a:off x="5604750" y="1945300"/>
              <a:ext cx="297100" cy="336300"/>
            </a:xfrm>
            <a:custGeom>
              <a:avLst/>
              <a:gdLst/>
              <a:ahLst/>
              <a:cxnLst/>
              <a:rect l="l" t="t" r="r" b="b"/>
              <a:pathLst>
                <a:path w="11884" h="13452" extrusionOk="0">
                  <a:moveTo>
                    <a:pt x="11531" y="1"/>
                  </a:moveTo>
                  <a:lnTo>
                    <a:pt x="5217" y="11107"/>
                  </a:lnTo>
                  <a:cubicBezTo>
                    <a:pt x="4675" y="12063"/>
                    <a:pt x="3898" y="12695"/>
                    <a:pt x="2972" y="12938"/>
                  </a:cubicBezTo>
                  <a:cubicBezTo>
                    <a:pt x="2698" y="13010"/>
                    <a:pt x="2416" y="13045"/>
                    <a:pt x="2133" y="13045"/>
                  </a:cubicBezTo>
                  <a:cubicBezTo>
                    <a:pt x="1481" y="13045"/>
                    <a:pt x="819" y="12857"/>
                    <a:pt x="210" y="12490"/>
                  </a:cubicBezTo>
                  <a:lnTo>
                    <a:pt x="0" y="12838"/>
                  </a:lnTo>
                  <a:cubicBezTo>
                    <a:pt x="34" y="12858"/>
                    <a:pt x="65" y="12876"/>
                    <a:pt x="98" y="12895"/>
                  </a:cubicBezTo>
                  <a:cubicBezTo>
                    <a:pt x="746" y="13263"/>
                    <a:pt x="1443" y="13452"/>
                    <a:pt x="2133" y="13452"/>
                  </a:cubicBezTo>
                  <a:cubicBezTo>
                    <a:pt x="2451" y="13452"/>
                    <a:pt x="2767" y="13412"/>
                    <a:pt x="3075" y="13330"/>
                  </a:cubicBezTo>
                  <a:cubicBezTo>
                    <a:pt x="4109" y="13059"/>
                    <a:pt x="4971" y="12360"/>
                    <a:pt x="5570" y="11308"/>
                  </a:cubicBezTo>
                  <a:lnTo>
                    <a:pt x="11883" y="201"/>
                  </a:lnTo>
                  <a:lnTo>
                    <a:pt x="11531" y="1"/>
                  </a:lnTo>
                  <a:close/>
                </a:path>
              </a:pathLst>
            </a:custGeom>
            <a:solidFill>
              <a:srgbClr val="474DA2">
                <a:alpha val="208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4" name="Google Shape;524;p15"/>
            <p:cNvSpPr/>
            <p:nvPr/>
          </p:nvSpPr>
          <p:spPr>
            <a:xfrm>
              <a:off x="5817025" y="1952675"/>
              <a:ext cx="64825" cy="42850"/>
            </a:xfrm>
            <a:custGeom>
              <a:avLst/>
              <a:gdLst/>
              <a:ahLst/>
              <a:cxnLst/>
              <a:rect l="l" t="t" r="r" b="b"/>
              <a:pathLst>
                <a:path w="2593" h="1714" extrusionOk="0">
                  <a:moveTo>
                    <a:pt x="201" y="0"/>
                  </a:moveTo>
                  <a:lnTo>
                    <a:pt x="0" y="354"/>
                  </a:lnTo>
                  <a:lnTo>
                    <a:pt x="2392" y="1713"/>
                  </a:lnTo>
                  <a:lnTo>
                    <a:pt x="2593" y="1360"/>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5" name="Google Shape;525;p15"/>
            <p:cNvSpPr/>
            <p:nvPr/>
          </p:nvSpPr>
          <p:spPr>
            <a:xfrm>
              <a:off x="5834350" y="1922175"/>
              <a:ext cx="64850" cy="42850"/>
            </a:xfrm>
            <a:custGeom>
              <a:avLst/>
              <a:gdLst/>
              <a:ahLst/>
              <a:cxnLst/>
              <a:rect l="l" t="t" r="r" b="b"/>
              <a:pathLst>
                <a:path w="2594" h="1714" extrusionOk="0">
                  <a:moveTo>
                    <a:pt x="202" y="1"/>
                  </a:moveTo>
                  <a:lnTo>
                    <a:pt x="1" y="353"/>
                  </a:lnTo>
                  <a:lnTo>
                    <a:pt x="2392" y="1714"/>
                  </a:lnTo>
                  <a:lnTo>
                    <a:pt x="2593" y="1360"/>
                  </a:lnTo>
                  <a:lnTo>
                    <a:pt x="2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6" name="Google Shape;526;p15"/>
            <p:cNvSpPr/>
            <p:nvPr/>
          </p:nvSpPr>
          <p:spPr>
            <a:xfrm>
              <a:off x="5811850" y="1961675"/>
              <a:ext cx="64825" cy="42825"/>
            </a:xfrm>
            <a:custGeom>
              <a:avLst/>
              <a:gdLst/>
              <a:ahLst/>
              <a:cxnLst/>
              <a:rect l="l" t="t" r="r" b="b"/>
              <a:pathLst>
                <a:path w="2593" h="1713" extrusionOk="0">
                  <a:moveTo>
                    <a:pt x="200" y="0"/>
                  </a:moveTo>
                  <a:lnTo>
                    <a:pt x="0" y="353"/>
                  </a:lnTo>
                  <a:lnTo>
                    <a:pt x="2393" y="1713"/>
                  </a:lnTo>
                  <a:lnTo>
                    <a:pt x="2593" y="1360"/>
                  </a:lnTo>
                  <a:lnTo>
                    <a:pt x="200" y="0"/>
                  </a:lnTo>
                  <a:close/>
                </a:path>
              </a:pathLst>
            </a:custGeom>
            <a:solidFill>
              <a:srgbClr val="474DA2">
                <a:alpha val="208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7" name="Google Shape;527;p15"/>
            <p:cNvSpPr/>
            <p:nvPr/>
          </p:nvSpPr>
          <p:spPr>
            <a:xfrm>
              <a:off x="5715375" y="1894975"/>
              <a:ext cx="64825" cy="42825"/>
            </a:xfrm>
            <a:custGeom>
              <a:avLst/>
              <a:gdLst/>
              <a:ahLst/>
              <a:cxnLst/>
              <a:rect l="l" t="t" r="r" b="b"/>
              <a:pathLst>
                <a:path w="2593" h="1713" extrusionOk="0">
                  <a:moveTo>
                    <a:pt x="201" y="0"/>
                  </a:moveTo>
                  <a:lnTo>
                    <a:pt x="0" y="354"/>
                  </a:lnTo>
                  <a:lnTo>
                    <a:pt x="2393" y="1713"/>
                  </a:lnTo>
                  <a:lnTo>
                    <a:pt x="2593" y="1359"/>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8" name="Google Shape;528;p15"/>
            <p:cNvSpPr/>
            <p:nvPr/>
          </p:nvSpPr>
          <p:spPr>
            <a:xfrm>
              <a:off x="5593050" y="1864900"/>
              <a:ext cx="210750" cy="260425"/>
            </a:xfrm>
            <a:custGeom>
              <a:avLst/>
              <a:gdLst/>
              <a:ahLst/>
              <a:cxnLst/>
              <a:rect l="l" t="t" r="r" b="b"/>
              <a:pathLst>
                <a:path w="8430" h="10417" extrusionOk="0">
                  <a:moveTo>
                    <a:pt x="5805" y="1"/>
                  </a:moveTo>
                  <a:lnTo>
                    <a:pt x="56" y="10114"/>
                  </a:lnTo>
                  <a:cubicBezTo>
                    <a:pt x="0" y="10211"/>
                    <a:pt x="35" y="10335"/>
                    <a:pt x="132" y="10390"/>
                  </a:cubicBezTo>
                  <a:cubicBezTo>
                    <a:pt x="163" y="10408"/>
                    <a:pt x="198" y="10416"/>
                    <a:pt x="232" y="10416"/>
                  </a:cubicBezTo>
                  <a:cubicBezTo>
                    <a:pt x="302" y="10416"/>
                    <a:pt x="371" y="10379"/>
                    <a:pt x="409" y="10314"/>
                  </a:cubicBezTo>
                  <a:lnTo>
                    <a:pt x="5958" y="553"/>
                  </a:lnTo>
                  <a:lnTo>
                    <a:pt x="8098" y="1770"/>
                  </a:lnTo>
                  <a:cubicBezTo>
                    <a:pt x="8129" y="1788"/>
                    <a:pt x="8163" y="1796"/>
                    <a:pt x="8197" y="1796"/>
                  </a:cubicBezTo>
                  <a:cubicBezTo>
                    <a:pt x="8268" y="1796"/>
                    <a:pt x="8336" y="1759"/>
                    <a:pt x="8373" y="1693"/>
                  </a:cubicBezTo>
                  <a:cubicBezTo>
                    <a:pt x="8429" y="1596"/>
                    <a:pt x="8395" y="1472"/>
                    <a:pt x="8298" y="1418"/>
                  </a:cubicBezTo>
                  <a:lnTo>
                    <a:pt x="5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9" name="Google Shape;529;p15"/>
            <p:cNvSpPr/>
            <p:nvPr/>
          </p:nvSpPr>
          <p:spPr>
            <a:xfrm>
              <a:off x="5728275" y="1890950"/>
              <a:ext cx="56650" cy="38100"/>
            </a:xfrm>
            <a:custGeom>
              <a:avLst/>
              <a:gdLst/>
              <a:ahLst/>
              <a:cxnLst/>
              <a:rect l="l" t="t" r="r" b="b"/>
              <a:pathLst>
                <a:path w="2266" h="1524" extrusionOk="0">
                  <a:moveTo>
                    <a:pt x="199" y="0"/>
                  </a:moveTo>
                  <a:lnTo>
                    <a:pt x="1" y="349"/>
                  </a:lnTo>
                  <a:lnTo>
                    <a:pt x="2068" y="1523"/>
                  </a:lnTo>
                  <a:lnTo>
                    <a:pt x="2266" y="1175"/>
                  </a:lnTo>
                  <a:lnTo>
                    <a:pt x="1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0" name="Google Shape;530;p15"/>
            <p:cNvSpPr/>
            <p:nvPr/>
          </p:nvSpPr>
          <p:spPr>
            <a:xfrm>
              <a:off x="5543700" y="1851225"/>
              <a:ext cx="368275" cy="439225"/>
            </a:xfrm>
            <a:custGeom>
              <a:avLst/>
              <a:gdLst/>
              <a:ahLst/>
              <a:cxnLst/>
              <a:rect l="l" t="t" r="r" b="b"/>
              <a:pathLst>
                <a:path w="14731" h="17569" extrusionOk="0">
                  <a:moveTo>
                    <a:pt x="7785" y="555"/>
                  </a:moveTo>
                  <a:lnTo>
                    <a:pt x="14176" y="4187"/>
                  </a:lnTo>
                  <a:lnTo>
                    <a:pt x="7857" y="15303"/>
                  </a:lnTo>
                  <a:cubicBezTo>
                    <a:pt x="7181" y="16493"/>
                    <a:pt x="5935" y="17162"/>
                    <a:pt x="4655" y="17162"/>
                  </a:cubicBezTo>
                  <a:cubicBezTo>
                    <a:pt x="4040" y="17162"/>
                    <a:pt x="3417" y="17008"/>
                    <a:pt x="2845" y="16683"/>
                  </a:cubicBezTo>
                  <a:cubicBezTo>
                    <a:pt x="1083" y="15682"/>
                    <a:pt x="463" y="13433"/>
                    <a:pt x="1466" y="11671"/>
                  </a:cubicBezTo>
                  <a:lnTo>
                    <a:pt x="7785" y="555"/>
                  </a:lnTo>
                  <a:close/>
                  <a:moveTo>
                    <a:pt x="7633" y="0"/>
                  </a:moveTo>
                  <a:lnTo>
                    <a:pt x="1114" y="11470"/>
                  </a:lnTo>
                  <a:cubicBezTo>
                    <a:pt x="0" y="13427"/>
                    <a:pt x="687" y="15922"/>
                    <a:pt x="2644" y="17036"/>
                  </a:cubicBezTo>
                  <a:cubicBezTo>
                    <a:pt x="3280" y="17397"/>
                    <a:pt x="3972" y="17568"/>
                    <a:pt x="4655" y="17568"/>
                  </a:cubicBezTo>
                  <a:cubicBezTo>
                    <a:pt x="6076" y="17568"/>
                    <a:pt x="7458" y="16826"/>
                    <a:pt x="8211" y="15505"/>
                  </a:cubicBezTo>
                  <a:lnTo>
                    <a:pt x="14730" y="4035"/>
                  </a:lnTo>
                  <a:lnTo>
                    <a:pt x="76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12676523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31"/>
        <p:cNvGrpSpPr/>
        <p:nvPr/>
      </p:nvGrpSpPr>
      <p:grpSpPr>
        <a:xfrm>
          <a:off x="0" y="0"/>
          <a:ext cx="0" cy="0"/>
          <a:chOff x="0" y="0"/>
          <a:chExt cx="0" cy="0"/>
        </a:xfrm>
      </p:grpSpPr>
      <p:sp>
        <p:nvSpPr>
          <p:cNvPr id="532" name="Google Shape;532;p16"/>
          <p:cNvSpPr/>
          <p:nvPr/>
        </p:nvSpPr>
        <p:spPr>
          <a:xfrm rot="-150953">
            <a:off x="-460172" y="-523846"/>
            <a:ext cx="10700312" cy="6362730"/>
          </a:xfrm>
          <a:custGeom>
            <a:avLst/>
            <a:gdLst/>
            <a:ahLst/>
            <a:cxnLst/>
            <a:rect l="l" t="t" r="r" b="b"/>
            <a:pathLst>
              <a:path w="84026" h="51825" extrusionOk="0">
                <a:moveTo>
                  <a:pt x="15968" y="0"/>
                </a:moveTo>
                <a:cubicBezTo>
                  <a:pt x="11714" y="0"/>
                  <a:pt x="8281" y="1968"/>
                  <a:pt x="6763" y="6753"/>
                </a:cubicBezTo>
                <a:cubicBezTo>
                  <a:pt x="4229" y="14734"/>
                  <a:pt x="0" y="18357"/>
                  <a:pt x="1548" y="22149"/>
                </a:cubicBezTo>
                <a:cubicBezTo>
                  <a:pt x="1931" y="23084"/>
                  <a:pt x="2792" y="24551"/>
                  <a:pt x="5030" y="25888"/>
                </a:cubicBezTo>
                <a:cubicBezTo>
                  <a:pt x="6003" y="26371"/>
                  <a:pt x="7397" y="27210"/>
                  <a:pt x="8624" y="28644"/>
                </a:cubicBezTo>
                <a:cubicBezTo>
                  <a:pt x="10415" y="30734"/>
                  <a:pt x="11890" y="32746"/>
                  <a:pt x="11681" y="37096"/>
                </a:cubicBezTo>
                <a:cubicBezTo>
                  <a:pt x="11224" y="46661"/>
                  <a:pt x="15874" y="50763"/>
                  <a:pt x="22342" y="51765"/>
                </a:cubicBezTo>
                <a:cubicBezTo>
                  <a:pt x="22603" y="51805"/>
                  <a:pt x="22877" y="51824"/>
                  <a:pt x="23164" y="51824"/>
                </a:cubicBezTo>
                <a:cubicBezTo>
                  <a:pt x="28698" y="51824"/>
                  <a:pt x="38935" y="44676"/>
                  <a:pt x="48716" y="44676"/>
                </a:cubicBezTo>
                <a:cubicBezTo>
                  <a:pt x="50997" y="44676"/>
                  <a:pt x="53253" y="45065"/>
                  <a:pt x="55419" y="46024"/>
                </a:cubicBezTo>
                <a:cubicBezTo>
                  <a:pt x="58987" y="47603"/>
                  <a:pt x="62132" y="48393"/>
                  <a:pt x="64785" y="48393"/>
                </a:cubicBezTo>
                <a:cubicBezTo>
                  <a:pt x="71006" y="48393"/>
                  <a:pt x="74523" y="44051"/>
                  <a:pt x="74459" y="35363"/>
                </a:cubicBezTo>
                <a:cubicBezTo>
                  <a:pt x="74370" y="22970"/>
                  <a:pt x="84025" y="6748"/>
                  <a:pt x="69630" y="5931"/>
                </a:cubicBezTo>
                <a:cubicBezTo>
                  <a:pt x="69198" y="5907"/>
                  <a:pt x="68771" y="5895"/>
                  <a:pt x="68348" y="5895"/>
                </a:cubicBezTo>
                <a:cubicBezTo>
                  <a:pt x="58337" y="5895"/>
                  <a:pt x="50940" y="12499"/>
                  <a:pt x="43665" y="12499"/>
                </a:cubicBezTo>
                <a:cubicBezTo>
                  <a:pt x="41016" y="12499"/>
                  <a:pt x="38383" y="11623"/>
                  <a:pt x="35647" y="9235"/>
                </a:cubicBezTo>
                <a:cubicBezTo>
                  <a:pt x="29481" y="3855"/>
                  <a:pt x="21921" y="0"/>
                  <a:pt x="15968"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33" name="Google Shape;533;p16"/>
          <p:cNvGrpSpPr/>
          <p:nvPr/>
        </p:nvGrpSpPr>
        <p:grpSpPr>
          <a:xfrm>
            <a:off x="542917" y="374432"/>
            <a:ext cx="8057720" cy="4405505"/>
            <a:chOff x="171400" y="128600"/>
            <a:chExt cx="8772695" cy="4795891"/>
          </a:xfrm>
        </p:grpSpPr>
        <p:grpSp>
          <p:nvGrpSpPr>
            <p:cNvPr id="534" name="Google Shape;534;p16"/>
            <p:cNvGrpSpPr/>
            <p:nvPr/>
          </p:nvGrpSpPr>
          <p:grpSpPr>
            <a:xfrm>
              <a:off x="171400" y="128600"/>
              <a:ext cx="8772695" cy="4795891"/>
              <a:chOff x="171400" y="428619"/>
              <a:chExt cx="8772695" cy="4758300"/>
            </a:xfrm>
          </p:grpSpPr>
          <p:sp>
            <p:nvSpPr>
              <p:cNvPr id="535" name="Google Shape;535;p16"/>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36" name="Google Shape;536;p16"/>
              <p:cNvGrpSpPr/>
              <p:nvPr/>
            </p:nvGrpSpPr>
            <p:grpSpPr>
              <a:xfrm>
                <a:off x="171400" y="428636"/>
                <a:ext cx="8772695" cy="490301"/>
                <a:chOff x="-215495" y="238126"/>
                <a:chExt cx="9543837" cy="533400"/>
              </a:xfrm>
            </p:grpSpPr>
            <p:sp>
              <p:nvSpPr>
                <p:cNvPr id="537" name="Google Shape;537;p16"/>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8" name="Google Shape;538;p16"/>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39" name="Google Shape;539;p16"/>
                <p:cNvGrpSpPr/>
                <p:nvPr/>
              </p:nvGrpSpPr>
              <p:grpSpPr>
                <a:xfrm>
                  <a:off x="8425674" y="386584"/>
                  <a:ext cx="655694" cy="176896"/>
                  <a:chOff x="13400537" y="1039026"/>
                  <a:chExt cx="495013" cy="133547"/>
                </a:xfrm>
              </p:grpSpPr>
              <p:sp>
                <p:nvSpPr>
                  <p:cNvPr id="540" name="Google Shape;540;p1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1" name="Google Shape;541;p1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2" name="Google Shape;542;p1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3" name="Google Shape;543;p1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4" name="Google Shape;544;p1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5" name="Google Shape;545;p1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546" name="Google Shape;546;p16"/>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47" name="Google Shape;547;p16"/>
          <p:cNvGrpSpPr/>
          <p:nvPr/>
        </p:nvGrpSpPr>
        <p:grpSpPr>
          <a:xfrm>
            <a:off x="1020433" y="136675"/>
            <a:ext cx="7128374" cy="4828176"/>
            <a:chOff x="627130" y="128596"/>
            <a:chExt cx="8316852" cy="5633153"/>
          </a:xfrm>
        </p:grpSpPr>
        <p:grpSp>
          <p:nvGrpSpPr>
            <p:cNvPr id="548" name="Google Shape;548;p16"/>
            <p:cNvGrpSpPr/>
            <p:nvPr/>
          </p:nvGrpSpPr>
          <p:grpSpPr>
            <a:xfrm>
              <a:off x="627130" y="128596"/>
              <a:ext cx="8316852" cy="5633153"/>
              <a:chOff x="627130" y="428616"/>
              <a:chExt cx="8316852" cy="5589000"/>
            </a:xfrm>
          </p:grpSpPr>
          <p:sp>
            <p:nvSpPr>
              <p:cNvPr id="549" name="Google Shape;549;p16"/>
              <p:cNvSpPr/>
              <p:nvPr/>
            </p:nvSpPr>
            <p:spPr>
              <a:xfrm>
                <a:off x="627180" y="428616"/>
                <a:ext cx="8316600" cy="55890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50" name="Google Shape;550;p16"/>
              <p:cNvGrpSpPr/>
              <p:nvPr/>
            </p:nvGrpSpPr>
            <p:grpSpPr>
              <a:xfrm>
                <a:off x="627130" y="428636"/>
                <a:ext cx="8316852" cy="490301"/>
                <a:chOff x="280295" y="238126"/>
                <a:chExt cx="9047924" cy="533400"/>
              </a:xfrm>
            </p:grpSpPr>
            <p:sp>
              <p:nvSpPr>
                <p:cNvPr id="551" name="Google Shape;551;p16"/>
                <p:cNvSpPr/>
                <p:nvPr/>
              </p:nvSpPr>
              <p:spPr>
                <a:xfrm>
                  <a:off x="280520" y="238126"/>
                  <a:ext cx="90477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2" name="Google Shape;552;p16"/>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53" name="Google Shape;553;p16"/>
                <p:cNvGrpSpPr/>
                <p:nvPr/>
              </p:nvGrpSpPr>
              <p:grpSpPr>
                <a:xfrm>
                  <a:off x="8425674" y="386584"/>
                  <a:ext cx="655694" cy="176896"/>
                  <a:chOff x="13400537" y="1039026"/>
                  <a:chExt cx="495013" cy="133547"/>
                </a:xfrm>
              </p:grpSpPr>
              <p:sp>
                <p:nvSpPr>
                  <p:cNvPr id="554" name="Google Shape;554;p1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5" name="Google Shape;555;p1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6" name="Google Shape;556;p1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7" name="Google Shape;557;p1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8" name="Google Shape;558;p1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9" name="Google Shape;559;p1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560" name="Google Shape;560;p16"/>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561" name="Google Shape;561;p16"/>
          <p:cNvSpPr txBox="1">
            <a:spLocks noGrp="1"/>
          </p:cNvSpPr>
          <p:nvPr>
            <p:ph type="title"/>
          </p:nvPr>
        </p:nvSpPr>
        <p:spPr>
          <a:xfrm rot="-1051">
            <a:off x="2831187" y="3227249"/>
            <a:ext cx="2943600" cy="465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562" name="Google Shape;562;p16"/>
          <p:cNvSpPr txBox="1">
            <a:spLocks noGrp="1"/>
          </p:cNvSpPr>
          <p:nvPr>
            <p:ph type="subTitle" idx="1"/>
          </p:nvPr>
        </p:nvSpPr>
        <p:spPr>
          <a:xfrm>
            <a:off x="2831188" y="1460813"/>
            <a:ext cx="4563900" cy="159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63" name="Google Shape;563;p16"/>
          <p:cNvSpPr/>
          <p:nvPr/>
        </p:nvSpPr>
        <p:spPr>
          <a:xfrm>
            <a:off x="8084175" y="227595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4" name="Google Shape;564;p16"/>
          <p:cNvSpPr/>
          <p:nvPr/>
        </p:nvSpPr>
        <p:spPr>
          <a:xfrm>
            <a:off x="720000" y="274170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32371531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5"/>
        <p:cNvGrpSpPr/>
        <p:nvPr/>
      </p:nvGrpSpPr>
      <p:grpSpPr>
        <a:xfrm>
          <a:off x="0" y="0"/>
          <a:ext cx="0" cy="0"/>
          <a:chOff x="0" y="0"/>
          <a:chExt cx="0" cy="0"/>
        </a:xfrm>
      </p:grpSpPr>
      <p:grpSp>
        <p:nvGrpSpPr>
          <p:cNvPr id="566" name="Google Shape;566;p17"/>
          <p:cNvGrpSpPr/>
          <p:nvPr/>
        </p:nvGrpSpPr>
        <p:grpSpPr>
          <a:xfrm>
            <a:off x="171401" y="128601"/>
            <a:ext cx="8772695" cy="4795891"/>
            <a:chOff x="171400" y="128600"/>
            <a:chExt cx="8772695" cy="4795891"/>
          </a:xfrm>
        </p:grpSpPr>
        <p:grpSp>
          <p:nvGrpSpPr>
            <p:cNvPr id="567" name="Google Shape;567;p17"/>
            <p:cNvGrpSpPr/>
            <p:nvPr/>
          </p:nvGrpSpPr>
          <p:grpSpPr>
            <a:xfrm>
              <a:off x="171400" y="128600"/>
              <a:ext cx="8772695" cy="4795891"/>
              <a:chOff x="171400" y="428619"/>
              <a:chExt cx="8772695" cy="4758300"/>
            </a:xfrm>
          </p:grpSpPr>
          <p:sp>
            <p:nvSpPr>
              <p:cNvPr id="568" name="Google Shape;568;p17"/>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69" name="Google Shape;569;p17"/>
              <p:cNvGrpSpPr/>
              <p:nvPr/>
            </p:nvGrpSpPr>
            <p:grpSpPr>
              <a:xfrm>
                <a:off x="171400" y="428636"/>
                <a:ext cx="8772695" cy="490301"/>
                <a:chOff x="-215495" y="238126"/>
                <a:chExt cx="9543837" cy="533400"/>
              </a:xfrm>
            </p:grpSpPr>
            <p:sp>
              <p:nvSpPr>
                <p:cNvPr id="570" name="Google Shape;570;p17"/>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1" name="Google Shape;571;p17"/>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72" name="Google Shape;572;p17"/>
                <p:cNvGrpSpPr/>
                <p:nvPr/>
              </p:nvGrpSpPr>
              <p:grpSpPr>
                <a:xfrm>
                  <a:off x="8425674" y="386584"/>
                  <a:ext cx="655694" cy="176896"/>
                  <a:chOff x="13400537" y="1039026"/>
                  <a:chExt cx="495013" cy="133547"/>
                </a:xfrm>
              </p:grpSpPr>
              <p:sp>
                <p:nvSpPr>
                  <p:cNvPr id="573" name="Google Shape;573;p1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4" name="Google Shape;574;p1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5" name="Google Shape;575;p1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6" name="Google Shape;576;p1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7" name="Google Shape;577;p1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8" name="Google Shape;578;p1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579" name="Google Shape;579;p17"/>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580" name="Google Shape;580;p17"/>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extLst>
      <p:ext uri="{BB962C8B-B14F-4D97-AF65-F5344CB8AC3E}">
        <p14:creationId xmlns:p14="http://schemas.microsoft.com/office/powerpoint/2010/main" val="2239557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581"/>
        <p:cNvGrpSpPr/>
        <p:nvPr/>
      </p:nvGrpSpPr>
      <p:grpSpPr>
        <a:xfrm>
          <a:off x="0" y="0"/>
          <a:ext cx="0" cy="0"/>
          <a:chOff x="0" y="0"/>
          <a:chExt cx="0" cy="0"/>
        </a:xfrm>
      </p:grpSpPr>
      <p:grpSp>
        <p:nvGrpSpPr>
          <p:cNvPr id="582" name="Google Shape;582;p18"/>
          <p:cNvGrpSpPr/>
          <p:nvPr/>
        </p:nvGrpSpPr>
        <p:grpSpPr>
          <a:xfrm>
            <a:off x="171401" y="128601"/>
            <a:ext cx="8772695" cy="4795891"/>
            <a:chOff x="171400" y="128600"/>
            <a:chExt cx="8772695" cy="4795891"/>
          </a:xfrm>
        </p:grpSpPr>
        <p:grpSp>
          <p:nvGrpSpPr>
            <p:cNvPr id="583" name="Google Shape;583;p18"/>
            <p:cNvGrpSpPr/>
            <p:nvPr/>
          </p:nvGrpSpPr>
          <p:grpSpPr>
            <a:xfrm>
              <a:off x="171400" y="128600"/>
              <a:ext cx="8772695" cy="4795891"/>
              <a:chOff x="171400" y="428619"/>
              <a:chExt cx="8772695" cy="4758300"/>
            </a:xfrm>
          </p:grpSpPr>
          <p:sp>
            <p:nvSpPr>
              <p:cNvPr id="584" name="Google Shape;584;p18"/>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85" name="Google Shape;585;p18"/>
              <p:cNvGrpSpPr/>
              <p:nvPr/>
            </p:nvGrpSpPr>
            <p:grpSpPr>
              <a:xfrm>
                <a:off x="171400" y="428636"/>
                <a:ext cx="8772695" cy="490301"/>
                <a:chOff x="-215495" y="238126"/>
                <a:chExt cx="9543837" cy="533400"/>
              </a:xfrm>
            </p:grpSpPr>
            <p:sp>
              <p:nvSpPr>
                <p:cNvPr id="586" name="Google Shape;586;p18"/>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7" name="Google Shape;587;p18"/>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88" name="Google Shape;588;p18"/>
                <p:cNvGrpSpPr/>
                <p:nvPr/>
              </p:nvGrpSpPr>
              <p:grpSpPr>
                <a:xfrm>
                  <a:off x="8425674" y="386584"/>
                  <a:ext cx="655694" cy="176896"/>
                  <a:chOff x="13400537" y="1039026"/>
                  <a:chExt cx="495013" cy="133547"/>
                </a:xfrm>
              </p:grpSpPr>
              <p:sp>
                <p:nvSpPr>
                  <p:cNvPr id="589" name="Google Shape;589;p1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0" name="Google Shape;590;p1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1" name="Google Shape;591;p1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2" name="Google Shape;592;p1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3" name="Google Shape;593;p1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4" name="Google Shape;594;p1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595" name="Google Shape;595;p18"/>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96" name="Google Shape;596;p18"/>
          <p:cNvGrpSpPr/>
          <p:nvPr/>
        </p:nvGrpSpPr>
        <p:grpSpPr>
          <a:xfrm>
            <a:off x="7626678" y="1043961"/>
            <a:ext cx="1000421" cy="1003769"/>
            <a:chOff x="2879000" y="653125"/>
            <a:chExt cx="340650" cy="434325"/>
          </a:xfrm>
        </p:grpSpPr>
        <p:sp>
          <p:nvSpPr>
            <p:cNvPr id="597" name="Google Shape;597;p18"/>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8" name="Google Shape;598;p18"/>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9" name="Google Shape;599;p18"/>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0" name="Google Shape;600;p18"/>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1" name="Google Shape;601;p18"/>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2" name="Google Shape;602;p18"/>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3" name="Google Shape;603;p18"/>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4" name="Google Shape;604;p18"/>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05" name="Google Shape;605;p18"/>
          <p:cNvGrpSpPr/>
          <p:nvPr/>
        </p:nvGrpSpPr>
        <p:grpSpPr>
          <a:xfrm>
            <a:off x="7624237" y="2209961"/>
            <a:ext cx="1005355" cy="1005636"/>
            <a:chOff x="2494400" y="653125"/>
            <a:chExt cx="340625" cy="434325"/>
          </a:xfrm>
        </p:grpSpPr>
        <p:sp>
          <p:nvSpPr>
            <p:cNvPr id="606" name="Google Shape;606;p1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7" name="Google Shape;607;p1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8" name="Google Shape;608;p1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9" name="Google Shape;609;p1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0" name="Google Shape;610;p1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1" name="Google Shape;611;p1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2" name="Google Shape;612;p1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3" name="Google Shape;613;p1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14" name="Google Shape;614;p18"/>
          <p:cNvGrpSpPr/>
          <p:nvPr/>
        </p:nvGrpSpPr>
        <p:grpSpPr>
          <a:xfrm>
            <a:off x="7624724" y="3384630"/>
            <a:ext cx="1004367" cy="1004377"/>
            <a:chOff x="3265750" y="653125"/>
            <a:chExt cx="340625" cy="434325"/>
          </a:xfrm>
        </p:grpSpPr>
        <p:sp>
          <p:nvSpPr>
            <p:cNvPr id="615" name="Google Shape;615;p18"/>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6" name="Google Shape;616;p18"/>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7" name="Google Shape;617;p1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8" name="Google Shape;618;p1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9" name="Google Shape;619;p1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0" name="Google Shape;620;p1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1" name="Google Shape;621;p1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2" name="Google Shape;622;p1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623" name="Google Shape;623;p18"/>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24" name="Google Shape;624;p18"/>
          <p:cNvSpPr/>
          <p:nvPr/>
        </p:nvSpPr>
        <p:spPr>
          <a:xfrm>
            <a:off x="342250" y="3085076"/>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5" name="Google Shape;625;p18"/>
          <p:cNvSpPr/>
          <p:nvPr/>
        </p:nvSpPr>
        <p:spPr>
          <a:xfrm>
            <a:off x="8474050" y="4558038"/>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477880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626"/>
        <p:cNvGrpSpPr/>
        <p:nvPr/>
      </p:nvGrpSpPr>
      <p:grpSpPr>
        <a:xfrm>
          <a:off x="0" y="0"/>
          <a:ext cx="0" cy="0"/>
          <a:chOff x="0" y="0"/>
          <a:chExt cx="0" cy="0"/>
        </a:xfrm>
      </p:grpSpPr>
      <p:grpSp>
        <p:nvGrpSpPr>
          <p:cNvPr id="627" name="Google Shape;627;p19"/>
          <p:cNvGrpSpPr/>
          <p:nvPr/>
        </p:nvGrpSpPr>
        <p:grpSpPr>
          <a:xfrm>
            <a:off x="171401" y="128601"/>
            <a:ext cx="8772695" cy="4795891"/>
            <a:chOff x="171400" y="128600"/>
            <a:chExt cx="8772695" cy="4795891"/>
          </a:xfrm>
        </p:grpSpPr>
        <p:grpSp>
          <p:nvGrpSpPr>
            <p:cNvPr id="628" name="Google Shape;628;p19"/>
            <p:cNvGrpSpPr/>
            <p:nvPr/>
          </p:nvGrpSpPr>
          <p:grpSpPr>
            <a:xfrm>
              <a:off x="171400" y="128600"/>
              <a:ext cx="8772695" cy="4795891"/>
              <a:chOff x="171400" y="428619"/>
              <a:chExt cx="8772695" cy="4758300"/>
            </a:xfrm>
          </p:grpSpPr>
          <p:sp>
            <p:nvSpPr>
              <p:cNvPr id="629" name="Google Shape;629;p19"/>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30" name="Google Shape;630;p19"/>
              <p:cNvGrpSpPr/>
              <p:nvPr/>
            </p:nvGrpSpPr>
            <p:grpSpPr>
              <a:xfrm>
                <a:off x="171400" y="428636"/>
                <a:ext cx="8772695" cy="490301"/>
                <a:chOff x="-215495" y="238126"/>
                <a:chExt cx="9543837" cy="533400"/>
              </a:xfrm>
            </p:grpSpPr>
            <p:sp>
              <p:nvSpPr>
                <p:cNvPr id="631" name="Google Shape;631;p19"/>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2" name="Google Shape;632;p19"/>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33" name="Google Shape;633;p19"/>
                <p:cNvGrpSpPr/>
                <p:nvPr/>
              </p:nvGrpSpPr>
              <p:grpSpPr>
                <a:xfrm>
                  <a:off x="8425674" y="386584"/>
                  <a:ext cx="655694" cy="176896"/>
                  <a:chOff x="13400537" y="1039026"/>
                  <a:chExt cx="495013" cy="133547"/>
                </a:xfrm>
              </p:grpSpPr>
              <p:sp>
                <p:nvSpPr>
                  <p:cNvPr id="634" name="Google Shape;634;p1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5" name="Google Shape;635;p1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6" name="Google Shape;636;p1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7" name="Google Shape;637;p1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8" name="Google Shape;638;p1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9" name="Google Shape;639;p1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640" name="Google Shape;640;p19"/>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41" name="Google Shape;641;p19"/>
          <p:cNvGrpSpPr/>
          <p:nvPr/>
        </p:nvGrpSpPr>
        <p:grpSpPr>
          <a:xfrm>
            <a:off x="7721928" y="1043961"/>
            <a:ext cx="1000421" cy="1003769"/>
            <a:chOff x="2879000" y="653125"/>
            <a:chExt cx="340650" cy="434325"/>
          </a:xfrm>
        </p:grpSpPr>
        <p:sp>
          <p:nvSpPr>
            <p:cNvPr id="642" name="Google Shape;642;p19"/>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3" name="Google Shape;643;p19"/>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4" name="Google Shape;644;p19"/>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5" name="Google Shape;645;p19"/>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6" name="Google Shape;646;p19"/>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7" name="Google Shape;647;p19"/>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8" name="Google Shape;648;p19"/>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9" name="Google Shape;649;p19"/>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50" name="Google Shape;650;p19"/>
          <p:cNvGrpSpPr/>
          <p:nvPr/>
        </p:nvGrpSpPr>
        <p:grpSpPr>
          <a:xfrm>
            <a:off x="7719487" y="2209961"/>
            <a:ext cx="1005355" cy="1005636"/>
            <a:chOff x="2494400" y="653125"/>
            <a:chExt cx="340625" cy="434325"/>
          </a:xfrm>
        </p:grpSpPr>
        <p:sp>
          <p:nvSpPr>
            <p:cNvPr id="651" name="Google Shape;651;p19"/>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2" name="Google Shape;652;p19"/>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3" name="Google Shape;653;p19"/>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4" name="Google Shape;654;p19"/>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5" name="Google Shape;655;p19"/>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6" name="Google Shape;656;p19"/>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7" name="Google Shape;657;p19"/>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8" name="Google Shape;658;p19"/>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659" name="Google Shape;659;p19"/>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60" name="Google Shape;660;p19"/>
          <p:cNvSpPr/>
          <p:nvPr/>
        </p:nvSpPr>
        <p:spPr>
          <a:xfrm>
            <a:off x="2354476" y="4474839"/>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1" name="Google Shape;661;p19"/>
          <p:cNvSpPr/>
          <p:nvPr/>
        </p:nvSpPr>
        <p:spPr>
          <a:xfrm>
            <a:off x="6864325" y="4513137"/>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33521724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662"/>
        <p:cNvGrpSpPr/>
        <p:nvPr/>
      </p:nvGrpSpPr>
      <p:grpSpPr>
        <a:xfrm>
          <a:off x="0" y="0"/>
          <a:ext cx="0" cy="0"/>
          <a:chOff x="0" y="0"/>
          <a:chExt cx="0" cy="0"/>
        </a:xfrm>
      </p:grpSpPr>
      <p:sp>
        <p:nvSpPr>
          <p:cNvPr id="663" name="Google Shape;663;p20"/>
          <p:cNvSpPr/>
          <p:nvPr/>
        </p:nvSpPr>
        <p:spPr>
          <a:xfrm rot="-778826">
            <a:off x="-396476" y="-1679711"/>
            <a:ext cx="9731010" cy="7733644"/>
          </a:xfrm>
          <a:custGeom>
            <a:avLst/>
            <a:gdLst/>
            <a:ahLst/>
            <a:cxnLst/>
            <a:rect l="l" t="t" r="r" b="b"/>
            <a:pathLst>
              <a:path w="67997" h="54041" extrusionOk="0">
                <a:moveTo>
                  <a:pt x="50677" y="1"/>
                </a:moveTo>
                <a:cubicBezTo>
                  <a:pt x="48942" y="1"/>
                  <a:pt x="47056" y="896"/>
                  <a:pt x="45175" y="2991"/>
                </a:cubicBezTo>
                <a:cubicBezTo>
                  <a:pt x="41850" y="6693"/>
                  <a:pt x="41080" y="11825"/>
                  <a:pt x="39774" y="16444"/>
                </a:cubicBezTo>
                <a:cubicBezTo>
                  <a:pt x="38870" y="19635"/>
                  <a:pt x="37615" y="22845"/>
                  <a:pt x="35270" y="25190"/>
                </a:cubicBezTo>
                <a:cubicBezTo>
                  <a:pt x="32078" y="28381"/>
                  <a:pt x="27368" y="29486"/>
                  <a:pt x="22875" y="29921"/>
                </a:cubicBezTo>
                <a:cubicBezTo>
                  <a:pt x="18383" y="30355"/>
                  <a:pt x="13775" y="30270"/>
                  <a:pt x="9482" y="31666"/>
                </a:cubicBezTo>
                <a:cubicBezTo>
                  <a:pt x="5190" y="33061"/>
                  <a:pt x="1131" y="36391"/>
                  <a:pt x="537" y="40865"/>
                </a:cubicBezTo>
                <a:cubicBezTo>
                  <a:pt x="1" y="44922"/>
                  <a:pt x="2495" y="48922"/>
                  <a:pt x="5866" y="51243"/>
                </a:cubicBezTo>
                <a:cubicBezTo>
                  <a:pt x="8537" y="53084"/>
                  <a:pt x="11784" y="54041"/>
                  <a:pt x="15026" y="54041"/>
                </a:cubicBezTo>
                <a:cubicBezTo>
                  <a:pt x="16883" y="54041"/>
                  <a:pt x="18737" y="53727"/>
                  <a:pt x="20480" y="53085"/>
                </a:cubicBezTo>
                <a:cubicBezTo>
                  <a:pt x="24250" y="51699"/>
                  <a:pt x="27357" y="48956"/>
                  <a:pt x="30941" y="47137"/>
                </a:cubicBezTo>
                <a:cubicBezTo>
                  <a:pt x="34194" y="45486"/>
                  <a:pt x="37842" y="44649"/>
                  <a:pt x="41489" y="44649"/>
                </a:cubicBezTo>
                <a:cubicBezTo>
                  <a:pt x="44177" y="44649"/>
                  <a:pt x="46865" y="45104"/>
                  <a:pt x="49392" y="46024"/>
                </a:cubicBezTo>
                <a:cubicBezTo>
                  <a:pt x="52327" y="47091"/>
                  <a:pt x="55201" y="48780"/>
                  <a:pt x="58289" y="48780"/>
                </a:cubicBezTo>
                <a:cubicBezTo>
                  <a:pt x="58483" y="48780"/>
                  <a:pt x="58678" y="48773"/>
                  <a:pt x="58874" y="48759"/>
                </a:cubicBezTo>
                <a:cubicBezTo>
                  <a:pt x="62874" y="48476"/>
                  <a:pt x="66178" y="44998"/>
                  <a:pt x="67087" y="41091"/>
                </a:cubicBezTo>
                <a:cubicBezTo>
                  <a:pt x="67996" y="37184"/>
                  <a:pt x="66861" y="33029"/>
                  <a:pt x="64857" y="29555"/>
                </a:cubicBezTo>
                <a:cubicBezTo>
                  <a:pt x="62878" y="26125"/>
                  <a:pt x="60014" y="23107"/>
                  <a:pt x="58986" y="19197"/>
                </a:cubicBezTo>
                <a:cubicBezTo>
                  <a:pt x="57980" y="15364"/>
                  <a:pt x="58856" y="11323"/>
                  <a:pt x="57806" y="7435"/>
                </a:cubicBezTo>
                <a:cubicBezTo>
                  <a:pt x="56648" y="3144"/>
                  <a:pt x="53928" y="1"/>
                  <a:pt x="50677"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64" name="Google Shape;664;p20"/>
          <p:cNvGrpSpPr/>
          <p:nvPr/>
        </p:nvGrpSpPr>
        <p:grpSpPr>
          <a:xfrm>
            <a:off x="171401" y="128600"/>
            <a:ext cx="8772695" cy="2043114"/>
            <a:chOff x="171400" y="128600"/>
            <a:chExt cx="8772695" cy="2043114"/>
          </a:xfrm>
        </p:grpSpPr>
        <p:grpSp>
          <p:nvGrpSpPr>
            <p:cNvPr id="665" name="Google Shape;665;p20"/>
            <p:cNvGrpSpPr/>
            <p:nvPr/>
          </p:nvGrpSpPr>
          <p:grpSpPr>
            <a:xfrm>
              <a:off x="171400" y="128600"/>
              <a:ext cx="8772695" cy="2043114"/>
              <a:chOff x="171400" y="428619"/>
              <a:chExt cx="8772695" cy="2027100"/>
            </a:xfrm>
          </p:grpSpPr>
          <p:sp>
            <p:nvSpPr>
              <p:cNvPr id="666" name="Google Shape;666;p20"/>
              <p:cNvSpPr/>
              <p:nvPr/>
            </p:nvSpPr>
            <p:spPr>
              <a:xfrm>
                <a:off x="171450" y="428619"/>
                <a:ext cx="8772300" cy="2027100"/>
              </a:xfrm>
              <a:prstGeom prst="roundRect">
                <a:avLst>
                  <a:gd name="adj" fmla="val 11365"/>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67" name="Google Shape;667;p20"/>
              <p:cNvGrpSpPr/>
              <p:nvPr/>
            </p:nvGrpSpPr>
            <p:grpSpPr>
              <a:xfrm>
                <a:off x="171400" y="428636"/>
                <a:ext cx="8772695" cy="490301"/>
                <a:chOff x="-215495" y="238126"/>
                <a:chExt cx="9543837" cy="533400"/>
              </a:xfrm>
            </p:grpSpPr>
            <p:sp>
              <p:nvSpPr>
                <p:cNvPr id="668" name="Google Shape;668;p20"/>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9" name="Google Shape;669;p20"/>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70" name="Google Shape;670;p20"/>
                <p:cNvGrpSpPr/>
                <p:nvPr/>
              </p:nvGrpSpPr>
              <p:grpSpPr>
                <a:xfrm>
                  <a:off x="8425674" y="386584"/>
                  <a:ext cx="655694" cy="176896"/>
                  <a:chOff x="13400537" y="1039026"/>
                  <a:chExt cx="495013" cy="133547"/>
                </a:xfrm>
              </p:grpSpPr>
              <p:sp>
                <p:nvSpPr>
                  <p:cNvPr id="671" name="Google Shape;671;p20"/>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2" name="Google Shape;672;p20"/>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3" name="Google Shape;673;p20"/>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4" name="Google Shape;674;p20"/>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5" name="Google Shape;675;p20"/>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6" name="Google Shape;676;p20"/>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677" name="Google Shape;677;p20"/>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78" name="Google Shape;678;p20"/>
          <p:cNvGrpSpPr/>
          <p:nvPr/>
        </p:nvGrpSpPr>
        <p:grpSpPr>
          <a:xfrm>
            <a:off x="459926" y="1957871"/>
            <a:ext cx="8772695" cy="2116590"/>
            <a:chOff x="171400" y="128608"/>
            <a:chExt cx="8772695" cy="2116590"/>
          </a:xfrm>
        </p:grpSpPr>
        <p:grpSp>
          <p:nvGrpSpPr>
            <p:cNvPr id="679" name="Google Shape;679;p20"/>
            <p:cNvGrpSpPr/>
            <p:nvPr/>
          </p:nvGrpSpPr>
          <p:grpSpPr>
            <a:xfrm>
              <a:off x="171400" y="128608"/>
              <a:ext cx="8772695" cy="2116590"/>
              <a:chOff x="171400" y="428627"/>
              <a:chExt cx="8772695" cy="2100000"/>
            </a:xfrm>
          </p:grpSpPr>
          <p:sp>
            <p:nvSpPr>
              <p:cNvPr id="680" name="Google Shape;680;p20"/>
              <p:cNvSpPr/>
              <p:nvPr/>
            </p:nvSpPr>
            <p:spPr>
              <a:xfrm>
                <a:off x="171450" y="428627"/>
                <a:ext cx="8772300" cy="2100000"/>
              </a:xfrm>
              <a:prstGeom prst="roundRect">
                <a:avLst>
                  <a:gd name="adj" fmla="val 11365"/>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81" name="Google Shape;681;p20"/>
              <p:cNvGrpSpPr/>
              <p:nvPr/>
            </p:nvGrpSpPr>
            <p:grpSpPr>
              <a:xfrm>
                <a:off x="171400" y="428636"/>
                <a:ext cx="8772695" cy="490301"/>
                <a:chOff x="-215495" y="238126"/>
                <a:chExt cx="9543837" cy="533400"/>
              </a:xfrm>
            </p:grpSpPr>
            <p:sp>
              <p:nvSpPr>
                <p:cNvPr id="682" name="Google Shape;682;p20"/>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3" name="Google Shape;683;p20"/>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84" name="Google Shape;684;p20"/>
                <p:cNvGrpSpPr/>
                <p:nvPr/>
              </p:nvGrpSpPr>
              <p:grpSpPr>
                <a:xfrm>
                  <a:off x="8425674" y="386584"/>
                  <a:ext cx="655694" cy="176896"/>
                  <a:chOff x="13400537" y="1039026"/>
                  <a:chExt cx="495013" cy="133547"/>
                </a:xfrm>
              </p:grpSpPr>
              <p:sp>
                <p:nvSpPr>
                  <p:cNvPr id="685" name="Google Shape;685;p20"/>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6" name="Google Shape;686;p20"/>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7" name="Google Shape;687;p20"/>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8" name="Google Shape;688;p20"/>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9" name="Google Shape;689;p20"/>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0" name="Google Shape;690;p20"/>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691" name="Google Shape;691;p20"/>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92" name="Google Shape;692;p20"/>
          <p:cNvGrpSpPr/>
          <p:nvPr/>
        </p:nvGrpSpPr>
        <p:grpSpPr>
          <a:xfrm>
            <a:off x="7893826" y="2683910"/>
            <a:ext cx="1060340" cy="1058580"/>
            <a:chOff x="3265747" y="653121"/>
            <a:chExt cx="355783" cy="434325"/>
          </a:xfrm>
        </p:grpSpPr>
        <p:sp>
          <p:nvSpPr>
            <p:cNvPr id="693" name="Google Shape;693;p20"/>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4" name="Google Shape;694;p20"/>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5" name="Google Shape;695;p20"/>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6" name="Google Shape;696;p20"/>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7" name="Google Shape;697;p20"/>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8" name="Google Shape;698;p20"/>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9" name="Google Shape;699;p20"/>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0" name="Google Shape;700;p20"/>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701" name="Google Shape;701;p20"/>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702" name="Google Shape;702;p20"/>
          <p:cNvSpPr/>
          <p:nvPr/>
        </p:nvSpPr>
        <p:spPr>
          <a:xfrm>
            <a:off x="636550" y="3211023"/>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3" name="Google Shape;703;p20"/>
          <p:cNvSpPr/>
          <p:nvPr/>
        </p:nvSpPr>
        <p:spPr>
          <a:xfrm>
            <a:off x="355162" y="1547748"/>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4" name="Google Shape;704;p20"/>
          <p:cNvSpPr/>
          <p:nvPr/>
        </p:nvSpPr>
        <p:spPr>
          <a:xfrm>
            <a:off x="5659325" y="4727922"/>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9560666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705"/>
        <p:cNvGrpSpPr/>
        <p:nvPr/>
      </p:nvGrpSpPr>
      <p:grpSpPr>
        <a:xfrm>
          <a:off x="0" y="0"/>
          <a:ext cx="0" cy="0"/>
          <a:chOff x="0" y="0"/>
          <a:chExt cx="0" cy="0"/>
        </a:xfrm>
      </p:grpSpPr>
      <p:grpSp>
        <p:nvGrpSpPr>
          <p:cNvPr id="706" name="Google Shape;706;p21"/>
          <p:cNvGrpSpPr/>
          <p:nvPr/>
        </p:nvGrpSpPr>
        <p:grpSpPr>
          <a:xfrm>
            <a:off x="171401" y="128601"/>
            <a:ext cx="8772695" cy="4795891"/>
            <a:chOff x="171400" y="128600"/>
            <a:chExt cx="8772695" cy="4795891"/>
          </a:xfrm>
        </p:grpSpPr>
        <p:grpSp>
          <p:nvGrpSpPr>
            <p:cNvPr id="707" name="Google Shape;707;p21"/>
            <p:cNvGrpSpPr/>
            <p:nvPr/>
          </p:nvGrpSpPr>
          <p:grpSpPr>
            <a:xfrm>
              <a:off x="171400" y="128600"/>
              <a:ext cx="8772695" cy="4795891"/>
              <a:chOff x="171400" y="428619"/>
              <a:chExt cx="8772695" cy="4758300"/>
            </a:xfrm>
          </p:grpSpPr>
          <p:sp>
            <p:nvSpPr>
              <p:cNvPr id="708" name="Google Shape;708;p21"/>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09" name="Google Shape;709;p21"/>
              <p:cNvGrpSpPr/>
              <p:nvPr/>
            </p:nvGrpSpPr>
            <p:grpSpPr>
              <a:xfrm>
                <a:off x="171400" y="428636"/>
                <a:ext cx="8772695" cy="490301"/>
                <a:chOff x="-215495" y="238126"/>
                <a:chExt cx="9543837" cy="533400"/>
              </a:xfrm>
            </p:grpSpPr>
            <p:sp>
              <p:nvSpPr>
                <p:cNvPr id="710" name="Google Shape;710;p21"/>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1" name="Google Shape;711;p21"/>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12" name="Google Shape;712;p21"/>
                <p:cNvGrpSpPr/>
                <p:nvPr/>
              </p:nvGrpSpPr>
              <p:grpSpPr>
                <a:xfrm>
                  <a:off x="8425674" y="386584"/>
                  <a:ext cx="655694" cy="176896"/>
                  <a:chOff x="13400537" y="1039026"/>
                  <a:chExt cx="495013" cy="133547"/>
                </a:xfrm>
              </p:grpSpPr>
              <p:sp>
                <p:nvSpPr>
                  <p:cNvPr id="713" name="Google Shape;713;p21"/>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4" name="Google Shape;714;p21"/>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5" name="Google Shape;715;p21"/>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6" name="Google Shape;716;p21"/>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7" name="Google Shape;717;p21"/>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8" name="Google Shape;718;p21"/>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719" name="Google Shape;719;p21"/>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720" name="Google Shape;720;p21"/>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721" name="Google Shape;721;p21"/>
          <p:cNvSpPr/>
          <p:nvPr/>
        </p:nvSpPr>
        <p:spPr>
          <a:xfrm>
            <a:off x="6068762" y="4610840"/>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9877923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722"/>
        <p:cNvGrpSpPr/>
        <p:nvPr/>
      </p:nvGrpSpPr>
      <p:grpSpPr>
        <a:xfrm>
          <a:off x="0" y="0"/>
          <a:ext cx="0" cy="0"/>
          <a:chOff x="0" y="0"/>
          <a:chExt cx="0" cy="0"/>
        </a:xfrm>
      </p:grpSpPr>
      <p:grpSp>
        <p:nvGrpSpPr>
          <p:cNvPr id="723" name="Google Shape;723;p22"/>
          <p:cNvGrpSpPr/>
          <p:nvPr/>
        </p:nvGrpSpPr>
        <p:grpSpPr>
          <a:xfrm>
            <a:off x="171401" y="128601"/>
            <a:ext cx="8772695" cy="4795891"/>
            <a:chOff x="171400" y="128600"/>
            <a:chExt cx="8772695" cy="4795891"/>
          </a:xfrm>
        </p:grpSpPr>
        <p:grpSp>
          <p:nvGrpSpPr>
            <p:cNvPr id="724" name="Google Shape;724;p22"/>
            <p:cNvGrpSpPr/>
            <p:nvPr/>
          </p:nvGrpSpPr>
          <p:grpSpPr>
            <a:xfrm>
              <a:off x="171400" y="128600"/>
              <a:ext cx="8772695" cy="4795891"/>
              <a:chOff x="171400" y="428619"/>
              <a:chExt cx="8772695" cy="4758300"/>
            </a:xfrm>
          </p:grpSpPr>
          <p:sp>
            <p:nvSpPr>
              <p:cNvPr id="725" name="Google Shape;725;p22"/>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26" name="Google Shape;726;p22"/>
              <p:cNvGrpSpPr/>
              <p:nvPr/>
            </p:nvGrpSpPr>
            <p:grpSpPr>
              <a:xfrm>
                <a:off x="171400" y="428636"/>
                <a:ext cx="8772695" cy="490301"/>
                <a:chOff x="-215495" y="238126"/>
                <a:chExt cx="9543837" cy="533400"/>
              </a:xfrm>
            </p:grpSpPr>
            <p:sp>
              <p:nvSpPr>
                <p:cNvPr id="727" name="Google Shape;727;p22"/>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8" name="Google Shape;728;p22"/>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29" name="Google Shape;729;p22"/>
                <p:cNvGrpSpPr/>
                <p:nvPr/>
              </p:nvGrpSpPr>
              <p:grpSpPr>
                <a:xfrm>
                  <a:off x="8425674" y="386584"/>
                  <a:ext cx="655694" cy="176896"/>
                  <a:chOff x="13400537" y="1039026"/>
                  <a:chExt cx="495013" cy="133547"/>
                </a:xfrm>
              </p:grpSpPr>
              <p:sp>
                <p:nvSpPr>
                  <p:cNvPr id="730" name="Google Shape;730;p22"/>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1" name="Google Shape;731;p22"/>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2" name="Google Shape;732;p22"/>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3" name="Google Shape;733;p22"/>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4" name="Google Shape;734;p22"/>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5" name="Google Shape;735;p22"/>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736" name="Google Shape;736;p22"/>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737" name="Google Shape;737;p22"/>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738" name="Google Shape;738;p22"/>
          <p:cNvSpPr/>
          <p:nvPr/>
        </p:nvSpPr>
        <p:spPr>
          <a:xfrm>
            <a:off x="569600" y="1983326"/>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9" name="Google Shape;739;p22"/>
          <p:cNvSpPr/>
          <p:nvPr/>
        </p:nvSpPr>
        <p:spPr>
          <a:xfrm>
            <a:off x="3839850" y="451470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4396147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740"/>
        <p:cNvGrpSpPr/>
        <p:nvPr/>
      </p:nvGrpSpPr>
      <p:grpSpPr>
        <a:xfrm>
          <a:off x="0" y="0"/>
          <a:ext cx="0" cy="0"/>
          <a:chOff x="0" y="0"/>
          <a:chExt cx="0" cy="0"/>
        </a:xfrm>
      </p:grpSpPr>
      <p:sp>
        <p:nvSpPr>
          <p:cNvPr id="741" name="Google Shape;741;p23"/>
          <p:cNvSpPr/>
          <p:nvPr/>
        </p:nvSpPr>
        <p:spPr>
          <a:xfrm rot="4979706" flipH="1">
            <a:off x="2553789" y="-775148"/>
            <a:ext cx="7102936" cy="6647932"/>
          </a:xfrm>
          <a:custGeom>
            <a:avLst/>
            <a:gdLst/>
            <a:ahLst/>
            <a:cxnLst/>
            <a:rect l="l" t="t" r="r" b="b"/>
            <a:pathLst>
              <a:path w="49002" h="45863" extrusionOk="0">
                <a:moveTo>
                  <a:pt x="7884" y="1"/>
                </a:moveTo>
                <a:cubicBezTo>
                  <a:pt x="5460" y="1"/>
                  <a:pt x="3475" y="1698"/>
                  <a:pt x="2862" y="5020"/>
                </a:cubicBezTo>
                <a:cubicBezTo>
                  <a:pt x="1583" y="11968"/>
                  <a:pt x="1441" y="19302"/>
                  <a:pt x="776" y="26337"/>
                </a:cubicBezTo>
                <a:cubicBezTo>
                  <a:pt x="324" y="31109"/>
                  <a:pt x="0" y="36376"/>
                  <a:pt x="2861" y="40224"/>
                </a:cubicBezTo>
                <a:cubicBezTo>
                  <a:pt x="6166" y="44670"/>
                  <a:pt x="12399" y="45504"/>
                  <a:pt x="17935" y="45732"/>
                </a:cubicBezTo>
                <a:cubicBezTo>
                  <a:pt x="19860" y="45812"/>
                  <a:pt x="21790" y="45863"/>
                  <a:pt x="23719" y="45863"/>
                </a:cubicBezTo>
                <a:cubicBezTo>
                  <a:pt x="28198" y="45863"/>
                  <a:pt x="32671" y="45589"/>
                  <a:pt x="37068" y="44767"/>
                </a:cubicBezTo>
                <a:cubicBezTo>
                  <a:pt x="39553" y="44301"/>
                  <a:pt x="42051" y="43644"/>
                  <a:pt x="44189" y="42292"/>
                </a:cubicBezTo>
                <a:cubicBezTo>
                  <a:pt x="46326" y="40942"/>
                  <a:pt x="48077" y="38803"/>
                  <a:pt x="48455" y="36304"/>
                </a:cubicBezTo>
                <a:cubicBezTo>
                  <a:pt x="49002" y="32695"/>
                  <a:pt x="46570" y="29177"/>
                  <a:pt x="43475" y="27243"/>
                </a:cubicBezTo>
                <a:cubicBezTo>
                  <a:pt x="40379" y="25308"/>
                  <a:pt x="36704" y="24595"/>
                  <a:pt x="33154" y="23745"/>
                </a:cubicBezTo>
                <a:cubicBezTo>
                  <a:pt x="29603" y="22894"/>
                  <a:pt x="25951" y="21793"/>
                  <a:pt x="23282" y="19303"/>
                </a:cubicBezTo>
                <a:cubicBezTo>
                  <a:pt x="20820" y="17005"/>
                  <a:pt x="19476" y="13785"/>
                  <a:pt x="18171" y="10680"/>
                </a:cubicBezTo>
                <a:cubicBezTo>
                  <a:pt x="16866" y="7576"/>
                  <a:pt x="15452" y="4371"/>
                  <a:pt x="12905" y="2168"/>
                </a:cubicBezTo>
                <a:cubicBezTo>
                  <a:pt x="11217" y="716"/>
                  <a:pt x="9458" y="1"/>
                  <a:pt x="7884"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42" name="Google Shape;742;p23"/>
          <p:cNvGrpSpPr/>
          <p:nvPr/>
        </p:nvGrpSpPr>
        <p:grpSpPr>
          <a:xfrm>
            <a:off x="1496623" y="539322"/>
            <a:ext cx="7342117" cy="4064844"/>
            <a:chOff x="627130" y="128603"/>
            <a:chExt cx="8316852" cy="4604490"/>
          </a:xfrm>
        </p:grpSpPr>
        <p:grpSp>
          <p:nvGrpSpPr>
            <p:cNvPr id="743" name="Google Shape;743;p23"/>
            <p:cNvGrpSpPr/>
            <p:nvPr/>
          </p:nvGrpSpPr>
          <p:grpSpPr>
            <a:xfrm>
              <a:off x="627130" y="128603"/>
              <a:ext cx="8316852" cy="4604490"/>
              <a:chOff x="627130" y="428622"/>
              <a:chExt cx="8316852" cy="4568400"/>
            </a:xfrm>
          </p:grpSpPr>
          <p:sp>
            <p:nvSpPr>
              <p:cNvPr id="744" name="Google Shape;744;p23"/>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45" name="Google Shape;745;p23"/>
              <p:cNvGrpSpPr/>
              <p:nvPr/>
            </p:nvGrpSpPr>
            <p:grpSpPr>
              <a:xfrm>
                <a:off x="627130" y="428636"/>
                <a:ext cx="8316852" cy="490301"/>
                <a:chOff x="280295" y="238126"/>
                <a:chExt cx="9047924" cy="533400"/>
              </a:xfrm>
            </p:grpSpPr>
            <p:sp>
              <p:nvSpPr>
                <p:cNvPr id="746" name="Google Shape;746;p23"/>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7" name="Google Shape;747;p23"/>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48" name="Google Shape;748;p23"/>
                <p:cNvGrpSpPr/>
                <p:nvPr/>
              </p:nvGrpSpPr>
              <p:grpSpPr>
                <a:xfrm>
                  <a:off x="8425674" y="386584"/>
                  <a:ext cx="655694" cy="176896"/>
                  <a:chOff x="13400537" y="1039026"/>
                  <a:chExt cx="495013" cy="133547"/>
                </a:xfrm>
              </p:grpSpPr>
              <p:sp>
                <p:nvSpPr>
                  <p:cNvPr id="749" name="Google Shape;749;p2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0" name="Google Shape;750;p2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1" name="Google Shape;751;p2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2" name="Google Shape;752;p2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3" name="Google Shape;753;p2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4" name="Google Shape;754;p2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755" name="Google Shape;755;p23"/>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756" name="Google Shape;756;p23"/>
          <p:cNvGrpSpPr/>
          <p:nvPr/>
        </p:nvGrpSpPr>
        <p:grpSpPr>
          <a:xfrm>
            <a:off x="304801" y="121776"/>
            <a:ext cx="3826874" cy="4828162"/>
            <a:chOff x="4716495" y="128594"/>
            <a:chExt cx="4227655" cy="5333807"/>
          </a:xfrm>
        </p:grpSpPr>
        <p:grpSp>
          <p:nvGrpSpPr>
            <p:cNvPr id="757" name="Google Shape;757;p23"/>
            <p:cNvGrpSpPr/>
            <p:nvPr/>
          </p:nvGrpSpPr>
          <p:grpSpPr>
            <a:xfrm>
              <a:off x="4716495" y="128594"/>
              <a:ext cx="4227655" cy="5333807"/>
              <a:chOff x="4716494" y="428613"/>
              <a:chExt cx="4227655" cy="5292000"/>
            </a:xfrm>
          </p:grpSpPr>
          <p:sp>
            <p:nvSpPr>
              <p:cNvPr id="758" name="Google Shape;758;p23"/>
              <p:cNvSpPr/>
              <p:nvPr/>
            </p:nvSpPr>
            <p:spPr>
              <a:xfrm>
                <a:off x="4716550" y="428613"/>
                <a:ext cx="4227600" cy="52920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59" name="Google Shape;759;p23"/>
              <p:cNvGrpSpPr/>
              <p:nvPr/>
            </p:nvGrpSpPr>
            <p:grpSpPr>
              <a:xfrm>
                <a:off x="4716494" y="428627"/>
                <a:ext cx="4227482" cy="490301"/>
                <a:chOff x="4729125" y="238117"/>
                <a:chExt cx="4599089" cy="533400"/>
              </a:xfrm>
            </p:grpSpPr>
            <p:sp>
              <p:nvSpPr>
                <p:cNvPr id="760" name="Google Shape;760;p23"/>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1" name="Google Shape;761;p23"/>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62" name="Google Shape;762;p23"/>
                <p:cNvGrpSpPr/>
                <p:nvPr/>
              </p:nvGrpSpPr>
              <p:grpSpPr>
                <a:xfrm>
                  <a:off x="8425674" y="386584"/>
                  <a:ext cx="655694" cy="176896"/>
                  <a:chOff x="13400537" y="1039026"/>
                  <a:chExt cx="495013" cy="133547"/>
                </a:xfrm>
              </p:grpSpPr>
              <p:sp>
                <p:nvSpPr>
                  <p:cNvPr id="763" name="Google Shape;763;p2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4" name="Google Shape;764;p2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5" name="Google Shape;765;p2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6" name="Google Shape;766;p2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7" name="Google Shape;767;p2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8" name="Google Shape;768;p2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769" name="Google Shape;769;p23"/>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770" name="Google Shape;770;p23"/>
          <p:cNvSpPr txBox="1">
            <a:spLocks noGrp="1"/>
          </p:cNvSpPr>
          <p:nvPr>
            <p:ph type="title"/>
          </p:nvPr>
        </p:nvSpPr>
        <p:spPr>
          <a:xfrm>
            <a:off x="720000" y="740175"/>
            <a:ext cx="26994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771" name="Google Shape;771;p23"/>
          <p:cNvSpPr/>
          <p:nvPr/>
        </p:nvSpPr>
        <p:spPr>
          <a:xfrm>
            <a:off x="8770100" y="23025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2167531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772"/>
        <p:cNvGrpSpPr/>
        <p:nvPr/>
      </p:nvGrpSpPr>
      <p:grpSpPr>
        <a:xfrm>
          <a:off x="0" y="0"/>
          <a:ext cx="0" cy="0"/>
          <a:chOff x="0" y="0"/>
          <a:chExt cx="0" cy="0"/>
        </a:xfrm>
      </p:grpSpPr>
      <p:grpSp>
        <p:nvGrpSpPr>
          <p:cNvPr id="773" name="Google Shape;773;p24"/>
          <p:cNvGrpSpPr/>
          <p:nvPr/>
        </p:nvGrpSpPr>
        <p:grpSpPr>
          <a:xfrm>
            <a:off x="171401" y="128601"/>
            <a:ext cx="8772695" cy="2545351"/>
            <a:chOff x="171400" y="128600"/>
            <a:chExt cx="8772695" cy="2545351"/>
          </a:xfrm>
        </p:grpSpPr>
        <p:grpSp>
          <p:nvGrpSpPr>
            <p:cNvPr id="774" name="Google Shape;774;p24"/>
            <p:cNvGrpSpPr/>
            <p:nvPr/>
          </p:nvGrpSpPr>
          <p:grpSpPr>
            <a:xfrm>
              <a:off x="171400" y="128600"/>
              <a:ext cx="8772695" cy="2545351"/>
              <a:chOff x="171400" y="428619"/>
              <a:chExt cx="8772695" cy="2525400"/>
            </a:xfrm>
          </p:grpSpPr>
          <p:sp>
            <p:nvSpPr>
              <p:cNvPr id="775" name="Google Shape;775;p24"/>
              <p:cNvSpPr/>
              <p:nvPr/>
            </p:nvSpPr>
            <p:spPr>
              <a:xfrm>
                <a:off x="171450" y="428619"/>
                <a:ext cx="8772300" cy="2525400"/>
              </a:xfrm>
              <a:prstGeom prst="roundRect">
                <a:avLst>
                  <a:gd name="adj" fmla="val 11365"/>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76" name="Google Shape;776;p24"/>
              <p:cNvGrpSpPr/>
              <p:nvPr/>
            </p:nvGrpSpPr>
            <p:grpSpPr>
              <a:xfrm>
                <a:off x="171400" y="428636"/>
                <a:ext cx="8772695" cy="490301"/>
                <a:chOff x="-215495" y="238126"/>
                <a:chExt cx="9543837" cy="533400"/>
              </a:xfrm>
            </p:grpSpPr>
            <p:sp>
              <p:nvSpPr>
                <p:cNvPr id="777" name="Google Shape;777;p24"/>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8" name="Google Shape;778;p24"/>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79" name="Google Shape;779;p24"/>
                <p:cNvGrpSpPr/>
                <p:nvPr/>
              </p:nvGrpSpPr>
              <p:grpSpPr>
                <a:xfrm>
                  <a:off x="8425674" y="386584"/>
                  <a:ext cx="655694" cy="176896"/>
                  <a:chOff x="13400537" y="1039026"/>
                  <a:chExt cx="495013" cy="133547"/>
                </a:xfrm>
              </p:grpSpPr>
              <p:sp>
                <p:nvSpPr>
                  <p:cNvPr id="780" name="Google Shape;780;p24"/>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1" name="Google Shape;781;p24"/>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2" name="Google Shape;782;p24"/>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3" name="Google Shape;783;p24"/>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4" name="Google Shape;784;p24"/>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5" name="Google Shape;785;p24"/>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786" name="Google Shape;786;p24"/>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787" name="Google Shape;787;p24"/>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788" name="Google Shape;788;p24"/>
          <p:cNvSpPr/>
          <p:nvPr/>
        </p:nvSpPr>
        <p:spPr>
          <a:xfrm>
            <a:off x="394050" y="1558026"/>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9" name="Google Shape;789;p24"/>
          <p:cNvSpPr/>
          <p:nvPr/>
        </p:nvSpPr>
        <p:spPr>
          <a:xfrm>
            <a:off x="8348800" y="107640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31798801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790"/>
        <p:cNvGrpSpPr/>
        <p:nvPr/>
      </p:nvGrpSpPr>
      <p:grpSpPr>
        <a:xfrm>
          <a:off x="0" y="0"/>
          <a:ext cx="0" cy="0"/>
          <a:chOff x="0" y="0"/>
          <a:chExt cx="0" cy="0"/>
        </a:xfrm>
      </p:grpSpPr>
      <p:grpSp>
        <p:nvGrpSpPr>
          <p:cNvPr id="791" name="Google Shape;791;p25"/>
          <p:cNvGrpSpPr/>
          <p:nvPr/>
        </p:nvGrpSpPr>
        <p:grpSpPr>
          <a:xfrm>
            <a:off x="171401" y="128601"/>
            <a:ext cx="8772695" cy="4795891"/>
            <a:chOff x="171400" y="128600"/>
            <a:chExt cx="8772695" cy="4795891"/>
          </a:xfrm>
        </p:grpSpPr>
        <p:grpSp>
          <p:nvGrpSpPr>
            <p:cNvPr id="792" name="Google Shape;792;p25"/>
            <p:cNvGrpSpPr/>
            <p:nvPr/>
          </p:nvGrpSpPr>
          <p:grpSpPr>
            <a:xfrm>
              <a:off x="171400" y="128600"/>
              <a:ext cx="8772695" cy="4795891"/>
              <a:chOff x="171400" y="428619"/>
              <a:chExt cx="8772695" cy="4758300"/>
            </a:xfrm>
          </p:grpSpPr>
          <p:sp>
            <p:nvSpPr>
              <p:cNvPr id="793" name="Google Shape;793;p25"/>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94" name="Google Shape;794;p25"/>
              <p:cNvGrpSpPr/>
              <p:nvPr/>
            </p:nvGrpSpPr>
            <p:grpSpPr>
              <a:xfrm>
                <a:off x="171400" y="428636"/>
                <a:ext cx="8772695" cy="490301"/>
                <a:chOff x="-215495" y="238126"/>
                <a:chExt cx="9543837" cy="533400"/>
              </a:xfrm>
            </p:grpSpPr>
            <p:sp>
              <p:nvSpPr>
                <p:cNvPr id="795" name="Google Shape;795;p25"/>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6" name="Google Shape;796;p25"/>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97" name="Google Shape;797;p25"/>
                <p:cNvGrpSpPr/>
                <p:nvPr/>
              </p:nvGrpSpPr>
              <p:grpSpPr>
                <a:xfrm>
                  <a:off x="8425674" y="386584"/>
                  <a:ext cx="655694" cy="176896"/>
                  <a:chOff x="13400537" y="1039026"/>
                  <a:chExt cx="495013" cy="133547"/>
                </a:xfrm>
              </p:grpSpPr>
              <p:sp>
                <p:nvSpPr>
                  <p:cNvPr id="798" name="Google Shape;798;p2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9" name="Google Shape;799;p2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0" name="Google Shape;800;p2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1" name="Google Shape;801;p2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2" name="Google Shape;802;p2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3" name="Google Shape;803;p2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804" name="Google Shape;804;p25"/>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805" name="Google Shape;805;p25"/>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806" name="Google Shape;806;p25"/>
          <p:cNvSpPr/>
          <p:nvPr/>
        </p:nvSpPr>
        <p:spPr>
          <a:xfrm>
            <a:off x="452575" y="4171365"/>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9866798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807"/>
        <p:cNvGrpSpPr/>
        <p:nvPr/>
      </p:nvGrpSpPr>
      <p:grpSpPr>
        <a:xfrm>
          <a:off x="0" y="0"/>
          <a:ext cx="0" cy="0"/>
          <a:chOff x="0" y="0"/>
          <a:chExt cx="0" cy="0"/>
        </a:xfrm>
      </p:grpSpPr>
      <p:grpSp>
        <p:nvGrpSpPr>
          <p:cNvPr id="808" name="Google Shape;808;p26"/>
          <p:cNvGrpSpPr/>
          <p:nvPr/>
        </p:nvGrpSpPr>
        <p:grpSpPr>
          <a:xfrm>
            <a:off x="171401" y="128601"/>
            <a:ext cx="8772695" cy="4795891"/>
            <a:chOff x="171400" y="128600"/>
            <a:chExt cx="8772695" cy="4795891"/>
          </a:xfrm>
        </p:grpSpPr>
        <p:grpSp>
          <p:nvGrpSpPr>
            <p:cNvPr id="809" name="Google Shape;809;p26"/>
            <p:cNvGrpSpPr/>
            <p:nvPr/>
          </p:nvGrpSpPr>
          <p:grpSpPr>
            <a:xfrm>
              <a:off x="171400" y="128600"/>
              <a:ext cx="8772695" cy="4795891"/>
              <a:chOff x="171400" y="428619"/>
              <a:chExt cx="8772695" cy="4758300"/>
            </a:xfrm>
          </p:grpSpPr>
          <p:sp>
            <p:nvSpPr>
              <p:cNvPr id="810" name="Google Shape;810;p26"/>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11" name="Google Shape;811;p26"/>
              <p:cNvGrpSpPr/>
              <p:nvPr/>
            </p:nvGrpSpPr>
            <p:grpSpPr>
              <a:xfrm>
                <a:off x="171400" y="428636"/>
                <a:ext cx="8772695" cy="490301"/>
                <a:chOff x="-215495" y="238126"/>
                <a:chExt cx="9543837" cy="533400"/>
              </a:xfrm>
            </p:grpSpPr>
            <p:sp>
              <p:nvSpPr>
                <p:cNvPr id="812" name="Google Shape;812;p26"/>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3" name="Google Shape;813;p26"/>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14" name="Google Shape;814;p26"/>
                <p:cNvGrpSpPr/>
                <p:nvPr/>
              </p:nvGrpSpPr>
              <p:grpSpPr>
                <a:xfrm>
                  <a:off x="8425674" y="386584"/>
                  <a:ext cx="655694" cy="176896"/>
                  <a:chOff x="13400537" y="1039026"/>
                  <a:chExt cx="495013" cy="133547"/>
                </a:xfrm>
              </p:grpSpPr>
              <p:sp>
                <p:nvSpPr>
                  <p:cNvPr id="815" name="Google Shape;815;p2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6" name="Google Shape;816;p2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7" name="Google Shape;817;p2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8" name="Google Shape;818;p2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9" name="Google Shape;819;p2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0" name="Google Shape;820;p2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821" name="Google Shape;821;p26"/>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822" name="Google Shape;822;p26"/>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823" name="Google Shape;823;p26"/>
          <p:cNvSpPr/>
          <p:nvPr/>
        </p:nvSpPr>
        <p:spPr>
          <a:xfrm>
            <a:off x="388100" y="2946240"/>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4" name="Google Shape;824;p26"/>
          <p:cNvSpPr/>
          <p:nvPr/>
        </p:nvSpPr>
        <p:spPr>
          <a:xfrm>
            <a:off x="8560550" y="1111115"/>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5" name="Google Shape;825;p26"/>
          <p:cNvSpPr/>
          <p:nvPr/>
        </p:nvSpPr>
        <p:spPr>
          <a:xfrm>
            <a:off x="6924950" y="455925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923354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11">
  <p:cSld name="Title only 11">
    <p:spTree>
      <p:nvGrpSpPr>
        <p:cNvPr id="1" name="Shape 826"/>
        <p:cNvGrpSpPr/>
        <p:nvPr/>
      </p:nvGrpSpPr>
      <p:grpSpPr>
        <a:xfrm>
          <a:off x="0" y="0"/>
          <a:ext cx="0" cy="0"/>
          <a:chOff x="0" y="0"/>
          <a:chExt cx="0" cy="0"/>
        </a:xfrm>
      </p:grpSpPr>
      <p:grpSp>
        <p:nvGrpSpPr>
          <p:cNvPr id="827" name="Google Shape;827;p27"/>
          <p:cNvGrpSpPr/>
          <p:nvPr/>
        </p:nvGrpSpPr>
        <p:grpSpPr>
          <a:xfrm>
            <a:off x="171401" y="128601"/>
            <a:ext cx="8772695" cy="4795891"/>
            <a:chOff x="171400" y="128600"/>
            <a:chExt cx="8772695" cy="4795891"/>
          </a:xfrm>
        </p:grpSpPr>
        <p:grpSp>
          <p:nvGrpSpPr>
            <p:cNvPr id="828" name="Google Shape;828;p27"/>
            <p:cNvGrpSpPr/>
            <p:nvPr/>
          </p:nvGrpSpPr>
          <p:grpSpPr>
            <a:xfrm>
              <a:off x="171400" y="128600"/>
              <a:ext cx="8772695" cy="4795891"/>
              <a:chOff x="171400" y="428619"/>
              <a:chExt cx="8772695" cy="4758300"/>
            </a:xfrm>
          </p:grpSpPr>
          <p:sp>
            <p:nvSpPr>
              <p:cNvPr id="829" name="Google Shape;829;p27"/>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30" name="Google Shape;830;p27"/>
              <p:cNvGrpSpPr/>
              <p:nvPr/>
            </p:nvGrpSpPr>
            <p:grpSpPr>
              <a:xfrm>
                <a:off x="171400" y="428636"/>
                <a:ext cx="8772695" cy="490301"/>
                <a:chOff x="-215495" y="238126"/>
                <a:chExt cx="9543837" cy="533400"/>
              </a:xfrm>
            </p:grpSpPr>
            <p:sp>
              <p:nvSpPr>
                <p:cNvPr id="831" name="Google Shape;831;p27"/>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2" name="Google Shape;832;p27"/>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33" name="Google Shape;833;p27"/>
                <p:cNvGrpSpPr/>
                <p:nvPr/>
              </p:nvGrpSpPr>
              <p:grpSpPr>
                <a:xfrm>
                  <a:off x="8425674" y="386584"/>
                  <a:ext cx="655694" cy="176896"/>
                  <a:chOff x="13400537" y="1039026"/>
                  <a:chExt cx="495013" cy="133547"/>
                </a:xfrm>
              </p:grpSpPr>
              <p:sp>
                <p:nvSpPr>
                  <p:cNvPr id="834" name="Google Shape;834;p2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5" name="Google Shape;835;p2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6" name="Google Shape;836;p2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7" name="Google Shape;837;p2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8" name="Google Shape;838;p2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9" name="Google Shape;839;p2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840" name="Google Shape;840;p27"/>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41" name="Google Shape;841;p27"/>
          <p:cNvGrpSpPr/>
          <p:nvPr/>
        </p:nvGrpSpPr>
        <p:grpSpPr>
          <a:xfrm>
            <a:off x="7660734" y="1200479"/>
            <a:ext cx="957192" cy="960379"/>
            <a:chOff x="2879000" y="653125"/>
            <a:chExt cx="340650" cy="434325"/>
          </a:xfrm>
        </p:grpSpPr>
        <p:sp>
          <p:nvSpPr>
            <p:cNvPr id="842" name="Google Shape;842;p27"/>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3" name="Google Shape;843;p27"/>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4" name="Google Shape;844;p27"/>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5" name="Google Shape;845;p27"/>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6" name="Google Shape;846;p27"/>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7" name="Google Shape;847;p27"/>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8" name="Google Shape;848;p27"/>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9" name="Google Shape;849;p27"/>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50" name="Google Shape;850;p27"/>
          <p:cNvGrpSpPr/>
          <p:nvPr/>
        </p:nvGrpSpPr>
        <p:grpSpPr>
          <a:xfrm>
            <a:off x="7658480" y="3430464"/>
            <a:ext cx="961925" cy="962160"/>
            <a:chOff x="2494400" y="653125"/>
            <a:chExt cx="340625" cy="434325"/>
          </a:xfrm>
        </p:grpSpPr>
        <p:sp>
          <p:nvSpPr>
            <p:cNvPr id="851" name="Google Shape;851;p27"/>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2" name="Google Shape;852;p27"/>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3" name="Google Shape;853;p27"/>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4" name="Google Shape;854;p27"/>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5" name="Google Shape;855;p27"/>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6" name="Google Shape;856;p27"/>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7" name="Google Shape;857;p27"/>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8" name="Google Shape;858;p27"/>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59" name="Google Shape;859;p27"/>
          <p:cNvGrpSpPr/>
          <p:nvPr/>
        </p:nvGrpSpPr>
        <p:grpSpPr>
          <a:xfrm>
            <a:off x="7658096" y="2316064"/>
            <a:ext cx="961930" cy="960379"/>
            <a:chOff x="3265747" y="653121"/>
            <a:chExt cx="355783" cy="434325"/>
          </a:xfrm>
        </p:grpSpPr>
        <p:sp>
          <p:nvSpPr>
            <p:cNvPr id="860" name="Google Shape;860;p27"/>
            <p:cNvSpPr/>
            <p:nvPr/>
          </p:nvSpPr>
          <p:spPr>
            <a:xfrm>
              <a:off x="3272786" y="657355"/>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1" name="Google Shape;861;p27"/>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2" name="Google Shape;862;p27"/>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3" name="Google Shape;863;p27"/>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4" name="Google Shape;864;p27"/>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5" name="Google Shape;865;p27"/>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6" name="Google Shape;866;p27"/>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7" name="Google Shape;867;p27"/>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868" name="Google Shape;868;p27"/>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869" name="Google Shape;869;p27"/>
          <p:cNvSpPr/>
          <p:nvPr/>
        </p:nvSpPr>
        <p:spPr>
          <a:xfrm>
            <a:off x="8424001" y="845123"/>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9983428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870"/>
        <p:cNvGrpSpPr/>
        <p:nvPr/>
      </p:nvGrpSpPr>
      <p:grpSpPr>
        <a:xfrm>
          <a:off x="0" y="0"/>
          <a:ext cx="0" cy="0"/>
          <a:chOff x="0" y="0"/>
          <a:chExt cx="0" cy="0"/>
        </a:xfrm>
      </p:grpSpPr>
      <p:grpSp>
        <p:nvGrpSpPr>
          <p:cNvPr id="871" name="Google Shape;871;p28"/>
          <p:cNvGrpSpPr/>
          <p:nvPr/>
        </p:nvGrpSpPr>
        <p:grpSpPr>
          <a:xfrm>
            <a:off x="-57206" y="623919"/>
            <a:ext cx="8534077" cy="4665442"/>
            <a:chOff x="171400" y="128600"/>
            <a:chExt cx="8772695" cy="4795891"/>
          </a:xfrm>
        </p:grpSpPr>
        <p:grpSp>
          <p:nvGrpSpPr>
            <p:cNvPr id="872" name="Google Shape;872;p28"/>
            <p:cNvGrpSpPr/>
            <p:nvPr/>
          </p:nvGrpSpPr>
          <p:grpSpPr>
            <a:xfrm>
              <a:off x="171400" y="128600"/>
              <a:ext cx="8772695" cy="4795891"/>
              <a:chOff x="171400" y="428619"/>
              <a:chExt cx="8772695" cy="4758300"/>
            </a:xfrm>
          </p:grpSpPr>
          <p:sp>
            <p:nvSpPr>
              <p:cNvPr id="873" name="Google Shape;873;p28"/>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74" name="Google Shape;874;p28"/>
              <p:cNvGrpSpPr/>
              <p:nvPr/>
            </p:nvGrpSpPr>
            <p:grpSpPr>
              <a:xfrm>
                <a:off x="171400" y="428636"/>
                <a:ext cx="8772695" cy="490301"/>
                <a:chOff x="-215495" y="238126"/>
                <a:chExt cx="9543837" cy="533400"/>
              </a:xfrm>
            </p:grpSpPr>
            <p:sp>
              <p:nvSpPr>
                <p:cNvPr id="875" name="Google Shape;875;p28"/>
                <p:cNvSpPr/>
                <p:nvPr/>
              </p:nvSpPr>
              <p:spPr>
                <a:xfrm>
                  <a:off x="-215259" y="238126"/>
                  <a:ext cx="9543600" cy="533400"/>
                </a:xfrm>
                <a:prstGeom prst="round2SameRect">
                  <a:avLst>
                    <a:gd name="adj1" fmla="val 5000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6" name="Google Shape;876;p28"/>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77" name="Google Shape;877;p28"/>
                <p:cNvGrpSpPr/>
                <p:nvPr/>
              </p:nvGrpSpPr>
              <p:grpSpPr>
                <a:xfrm>
                  <a:off x="8425674" y="386584"/>
                  <a:ext cx="655694" cy="176896"/>
                  <a:chOff x="13400537" y="1039026"/>
                  <a:chExt cx="495013" cy="133547"/>
                </a:xfrm>
              </p:grpSpPr>
              <p:sp>
                <p:nvSpPr>
                  <p:cNvPr id="878" name="Google Shape;878;p2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9" name="Google Shape;879;p2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0" name="Google Shape;880;p2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1" name="Google Shape;881;p2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2" name="Google Shape;882;p2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3" name="Google Shape;883;p2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884" name="Google Shape;884;p28"/>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85" name="Google Shape;885;p28"/>
          <p:cNvGrpSpPr/>
          <p:nvPr/>
        </p:nvGrpSpPr>
        <p:grpSpPr>
          <a:xfrm>
            <a:off x="122409" y="1426588"/>
            <a:ext cx="1060298" cy="1060535"/>
            <a:chOff x="2494400" y="653125"/>
            <a:chExt cx="340625" cy="434325"/>
          </a:xfrm>
        </p:grpSpPr>
        <p:sp>
          <p:nvSpPr>
            <p:cNvPr id="886" name="Google Shape;886;p2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7" name="Google Shape;887;p2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8" name="Google Shape;888;p2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9" name="Google Shape;889;p2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0" name="Google Shape;890;p2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1" name="Google Shape;891;p2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2" name="Google Shape;892;p2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3" name="Google Shape;893;p2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94" name="Google Shape;894;p28"/>
          <p:cNvGrpSpPr/>
          <p:nvPr/>
        </p:nvGrpSpPr>
        <p:grpSpPr>
          <a:xfrm>
            <a:off x="122316" y="2656945"/>
            <a:ext cx="1055095" cy="1058580"/>
            <a:chOff x="2879000" y="653125"/>
            <a:chExt cx="340650" cy="434325"/>
          </a:xfrm>
        </p:grpSpPr>
        <p:sp>
          <p:nvSpPr>
            <p:cNvPr id="895" name="Google Shape;895;p28"/>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6" name="Google Shape;896;p28"/>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7" name="Google Shape;897;p28"/>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8" name="Google Shape;898;p28"/>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9" name="Google Shape;899;p28"/>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0" name="Google Shape;900;p28"/>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1" name="Google Shape;901;p28"/>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2" name="Google Shape;902;p28"/>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03" name="Google Shape;903;p28"/>
          <p:cNvGrpSpPr/>
          <p:nvPr/>
        </p:nvGrpSpPr>
        <p:grpSpPr>
          <a:xfrm>
            <a:off x="122401" y="3885235"/>
            <a:ext cx="1060340" cy="1058580"/>
            <a:chOff x="3265747" y="653121"/>
            <a:chExt cx="355783" cy="434325"/>
          </a:xfrm>
        </p:grpSpPr>
        <p:sp>
          <p:nvSpPr>
            <p:cNvPr id="904" name="Google Shape;904;p28"/>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5" name="Google Shape;905;p28"/>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6" name="Google Shape;906;p2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7" name="Google Shape;907;p2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8" name="Google Shape;908;p2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9" name="Google Shape;909;p2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0" name="Google Shape;910;p2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1" name="Google Shape;911;p2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12" name="Google Shape;912;p28"/>
          <p:cNvGrpSpPr/>
          <p:nvPr/>
        </p:nvGrpSpPr>
        <p:grpSpPr>
          <a:xfrm>
            <a:off x="720001" y="121776"/>
            <a:ext cx="8150515" cy="4512401"/>
            <a:chOff x="627130" y="128603"/>
            <a:chExt cx="8316852" cy="4604490"/>
          </a:xfrm>
        </p:grpSpPr>
        <p:grpSp>
          <p:nvGrpSpPr>
            <p:cNvPr id="913" name="Google Shape;913;p28"/>
            <p:cNvGrpSpPr/>
            <p:nvPr/>
          </p:nvGrpSpPr>
          <p:grpSpPr>
            <a:xfrm>
              <a:off x="627130" y="128603"/>
              <a:ext cx="8316852" cy="4604490"/>
              <a:chOff x="627130" y="428622"/>
              <a:chExt cx="8316852" cy="4568400"/>
            </a:xfrm>
          </p:grpSpPr>
          <p:sp>
            <p:nvSpPr>
              <p:cNvPr id="914" name="Google Shape;914;p2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15" name="Google Shape;915;p28"/>
              <p:cNvGrpSpPr/>
              <p:nvPr/>
            </p:nvGrpSpPr>
            <p:grpSpPr>
              <a:xfrm>
                <a:off x="627130" y="428636"/>
                <a:ext cx="8316852" cy="490301"/>
                <a:chOff x="280295" y="238126"/>
                <a:chExt cx="9047924" cy="533400"/>
              </a:xfrm>
            </p:grpSpPr>
            <p:sp>
              <p:nvSpPr>
                <p:cNvPr id="916" name="Google Shape;916;p2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7" name="Google Shape;917;p2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18" name="Google Shape;918;p28"/>
                <p:cNvGrpSpPr/>
                <p:nvPr/>
              </p:nvGrpSpPr>
              <p:grpSpPr>
                <a:xfrm>
                  <a:off x="8425674" y="386584"/>
                  <a:ext cx="655694" cy="176896"/>
                  <a:chOff x="13400537" y="1039026"/>
                  <a:chExt cx="495013" cy="133547"/>
                </a:xfrm>
              </p:grpSpPr>
              <p:sp>
                <p:nvSpPr>
                  <p:cNvPr id="919" name="Google Shape;919;p2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0" name="Google Shape;920;p2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1" name="Google Shape;921;p2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2" name="Google Shape;922;p2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3" name="Google Shape;923;p2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4" name="Google Shape;924;p2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925" name="Google Shape;925;p2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926" name="Google Shape;926;p28"/>
          <p:cNvSpPr txBox="1">
            <a:spLocks noGrp="1"/>
          </p:cNvSpPr>
          <p:nvPr>
            <p:ph type="subTitle" idx="1"/>
          </p:nvPr>
        </p:nvSpPr>
        <p:spPr>
          <a:xfrm rot="193">
            <a:off x="2118625" y="3193425"/>
            <a:ext cx="5353200" cy="691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27" name="Google Shape;927;p28"/>
          <p:cNvSpPr txBox="1">
            <a:spLocks noGrp="1"/>
          </p:cNvSpPr>
          <p:nvPr>
            <p:ph type="title"/>
          </p:nvPr>
        </p:nvSpPr>
        <p:spPr>
          <a:xfrm>
            <a:off x="1575800" y="974625"/>
            <a:ext cx="6438900" cy="228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16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Tree>
    <p:extLst>
      <p:ext uri="{BB962C8B-B14F-4D97-AF65-F5344CB8AC3E}">
        <p14:creationId xmlns:p14="http://schemas.microsoft.com/office/powerpoint/2010/main" val="22363055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928"/>
        <p:cNvGrpSpPr/>
        <p:nvPr/>
      </p:nvGrpSpPr>
      <p:grpSpPr>
        <a:xfrm>
          <a:off x="0" y="0"/>
          <a:ext cx="0" cy="0"/>
          <a:chOff x="0" y="0"/>
          <a:chExt cx="0" cy="0"/>
        </a:xfrm>
      </p:grpSpPr>
      <p:sp>
        <p:nvSpPr>
          <p:cNvPr id="929" name="Google Shape;929;p29"/>
          <p:cNvSpPr/>
          <p:nvPr/>
        </p:nvSpPr>
        <p:spPr>
          <a:xfrm rot="330623">
            <a:off x="1831297" y="-1607798"/>
            <a:ext cx="8020517" cy="8239782"/>
          </a:xfrm>
          <a:custGeom>
            <a:avLst/>
            <a:gdLst/>
            <a:ahLst/>
            <a:cxnLst/>
            <a:rect l="l" t="t" r="r" b="b"/>
            <a:pathLst>
              <a:path w="49609" h="50966" extrusionOk="0">
                <a:moveTo>
                  <a:pt x="6871" y="45273"/>
                </a:moveTo>
                <a:cubicBezTo>
                  <a:pt x="6871" y="45273"/>
                  <a:pt x="1" y="36777"/>
                  <a:pt x="11156" y="31660"/>
                </a:cubicBezTo>
                <a:cubicBezTo>
                  <a:pt x="22312" y="26543"/>
                  <a:pt x="4727" y="12038"/>
                  <a:pt x="12942" y="6020"/>
                </a:cubicBezTo>
                <a:cubicBezTo>
                  <a:pt x="21156" y="1"/>
                  <a:pt x="45681" y="2119"/>
                  <a:pt x="45561" y="15428"/>
                </a:cubicBezTo>
                <a:cubicBezTo>
                  <a:pt x="45561" y="15428"/>
                  <a:pt x="49609" y="29550"/>
                  <a:pt x="37109" y="30499"/>
                </a:cubicBezTo>
                <a:cubicBezTo>
                  <a:pt x="24609" y="31447"/>
                  <a:pt x="33159" y="44730"/>
                  <a:pt x="25253" y="46153"/>
                </a:cubicBezTo>
                <a:cubicBezTo>
                  <a:pt x="17347" y="47578"/>
                  <a:pt x="13299" y="50966"/>
                  <a:pt x="6871" y="45273"/>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30" name="Google Shape;930;p29"/>
          <p:cNvGrpSpPr/>
          <p:nvPr/>
        </p:nvGrpSpPr>
        <p:grpSpPr>
          <a:xfrm>
            <a:off x="581275" y="121776"/>
            <a:ext cx="3826874" cy="4828162"/>
            <a:chOff x="4716495" y="128608"/>
            <a:chExt cx="4227655" cy="5333807"/>
          </a:xfrm>
        </p:grpSpPr>
        <p:grpSp>
          <p:nvGrpSpPr>
            <p:cNvPr id="931" name="Google Shape;931;p29"/>
            <p:cNvGrpSpPr/>
            <p:nvPr/>
          </p:nvGrpSpPr>
          <p:grpSpPr>
            <a:xfrm>
              <a:off x="4716495" y="128608"/>
              <a:ext cx="4227655" cy="5333807"/>
              <a:chOff x="4716494" y="428627"/>
              <a:chExt cx="4227655" cy="5292000"/>
            </a:xfrm>
          </p:grpSpPr>
          <p:sp>
            <p:nvSpPr>
              <p:cNvPr id="932" name="Google Shape;932;p29"/>
              <p:cNvSpPr/>
              <p:nvPr/>
            </p:nvSpPr>
            <p:spPr>
              <a:xfrm>
                <a:off x="4716550" y="428627"/>
                <a:ext cx="4227600" cy="52920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33" name="Google Shape;933;p29"/>
              <p:cNvGrpSpPr/>
              <p:nvPr/>
            </p:nvGrpSpPr>
            <p:grpSpPr>
              <a:xfrm>
                <a:off x="4716494" y="428627"/>
                <a:ext cx="4227482" cy="490301"/>
                <a:chOff x="4729125" y="238117"/>
                <a:chExt cx="4599089" cy="533400"/>
              </a:xfrm>
            </p:grpSpPr>
            <p:sp>
              <p:nvSpPr>
                <p:cNvPr id="934" name="Google Shape;934;p29"/>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5" name="Google Shape;935;p29"/>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36" name="Google Shape;936;p29"/>
                <p:cNvGrpSpPr/>
                <p:nvPr/>
              </p:nvGrpSpPr>
              <p:grpSpPr>
                <a:xfrm>
                  <a:off x="8425674" y="386584"/>
                  <a:ext cx="655694" cy="176896"/>
                  <a:chOff x="13400537" y="1039026"/>
                  <a:chExt cx="495013" cy="133547"/>
                </a:xfrm>
              </p:grpSpPr>
              <p:sp>
                <p:nvSpPr>
                  <p:cNvPr id="937" name="Google Shape;937;p2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8" name="Google Shape;938;p2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9" name="Google Shape;939;p2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0" name="Google Shape;940;p2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1" name="Google Shape;941;p2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2" name="Google Shape;942;p2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943" name="Google Shape;943;p29"/>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944" name="Google Shape;944;p29"/>
          <p:cNvSpPr txBox="1">
            <a:spLocks noGrp="1"/>
          </p:cNvSpPr>
          <p:nvPr>
            <p:ph type="title"/>
          </p:nvPr>
        </p:nvSpPr>
        <p:spPr>
          <a:xfrm>
            <a:off x="4357038" y="1978200"/>
            <a:ext cx="3743400" cy="705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945" name="Google Shape;945;p29"/>
          <p:cNvSpPr txBox="1">
            <a:spLocks noGrp="1"/>
          </p:cNvSpPr>
          <p:nvPr>
            <p:ph type="subTitle" idx="1"/>
          </p:nvPr>
        </p:nvSpPr>
        <p:spPr>
          <a:xfrm rot="-276">
            <a:off x="4357062" y="2711627"/>
            <a:ext cx="3743400" cy="853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46" name="Google Shape;946;p29"/>
          <p:cNvSpPr/>
          <p:nvPr/>
        </p:nvSpPr>
        <p:spPr>
          <a:xfrm>
            <a:off x="5235450" y="45120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4031824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947"/>
        <p:cNvGrpSpPr/>
        <p:nvPr/>
      </p:nvGrpSpPr>
      <p:grpSpPr>
        <a:xfrm>
          <a:off x="0" y="0"/>
          <a:ext cx="0" cy="0"/>
          <a:chOff x="0" y="0"/>
          <a:chExt cx="0" cy="0"/>
        </a:xfrm>
      </p:grpSpPr>
      <p:sp>
        <p:nvSpPr>
          <p:cNvPr id="948" name="Google Shape;948;p30"/>
          <p:cNvSpPr/>
          <p:nvPr/>
        </p:nvSpPr>
        <p:spPr>
          <a:xfrm>
            <a:off x="280226" y="-66675"/>
            <a:ext cx="5051374" cy="5276868"/>
          </a:xfrm>
          <a:custGeom>
            <a:avLst/>
            <a:gdLst/>
            <a:ahLst/>
            <a:cxnLst/>
            <a:rect l="l" t="t" r="r" b="b"/>
            <a:pathLst>
              <a:path w="28741" h="30024" extrusionOk="0">
                <a:moveTo>
                  <a:pt x="16290" y="0"/>
                </a:moveTo>
                <a:cubicBezTo>
                  <a:pt x="15349" y="0"/>
                  <a:pt x="14432" y="121"/>
                  <a:pt x="13568" y="372"/>
                </a:cubicBezTo>
                <a:cubicBezTo>
                  <a:pt x="10969" y="1128"/>
                  <a:pt x="8867" y="3064"/>
                  <a:pt x="6802" y="4741"/>
                </a:cubicBezTo>
                <a:cubicBezTo>
                  <a:pt x="4738" y="6401"/>
                  <a:pt x="2728" y="7802"/>
                  <a:pt x="1549" y="9774"/>
                </a:cubicBezTo>
                <a:cubicBezTo>
                  <a:pt x="369" y="11747"/>
                  <a:pt x="0" y="14273"/>
                  <a:pt x="295" y="16742"/>
                </a:cubicBezTo>
                <a:cubicBezTo>
                  <a:pt x="571" y="19232"/>
                  <a:pt x="1492" y="21684"/>
                  <a:pt x="2893" y="24208"/>
                </a:cubicBezTo>
                <a:cubicBezTo>
                  <a:pt x="4295" y="26753"/>
                  <a:pt x="6175" y="29389"/>
                  <a:pt x="8553" y="29923"/>
                </a:cubicBezTo>
                <a:cubicBezTo>
                  <a:pt x="8873" y="29993"/>
                  <a:pt x="9201" y="30024"/>
                  <a:pt x="9538" y="30024"/>
                </a:cubicBezTo>
                <a:cubicBezTo>
                  <a:pt x="11710" y="30024"/>
                  <a:pt x="14224" y="28716"/>
                  <a:pt x="16794" y="27822"/>
                </a:cubicBezTo>
                <a:cubicBezTo>
                  <a:pt x="19743" y="26790"/>
                  <a:pt x="22749" y="26329"/>
                  <a:pt x="24426" y="24577"/>
                </a:cubicBezTo>
                <a:cubicBezTo>
                  <a:pt x="26103" y="22845"/>
                  <a:pt x="26454" y="19839"/>
                  <a:pt x="27099" y="16742"/>
                </a:cubicBezTo>
                <a:cubicBezTo>
                  <a:pt x="27763" y="13645"/>
                  <a:pt x="28740" y="10456"/>
                  <a:pt x="27984" y="7728"/>
                </a:cubicBezTo>
                <a:cubicBezTo>
                  <a:pt x="27247" y="5000"/>
                  <a:pt x="24795" y="2732"/>
                  <a:pt x="22029" y="1386"/>
                </a:cubicBezTo>
                <a:cubicBezTo>
                  <a:pt x="20171" y="488"/>
                  <a:pt x="18181" y="0"/>
                  <a:pt x="16290"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49" name="Google Shape;949;p30"/>
          <p:cNvGrpSpPr/>
          <p:nvPr/>
        </p:nvGrpSpPr>
        <p:grpSpPr>
          <a:xfrm>
            <a:off x="1789090" y="774935"/>
            <a:ext cx="6811502" cy="3771078"/>
            <a:chOff x="627130" y="128603"/>
            <a:chExt cx="8316852" cy="4604490"/>
          </a:xfrm>
        </p:grpSpPr>
        <p:grpSp>
          <p:nvGrpSpPr>
            <p:cNvPr id="950" name="Google Shape;950;p30"/>
            <p:cNvGrpSpPr/>
            <p:nvPr/>
          </p:nvGrpSpPr>
          <p:grpSpPr>
            <a:xfrm>
              <a:off x="627130" y="128603"/>
              <a:ext cx="8316852" cy="4604490"/>
              <a:chOff x="627130" y="428622"/>
              <a:chExt cx="8316852" cy="4568400"/>
            </a:xfrm>
          </p:grpSpPr>
          <p:sp>
            <p:nvSpPr>
              <p:cNvPr id="951" name="Google Shape;951;p30"/>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52" name="Google Shape;952;p30"/>
              <p:cNvGrpSpPr/>
              <p:nvPr/>
            </p:nvGrpSpPr>
            <p:grpSpPr>
              <a:xfrm>
                <a:off x="627130" y="428636"/>
                <a:ext cx="8316852" cy="490301"/>
                <a:chOff x="280295" y="238126"/>
                <a:chExt cx="9047924" cy="533400"/>
              </a:xfrm>
            </p:grpSpPr>
            <p:sp>
              <p:nvSpPr>
                <p:cNvPr id="953" name="Google Shape;953;p30"/>
                <p:cNvSpPr/>
                <p:nvPr/>
              </p:nvSpPr>
              <p:spPr>
                <a:xfrm>
                  <a:off x="280520" y="238126"/>
                  <a:ext cx="9047700" cy="533400"/>
                </a:xfrm>
                <a:prstGeom prst="round2SameRect">
                  <a:avLst>
                    <a:gd name="adj1" fmla="val 3546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4" name="Google Shape;954;p30"/>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55" name="Google Shape;955;p30"/>
                <p:cNvGrpSpPr/>
                <p:nvPr/>
              </p:nvGrpSpPr>
              <p:grpSpPr>
                <a:xfrm>
                  <a:off x="8425674" y="386584"/>
                  <a:ext cx="655694" cy="176896"/>
                  <a:chOff x="13400537" y="1039026"/>
                  <a:chExt cx="495013" cy="133547"/>
                </a:xfrm>
              </p:grpSpPr>
              <p:sp>
                <p:nvSpPr>
                  <p:cNvPr id="956" name="Google Shape;956;p30"/>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7" name="Google Shape;957;p30"/>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8" name="Google Shape;958;p30"/>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9" name="Google Shape;959;p30"/>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0" name="Google Shape;960;p30"/>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1" name="Google Shape;961;p30"/>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962" name="Google Shape;962;p30"/>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63" name="Google Shape;963;p30"/>
          <p:cNvGrpSpPr/>
          <p:nvPr/>
        </p:nvGrpSpPr>
        <p:grpSpPr>
          <a:xfrm>
            <a:off x="3224201" y="3393320"/>
            <a:ext cx="957192" cy="960379"/>
            <a:chOff x="2879000" y="653125"/>
            <a:chExt cx="340650" cy="434325"/>
          </a:xfrm>
        </p:grpSpPr>
        <p:sp>
          <p:nvSpPr>
            <p:cNvPr id="964" name="Google Shape;964;p30"/>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5" name="Google Shape;965;p30"/>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6" name="Google Shape;966;p30"/>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7" name="Google Shape;967;p30"/>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8" name="Google Shape;968;p30"/>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9" name="Google Shape;969;p30"/>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0" name="Google Shape;970;p30"/>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1" name="Google Shape;971;p30"/>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72" name="Google Shape;972;p30"/>
          <p:cNvGrpSpPr/>
          <p:nvPr/>
        </p:nvGrpSpPr>
        <p:grpSpPr>
          <a:xfrm>
            <a:off x="2071705" y="3392414"/>
            <a:ext cx="961925" cy="962160"/>
            <a:chOff x="2494400" y="653125"/>
            <a:chExt cx="340625" cy="434325"/>
          </a:xfrm>
        </p:grpSpPr>
        <p:sp>
          <p:nvSpPr>
            <p:cNvPr id="973" name="Google Shape;973;p30"/>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4" name="Google Shape;974;p30"/>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5" name="Google Shape;975;p30"/>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6" name="Google Shape;976;p30"/>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7" name="Google Shape;977;p30"/>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8" name="Google Shape;978;p30"/>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9" name="Google Shape;979;p30"/>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0" name="Google Shape;980;p30"/>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981" name="Google Shape;981;p30"/>
          <p:cNvSpPr txBox="1">
            <a:spLocks noGrp="1"/>
          </p:cNvSpPr>
          <p:nvPr>
            <p:ph type="title"/>
          </p:nvPr>
        </p:nvSpPr>
        <p:spPr>
          <a:xfrm>
            <a:off x="939750" y="1276275"/>
            <a:ext cx="29076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982" name="Google Shape;982;p30"/>
          <p:cNvSpPr txBox="1">
            <a:spLocks noGrp="1"/>
          </p:cNvSpPr>
          <p:nvPr>
            <p:ph type="subTitle" idx="1"/>
          </p:nvPr>
        </p:nvSpPr>
        <p:spPr>
          <a:xfrm rot="-355">
            <a:off x="939747" y="1918382"/>
            <a:ext cx="2907600" cy="10704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17521241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983"/>
        <p:cNvGrpSpPr/>
        <p:nvPr/>
      </p:nvGrpSpPr>
      <p:grpSpPr>
        <a:xfrm>
          <a:off x="0" y="0"/>
          <a:ext cx="0" cy="0"/>
          <a:chOff x="0" y="0"/>
          <a:chExt cx="0" cy="0"/>
        </a:xfrm>
      </p:grpSpPr>
      <p:sp>
        <p:nvSpPr>
          <p:cNvPr id="984" name="Google Shape;984;p31"/>
          <p:cNvSpPr/>
          <p:nvPr/>
        </p:nvSpPr>
        <p:spPr>
          <a:xfrm rot="-620824">
            <a:off x="-520431" y="124574"/>
            <a:ext cx="9594305" cy="4771207"/>
          </a:xfrm>
          <a:custGeom>
            <a:avLst/>
            <a:gdLst/>
            <a:ahLst/>
            <a:cxnLst/>
            <a:rect l="l" t="t" r="r" b="b"/>
            <a:pathLst>
              <a:path w="118885" h="59121" extrusionOk="0">
                <a:moveTo>
                  <a:pt x="87936" y="0"/>
                </a:moveTo>
                <a:cubicBezTo>
                  <a:pt x="82196" y="0"/>
                  <a:pt x="75928" y="1456"/>
                  <a:pt x="69141" y="4867"/>
                </a:cubicBezTo>
                <a:cubicBezTo>
                  <a:pt x="63961" y="7470"/>
                  <a:pt x="59917" y="8425"/>
                  <a:pt x="56377" y="8425"/>
                </a:cubicBezTo>
                <a:cubicBezTo>
                  <a:pt x="48859" y="8425"/>
                  <a:pt x="43612" y="4120"/>
                  <a:pt x="34576" y="2162"/>
                </a:cubicBezTo>
                <a:cubicBezTo>
                  <a:pt x="33255" y="1875"/>
                  <a:pt x="32068" y="1746"/>
                  <a:pt x="31002" y="1746"/>
                </a:cubicBezTo>
                <a:cubicBezTo>
                  <a:pt x="21344" y="1746"/>
                  <a:pt x="21601" y="12331"/>
                  <a:pt x="21601" y="12331"/>
                </a:cubicBezTo>
                <a:cubicBezTo>
                  <a:pt x="21719" y="18417"/>
                  <a:pt x="19951" y="21537"/>
                  <a:pt x="18229" y="23268"/>
                </a:cubicBezTo>
                <a:cubicBezTo>
                  <a:pt x="16963" y="24541"/>
                  <a:pt x="16168" y="24616"/>
                  <a:pt x="13984" y="26356"/>
                </a:cubicBezTo>
                <a:cubicBezTo>
                  <a:pt x="11517" y="28323"/>
                  <a:pt x="9097" y="31334"/>
                  <a:pt x="7533" y="33680"/>
                </a:cubicBezTo>
                <a:cubicBezTo>
                  <a:pt x="1" y="44975"/>
                  <a:pt x="6557" y="54142"/>
                  <a:pt x="14329" y="54142"/>
                </a:cubicBezTo>
                <a:cubicBezTo>
                  <a:pt x="16351" y="54142"/>
                  <a:pt x="18456" y="53521"/>
                  <a:pt x="20416" y="52156"/>
                </a:cubicBezTo>
                <a:cubicBezTo>
                  <a:pt x="22747" y="50532"/>
                  <a:pt x="26458" y="49890"/>
                  <a:pt x="31023" y="49890"/>
                </a:cubicBezTo>
                <a:cubicBezTo>
                  <a:pt x="45050" y="49890"/>
                  <a:pt x="67148" y="55954"/>
                  <a:pt x="82107" y="58260"/>
                </a:cubicBezTo>
                <a:cubicBezTo>
                  <a:pt x="85874" y="58840"/>
                  <a:pt x="89085" y="59121"/>
                  <a:pt x="91852" y="59121"/>
                </a:cubicBezTo>
                <a:cubicBezTo>
                  <a:pt x="103648" y="59121"/>
                  <a:pt x="107374" y="54026"/>
                  <a:pt x="111763" y="45377"/>
                </a:cubicBezTo>
                <a:cubicBezTo>
                  <a:pt x="117182" y="34699"/>
                  <a:pt x="118884" y="14360"/>
                  <a:pt x="108716" y="7038"/>
                </a:cubicBezTo>
                <a:cubicBezTo>
                  <a:pt x="102813" y="2788"/>
                  <a:pt x="95880" y="0"/>
                  <a:pt x="87936"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85" name="Google Shape;985;p31"/>
          <p:cNvGrpSpPr/>
          <p:nvPr/>
        </p:nvGrpSpPr>
        <p:grpSpPr>
          <a:xfrm>
            <a:off x="3023848" y="539325"/>
            <a:ext cx="5400141" cy="4064844"/>
            <a:chOff x="2826836" y="128606"/>
            <a:chExt cx="6117060" cy="4604490"/>
          </a:xfrm>
        </p:grpSpPr>
        <p:grpSp>
          <p:nvGrpSpPr>
            <p:cNvPr id="986" name="Google Shape;986;p31"/>
            <p:cNvGrpSpPr/>
            <p:nvPr/>
          </p:nvGrpSpPr>
          <p:grpSpPr>
            <a:xfrm>
              <a:off x="2826836" y="128606"/>
              <a:ext cx="6117060" cy="4604490"/>
              <a:chOff x="2826836" y="428625"/>
              <a:chExt cx="6117060" cy="4568400"/>
            </a:xfrm>
          </p:grpSpPr>
          <p:sp>
            <p:nvSpPr>
              <p:cNvPr id="987" name="Google Shape;987;p31"/>
              <p:cNvSpPr/>
              <p:nvPr/>
            </p:nvSpPr>
            <p:spPr>
              <a:xfrm>
                <a:off x="2826874" y="428625"/>
                <a:ext cx="61170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88" name="Google Shape;988;p31"/>
              <p:cNvGrpSpPr/>
              <p:nvPr/>
            </p:nvGrpSpPr>
            <p:grpSpPr>
              <a:xfrm>
                <a:off x="2826836" y="428639"/>
                <a:ext cx="6117060" cy="490301"/>
                <a:chOff x="2673361" y="238130"/>
                <a:chExt cx="6654765" cy="533400"/>
              </a:xfrm>
            </p:grpSpPr>
            <p:sp>
              <p:nvSpPr>
                <p:cNvPr id="989" name="Google Shape;989;p31"/>
                <p:cNvSpPr/>
                <p:nvPr/>
              </p:nvSpPr>
              <p:spPr>
                <a:xfrm>
                  <a:off x="2673526" y="238130"/>
                  <a:ext cx="66546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0" name="Google Shape;990;p31"/>
                <p:cNvSpPr/>
                <p:nvPr/>
              </p:nvSpPr>
              <p:spPr>
                <a:xfrm>
                  <a:off x="2673361" y="685655"/>
                  <a:ext cx="6654657"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91" name="Google Shape;991;p31"/>
                <p:cNvGrpSpPr/>
                <p:nvPr/>
              </p:nvGrpSpPr>
              <p:grpSpPr>
                <a:xfrm>
                  <a:off x="8425674" y="386584"/>
                  <a:ext cx="655694" cy="176896"/>
                  <a:chOff x="13400537" y="1039026"/>
                  <a:chExt cx="495013" cy="133547"/>
                </a:xfrm>
              </p:grpSpPr>
              <p:sp>
                <p:nvSpPr>
                  <p:cNvPr id="992" name="Google Shape;992;p31"/>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3" name="Google Shape;993;p31"/>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4" name="Google Shape;994;p31"/>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5" name="Google Shape;995;p31"/>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6" name="Google Shape;996;p31"/>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7" name="Google Shape;997;p31"/>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998" name="Google Shape;998;p31"/>
            <p:cNvSpPr/>
            <p:nvPr/>
          </p:nvSpPr>
          <p:spPr>
            <a:xfrm>
              <a:off x="2907062"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999" name="Google Shape;999;p31"/>
          <p:cNvSpPr txBox="1">
            <a:spLocks noGrp="1"/>
          </p:cNvSpPr>
          <p:nvPr>
            <p:ph type="title"/>
          </p:nvPr>
        </p:nvSpPr>
        <p:spPr>
          <a:xfrm>
            <a:off x="1676925" y="1683150"/>
            <a:ext cx="2956800" cy="564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000" name="Google Shape;1000;p31"/>
          <p:cNvSpPr txBox="1">
            <a:spLocks noGrp="1"/>
          </p:cNvSpPr>
          <p:nvPr>
            <p:ph type="subTitle" idx="1"/>
          </p:nvPr>
        </p:nvSpPr>
        <p:spPr>
          <a:xfrm rot="-355">
            <a:off x="3333997" y="2642282"/>
            <a:ext cx="2907600" cy="10704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1" name="Google Shape;1001;p31"/>
          <p:cNvSpPr/>
          <p:nvPr/>
        </p:nvSpPr>
        <p:spPr>
          <a:xfrm>
            <a:off x="592275" y="477301"/>
            <a:ext cx="255451" cy="301652"/>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9174661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002"/>
        <p:cNvGrpSpPr/>
        <p:nvPr/>
      </p:nvGrpSpPr>
      <p:grpSpPr>
        <a:xfrm>
          <a:off x="0" y="0"/>
          <a:ext cx="0" cy="0"/>
          <a:chOff x="0" y="0"/>
          <a:chExt cx="0" cy="0"/>
        </a:xfrm>
      </p:grpSpPr>
      <p:sp>
        <p:nvSpPr>
          <p:cNvPr id="1003" name="Google Shape;1003;p32"/>
          <p:cNvSpPr/>
          <p:nvPr/>
        </p:nvSpPr>
        <p:spPr>
          <a:xfrm flipH="1">
            <a:off x="-1858974" y="-1235385"/>
            <a:ext cx="8565689" cy="8319112"/>
          </a:xfrm>
          <a:custGeom>
            <a:avLst/>
            <a:gdLst/>
            <a:ahLst/>
            <a:cxnLst/>
            <a:rect l="l" t="t" r="r" b="b"/>
            <a:pathLst>
              <a:path w="27617" h="26822" extrusionOk="0">
                <a:moveTo>
                  <a:pt x="9841" y="1"/>
                </a:moveTo>
                <a:cubicBezTo>
                  <a:pt x="8360" y="1"/>
                  <a:pt x="6743" y="601"/>
                  <a:pt x="5328" y="1510"/>
                </a:cubicBezTo>
                <a:cubicBezTo>
                  <a:pt x="3060" y="2967"/>
                  <a:pt x="1272" y="5215"/>
                  <a:pt x="646" y="7648"/>
                </a:cubicBezTo>
                <a:cubicBezTo>
                  <a:pt x="1" y="10100"/>
                  <a:pt x="517" y="12756"/>
                  <a:pt x="867" y="15465"/>
                </a:cubicBezTo>
                <a:cubicBezTo>
                  <a:pt x="1236" y="18157"/>
                  <a:pt x="1438" y="20904"/>
                  <a:pt x="2674" y="23263"/>
                </a:cubicBezTo>
                <a:cubicBezTo>
                  <a:pt x="3677" y="25166"/>
                  <a:pt x="5329" y="26821"/>
                  <a:pt x="7006" y="26821"/>
                </a:cubicBezTo>
                <a:cubicBezTo>
                  <a:pt x="7425" y="26821"/>
                  <a:pt x="7846" y="26718"/>
                  <a:pt x="8259" y="26489"/>
                </a:cubicBezTo>
                <a:cubicBezTo>
                  <a:pt x="10324" y="25347"/>
                  <a:pt x="12186" y="21051"/>
                  <a:pt x="14454" y="19687"/>
                </a:cubicBezTo>
                <a:cubicBezTo>
                  <a:pt x="15155" y="19265"/>
                  <a:pt x="15894" y="19122"/>
                  <a:pt x="16663" y="19122"/>
                </a:cubicBezTo>
                <a:cubicBezTo>
                  <a:pt x="18292" y="19122"/>
                  <a:pt x="20049" y="19766"/>
                  <a:pt x="21835" y="19766"/>
                </a:cubicBezTo>
                <a:cubicBezTo>
                  <a:pt x="21931" y="19766"/>
                  <a:pt x="22026" y="19764"/>
                  <a:pt x="22122" y="19761"/>
                </a:cubicBezTo>
                <a:cubicBezTo>
                  <a:pt x="24833" y="19650"/>
                  <a:pt x="27616" y="17898"/>
                  <a:pt x="26768" y="16331"/>
                </a:cubicBezTo>
                <a:cubicBezTo>
                  <a:pt x="25939" y="14747"/>
                  <a:pt x="21477" y="13327"/>
                  <a:pt x="19136" y="12092"/>
                </a:cubicBezTo>
                <a:cubicBezTo>
                  <a:pt x="16795" y="10839"/>
                  <a:pt x="16555" y="9788"/>
                  <a:pt x="15910" y="7593"/>
                </a:cubicBezTo>
                <a:cubicBezTo>
                  <a:pt x="15265" y="5381"/>
                  <a:pt x="14214" y="2044"/>
                  <a:pt x="12297" y="717"/>
                </a:cubicBezTo>
                <a:cubicBezTo>
                  <a:pt x="11576" y="218"/>
                  <a:pt x="10733" y="1"/>
                  <a:pt x="9841"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04" name="Google Shape;1004;p32"/>
          <p:cNvGrpSpPr/>
          <p:nvPr/>
        </p:nvGrpSpPr>
        <p:grpSpPr>
          <a:xfrm>
            <a:off x="171401" y="128600"/>
            <a:ext cx="8772695" cy="2043114"/>
            <a:chOff x="171400" y="128600"/>
            <a:chExt cx="8772695" cy="2043114"/>
          </a:xfrm>
        </p:grpSpPr>
        <p:grpSp>
          <p:nvGrpSpPr>
            <p:cNvPr id="1005" name="Google Shape;1005;p32"/>
            <p:cNvGrpSpPr/>
            <p:nvPr/>
          </p:nvGrpSpPr>
          <p:grpSpPr>
            <a:xfrm>
              <a:off x="171400" y="128600"/>
              <a:ext cx="8772695" cy="2043114"/>
              <a:chOff x="171400" y="428619"/>
              <a:chExt cx="8772695" cy="2027100"/>
            </a:xfrm>
          </p:grpSpPr>
          <p:sp>
            <p:nvSpPr>
              <p:cNvPr id="1006" name="Google Shape;1006;p32"/>
              <p:cNvSpPr/>
              <p:nvPr/>
            </p:nvSpPr>
            <p:spPr>
              <a:xfrm>
                <a:off x="171450" y="428619"/>
                <a:ext cx="8772300" cy="2027100"/>
              </a:xfrm>
              <a:prstGeom prst="roundRect">
                <a:avLst>
                  <a:gd name="adj" fmla="val 11365"/>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07" name="Google Shape;1007;p32"/>
              <p:cNvGrpSpPr/>
              <p:nvPr/>
            </p:nvGrpSpPr>
            <p:grpSpPr>
              <a:xfrm>
                <a:off x="171400" y="428636"/>
                <a:ext cx="8772695" cy="490301"/>
                <a:chOff x="-215495" y="238126"/>
                <a:chExt cx="9543837" cy="533400"/>
              </a:xfrm>
            </p:grpSpPr>
            <p:sp>
              <p:nvSpPr>
                <p:cNvPr id="1008" name="Google Shape;1008;p32"/>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9" name="Google Shape;1009;p32"/>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10" name="Google Shape;1010;p32"/>
                <p:cNvGrpSpPr/>
                <p:nvPr/>
              </p:nvGrpSpPr>
              <p:grpSpPr>
                <a:xfrm>
                  <a:off x="8425674" y="386584"/>
                  <a:ext cx="655694" cy="176896"/>
                  <a:chOff x="13400537" y="1039026"/>
                  <a:chExt cx="495013" cy="133547"/>
                </a:xfrm>
              </p:grpSpPr>
              <p:sp>
                <p:nvSpPr>
                  <p:cNvPr id="1011" name="Google Shape;1011;p32"/>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2" name="Google Shape;1012;p32"/>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3" name="Google Shape;1013;p32"/>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4" name="Google Shape;1014;p32"/>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5" name="Google Shape;1015;p32"/>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6" name="Google Shape;1016;p32"/>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017" name="Google Shape;1017;p32"/>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018" name="Google Shape;1018;p32"/>
          <p:cNvGrpSpPr/>
          <p:nvPr/>
        </p:nvGrpSpPr>
        <p:grpSpPr>
          <a:xfrm>
            <a:off x="4585176" y="359926"/>
            <a:ext cx="3826874" cy="4423625"/>
            <a:chOff x="4716495" y="128608"/>
            <a:chExt cx="4227655" cy="4886904"/>
          </a:xfrm>
        </p:grpSpPr>
        <p:grpSp>
          <p:nvGrpSpPr>
            <p:cNvPr id="1019" name="Google Shape;1019;p32"/>
            <p:cNvGrpSpPr/>
            <p:nvPr/>
          </p:nvGrpSpPr>
          <p:grpSpPr>
            <a:xfrm>
              <a:off x="4716495" y="128608"/>
              <a:ext cx="4227655" cy="4886904"/>
              <a:chOff x="4716494" y="428627"/>
              <a:chExt cx="4227655" cy="4848600"/>
            </a:xfrm>
          </p:grpSpPr>
          <p:sp>
            <p:nvSpPr>
              <p:cNvPr id="1020" name="Google Shape;1020;p32"/>
              <p:cNvSpPr/>
              <p:nvPr/>
            </p:nvSpPr>
            <p:spPr>
              <a:xfrm>
                <a:off x="4716550" y="428627"/>
                <a:ext cx="4227600" cy="48486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21" name="Google Shape;1021;p32"/>
              <p:cNvGrpSpPr/>
              <p:nvPr/>
            </p:nvGrpSpPr>
            <p:grpSpPr>
              <a:xfrm>
                <a:off x="4716494" y="428627"/>
                <a:ext cx="4227482" cy="490301"/>
                <a:chOff x="4729125" y="238117"/>
                <a:chExt cx="4599089" cy="533400"/>
              </a:xfrm>
            </p:grpSpPr>
            <p:sp>
              <p:nvSpPr>
                <p:cNvPr id="1022" name="Google Shape;1022;p32"/>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3" name="Google Shape;1023;p32"/>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24" name="Google Shape;1024;p32"/>
                <p:cNvGrpSpPr/>
                <p:nvPr/>
              </p:nvGrpSpPr>
              <p:grpSpPr>
                <a:xfrm>
                  <a:off x="8425674" y="386584"/>
                  <a:ext cx="655694" cy="176896"/>
                  <a:chOff x="13400537" y="1039026"/>
                  <a:chExt cx="495013" cy="133547"/>
                </a:xfrm>
              </p:grpSpPr>
              <p:sp>
                <p:nvSpPr>
                  <p:cNvPr id="1025" name="Google Shape;1025;p32"/>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6" name="Google Shape;1026;p32"/>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7" name="Google Shape;1027;p32"/>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8" name="Google Shape;1028;p32"/>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9" name="Google Shape;1029;p32"/>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0" name="Google Shape;1030;p32"/>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031" name="Google Shape;1031;p32"/>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032" name="Google Shape;1032;p32"/>
          <p:cNvSpPr txBox="1">
            <a:spLocks noGrp="1"/>
          </p:cNvSpPr>
          <p:nvPr>
            <p:ph type="title"/>
          </p:nvPr>
        </p:nvSpPr>
        <p:spPr>
          <a:xfrm>
            <a:off x="720000" y="740175"/>
            <a:ext cx="24708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033" name="Google Shape;1033;p32"/>
          <p:cNvSpPr txBox="1">
            <a:spLocks noGrp="1"/>
          </p:cNvSpPr>
          <p:nvPr>
            <p:ph type="subTitle" idx="1"/>
          </p:nvPr>
        </p:nvSpPr>
        <p:spPr>
          <a:xfrm rot="-355">
            <a:off x="1495535" y="2502220"/>
            <a:ext cx="2907600" cy="1070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34" name="Google Shape;1034;p32"/>
          <p:cNvSpPr/>
          <p:nvPr/>
        </p:nvSpPr>
        <p:spPr>
          <a:xfrm>
            <a:off x="8591025" y="1228802"/>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42716149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035"/>
        <p:cNvGrpSpPr/>
        <p:nvPr/>
      </p:nvGrpSpPr>
      <p:grpSpPr>
        <a:xfrm>
          <a:off x="0" y="0"/>
          <a:ext cx="0" cy="0"/>
          <a:chOff x="0" y="0"/>
          <a:chExt cx="0" cy="0"/>
        </a:xfrm>
      </p:grpSpPr>
      <p:sp>
        <p:nvSpPr>
          <p:cNvPr id="1036" name="Google Shape;1036;p33"/>
          <p:cNvSpPr/>
          <p:nvPr/>
        </p:nvSpPr>
        <p:spPr>
          <a:xfrm>
            <a:off x="761414" y="171451"/>
            <a:ext cx="8424017" cy="5030301"/>
          </a:xfrm>
          <a:custGeom>
            <a:avLst/>
            <a:gdLst/>
            <a:ahLst/>
            <a:cxnLst/>
            <a:rect l="l" t="t" r="r" b="b"/>
            <a:pathLst>
              <a:path w="63502" h="45586" extrusionOk="0">
                <a:moveTo>
                  <a:pt x="50853" y="0"/>
                </a:moveTo>
                <a:cubicBezTo>
                  <a:pt x="42114" y="0"/>
                  <a:pt x="35310" y="5109"/>
                  <a:pt x="31860" y="10116"/>
                </a:cubicBezTo>
                <a:cubicBezTo>
                  <a:pt x="27055" y="17094"/>
                  <a:pt x="17289" y="15987"/>
                  <a:pt x="11090" y="21695"/>
                </a:cubicBezTo>
                <a:cubicBezTo>
                  <a:pt x="0" y="31909"/>
                  <a:pt x="6141" y="45586"/>
                  <a:pt x="6141" y="45586"/>
                </a:cubicBezTo>
                <a:lnTo>
                  <a:pt x="63502" y="45586"/>
                </a:lnTo>
                <a:lnTo>
                  <a:pt x="63502" y="3471"/>
                </a:lnTo>
                <a:cubicBezTo>
                  <a:pt x="58987" y="1005"/>
                  <a:pt x="54730" y="0"/>
                  <a:pt x="50853"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37" name="Google Shape;1037;p33"/>
          <p:cNvGrpSpPr/>
          <p:nvPr/>
        </p:nvGrpSpPr>
        <p:grpSpPr>
          <a:xfrm>
            <a:off x="3337749" y="1497076"/>
            <a:ext cx="2468502" cy="3236839"/>
            <a:chOff x="6217019" y="128594"/>
            <a:chExt cx="2727024" cy="3575828"/>
          </a:xfrm>
        </p:grpSpPr>
        <p:grpSp>
          <p:nvGrpSpPr>
            <p:cNvPr id="1038" name="Google Shape;1038;p33"/>
            <p:cNvGrpSpPr/>
            <p:nvPr/>
          </p:nvGrpSpPr>
          <p:grpSpPr>
            <a:xfrm>
              <a:off x="6217019" y="128594"/>
              <a:ext cx="2727024" cy="3575828"/>
              <a:chOff x="6217019" y="428613"/>
              <a:chExt cx="2727024" cy="3547800"/>
            </a:xfrm>
          </p:grpSpPr>
          <p:sp>
            <p:nvSpPr>
              <p:cNvPr id="1039" name="Google Shape;1039;p33"/>
              <p:cNvSpPr/>
              <p:nvPr/>
            </p:nvSpPr>
            <p:spPr>
              <a:xfrm>
                <a:off x="6217043" y="428613"/>
                <a:ext cx="2727000" cy="35478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40" name="Google Shape;1040;p33"/>
              <p:cNvGrpSpPr/>
              <p:nvPr/>
            </p:nvGrpSpPr>
            <p:grpSpPr>
              <a:xfrm>
                <a:off x="6217019" y="428627"/>
                <a:ext cx="2726949" cy="490301"/>
                <a:chOff x="6361549" y="238117"/>
                <a:chExt cx="2966655" cy="533400"/>
              </a:xfrm>
            </p:grpSpPr>
            <p:sp>
              <p:nvSpPr>
                <p:cNvPr id="1041" name="Google Shape;1041;p33"/>
                <p:cNvSpPr/>
                <p:nvPr/>
              </p:nvSpPr>
              <p:spPr>
                <a:xfrm>
                  <a:off x="6361623" y="238117"/>
                  <a:ext cx="2966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2" name="Google Shape;1042;p33"/>
                <p:cNvSpPr/>
                <p:nvPr/>
              </p:nvSpPr>
              <p:spPr>
                <a:xfrm>
                  <a:off x="6361549" y="685643"/>
                  <a:ext cx="2966655"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43" name="Google Shape;1043;p33"/>
                <p:cNvGrpSpPr/>
                <p:nvPr/>
              </p:nvGrpSpPr>
              <p:grpSpPr>
                <a:xfrm>
                  <a:off x="8425674" y="386584"/>
                  <a:ext cx="655694" cy="176896"/>
                  <a:chOff x="13400537" y="1039026"/>
                  <a:chExt cx="495013" cy="133547"/>
                </a:xfrm>
              </p:grpSpPr>
              <p:sp>
                <p:nvSpPr>
                  <p:cNvPr id="1044" name="Google Shape;1044;p3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5" name="Google Shape;1045;p3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6" name="Google Shape;1046;p3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7" name="Google Shape;1047;p3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8" name="Google Shape;1048;p3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9" name="Google Shape;1049;p3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050" name="Google Shape;1050;p33"/>
            <p:cNvSpPr/>
            <p:nvPr/>
          </p:nvSpPr>
          <p:spPr>
            <a:xfrm>
              <a:off x="6290352"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051" name="Google Shape;1051;p33"/>
          <p:cNvGrpSpPr/>
          <p:nvPr/>
        </p:nvGrpSpPr>
        <p:grpSpPr>
          <a:xfrm>
            <a:off x="5955499" y="1497076"/>
            <a:ext cx="2468502" cy="3236839"/>
            <a:chOff x="6217019" y="128594"/>
            <a:chExt cx="2727024" cy="3575828"/>
          </a:xfrm>
        </p:grpSpPr>
        <p:grpSp>
          <p:nvGrpSpPr>
            <p:cNvPr id="1052" name="Google Shape;1052;p33"/>
            <p:cNvGrpSpPr/>
            <p:nvPr/>
          </p:nvGrpSpPr>
          <p:grpSpPr>
            <a:xfrm>
              <a:off x="6217019" y="128594"/>
              <a:ext cx="2727024" cy="3575828"/>
              <a:chOff x="6217019" y="428613"/>
              <a:chExt cx="2727024" cy="3547800"/>
            </a:xfrm>
          </p:grpSpPr>
          <p:sp>
            <p:nvSpPr>
              <p:cNvPr id="1053" name="Google Shape;1053;p33"/>
              <p:cNvSpPr/>
              <p:nvPr/>
            </p:nvSpPr>
            <p:spPr>
              <a:xfrm>
                <a:off x="6217043" y="428613"/>
                <a:ext cx="2727000" cy="35478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54" name="Google Shape;1054;p33"/>
              <p:cNvGrpSpPr/>
              <p:nvPr/>
            </p:nvGrpSpPr>
            <p:grpSpPr>
              <a:xfrm>
                <a:off x="6217019" y="428627"/>
                <a:ext cx="2726949" cy="490301"/>
                <a:chOff x="6361549" y="238117"/>
                <a:chExt cx="2966655" cy="533400"/>
              </a:xfrm>
            </p:grpSpPr>
            <p:sp>
              <p:nvSpPr>
                <p:cNvPr id="1055" name="Google Shape;1055;p33"/>
                <p:cNvSpPr/>
                <p:nvPr/>
              </p:nvSpPr>
              <p:spPr>
                <a:xfrm>
                  <a:off x="6361623" y="238117"/>
                  <a:ext cx="2966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6" name="Google Shape;1056;p33"/>
                <p:cNvSpPr/>
                <p:nvPr/>
              </p:nvSpPr>
              <p:spPr>
                <a:xfrm>
                  <a:off x="6361549" y="685643"/>
                  <a:ext cx="2966655"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57" name="Google Shape;1057;p33"/>
                <p:cNvGrpSpPr/>
                <p:nvPr/>
              </p:nvGrpSpPr>
              <p:grpSpPr>
                <a:xfrm>
                  <a:off x="8425674" y="386584"/>
                  <a:ext cx="655694" cy="176896"/>
                  <a:chOff x="13400537" y="1039026"/>
                  <a:chExt cx="495013" cy="133547"/>
                </a:xfrm>
              </p:grpSpPr>
              <p:sp>
                <p:nvSpPr>
                  <p:cNvPr id="1058" name="Google Shape;1058;p3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9" name="Google Shape;1059;p3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0" name="Google Shape;1060;p3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1" name="Google Shape;1061;p3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2" name="Google Shape;1062;p3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3" name="Google Shape;1063;p3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064" name="Google Shape;1064;p33"/>
            <p:cNvSpPr/>
            <p:nvPr/>
          </p:nvSpPr>
          <p:spPr>
            <a:xfrm>
              <a:off x="6290352"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065" name="Google Shape;1065;p33"/>
          <p:cNvGrpSpPr/>
          <p:nvPr/>
        </p:nvGrpSpPr>
        <p:grpSpPr>
          <a:xfrm>
            <a:off x="719999" y="1497076"/>
            <a:ext cx="2468502" cy="3236839"/>
            <a:chOff x="6217019" y="128594"/>
            <a:chExt cx="2727024" cy="3575828"/>
          </a:xfrm>
        </p:grpSpPr>
        <p:grpSp>
          <p:nvGrpSpPr>
            <p:cNvPr id="1066" name="Google Shape;1066;p33"/>
            <p:cNvGrpSpPr/>
            <p:nvPr/>
          </p:nvGrpSpPr>
          <p:grpSpPr>
            <a:xfrm>
              <a:off x="6217019" y="128594"/>
              <a:ext cx="2727024" cy="3575828"/>
              <a:chOff x="6217019" y="428613"/>
              <a:chExt cx="2727024" cy="3547800"/>
            </a:xfrm>
          </p:grpSpPr>
          <p:sp>
            <p:nvSpPr>
              <p:cNvPr id="1067" name="Google Shape;1067;p33"/>
              <p:cNvSpPr/>
              <p:nvPr/>
            </p:nvSpPr>
            <p:spPr>
              <a:xfrm>
                <a:off x="6217043" y="428613"/>
                <a:ext cx="2727000" cy="35478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68" name="Google Shape;1068;p33"/>
              <p:cNvGrpSpPr/>
              <p:nvPr/>
            </p:nvGrpSpPr>
            <p:grpSpPr>
              <a:xfrm>
                <a:off x="6217019" y="428627"/>
                <a:ext cx="2726949" cy="490301"/>
                <a:chOff x="6361549" y="238117"/>
                <a:chExt cx="2966655" cy="533400"/>
              </a:xfrm>
            </p:grpSpPr>
            <p:sp>
              <p:nvSpPr>
                <p:cNvPr id="1069" name="Google Shape;1069;p33"/>
                <p:cNvSpPr/>
                <p:nvPr/>
              </p:nvSpPr>
              <p:spPr>
                <a:xfrm>
                  <a:off x="6361623" y="238117"/>
                  <a:ext cx="2966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0" name="Google Shape;1070;p33"/>
                <p:cNvSpPr/>
                <p:nvPr/>
              </p:nvSpPr>
              <p:spPr>
                <a:xfrm>
                  <a:off x="6361549" y="685643"/>
                  <a:ext cx="2966655"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71" name="Google Shape;1071;p33"/>
                <p:cNvGrpSpPr/>
                <p:nvPr/>
              </p:nvGrpSpPr>
              <p:grpSpPr>
                <a:xfrm>
                  <a:off x="8425674" y="386584"/>
                  <a:ext cx="655694" cy="176896"/>
                  <a:chOff x="13400537" y="1039026"/>
                  <a:chExt cx="495013" cy="133547"/>
                </a:xfrm>
              </p:grpSpPr>
              <p:sp>
                <p:nvSpPr>
                  <p:cNvPr id="1072" name="Google Shape;1072;p33"/>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3" name="Google Shape;1073;p33"/>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4" name="Google Shape;1074;p33"/>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5" name="Google Shape;1075;p33"/>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6" name="Google Shape;1076;p33"/>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7" name="Google Shape;1077;p33"/>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078" name="Google Shape;1078;p33"/>
            <p:cNvSpPr/>
            <p:nvPr/>
          </p:nvSpPr>
          <p:spPr>
            <a:xfrm>
              <a:off x="6290352"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079" name="Google Shape;1079;p33"/>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080" name="Google Shape;1080;p33"/>
          <p:cNvSpPr txBox="1">
            <a:spLocks noGrp="1"/>
          </p:cNvSpPr>
          <p:nvPr>
            <p:ph type="title" idx="2"/>
          </p:nvPr>
        </p:nvSpPr>
        <p:spPr>
          <a:xfrm>
            <a:off x="1004300" y="2277875"/>
            <a:ext cx="18999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081" name="Google Shape;1081;p33"/>
          <p:cNvSpPr txBox="1">
            <a:spLocks noGrp="1"/>
          </p:cNvSpPr>
          <p:nvPr>
            <p:ph type="subTitle" idx="1"/>
          </p:nvPr>
        </p:nvSpPr>
        <p:spPr>
          <a:xfrm>
            <a:off x="1004300" y="2761100"/>
            <a:ext cx="1899900" cy="102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2" name="Google Shape;1082;p33"/>
          <p:cNvSpPr txBox="1">
            <a:spLocks noGrp="1"/>
          </p:cNvSpPr>
          <p:nvPr>
            <p:ph type="title" idx="3"/>
          </p:nvPr>
        </p:nvSpPr>
        <p:spPr>
          <a:xfrm>
            <a:off x="3621000" y="2277875"/>
            <a:ext cx="19020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083" name="Google Shape;1083;p33"/>
          <p:cNvSpPr txBox="1">
            <a:spLocks noGrp="1"/>
          </p:cNvSpPr>
          <p:nvPr>
            <p:ph type="subTitle" idx="4"/>
          </p:nvPr>
        </p:nvSpPr>
        <p:spPr>
          <a:xfrm>
            <a:off x="3622500" y="2761100"/>
            <a:ext cx="1899000" cy="102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4" name="Google Shape;1084;p33"/>
          <p:cNvSpPr txBox="1">
            <a:spLocks noGrp="1"/>
          </p:cNvSpPr>
          <p:nvPr>
            <p:ph type="title" idx="5"/>
          </p:nvPr>
        </p:nvSpPr>
        <p:spPr>
          <a:xfrm>
            <a:off x="6239800" y="2277863"/>
            <a:ext cx="19020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085" name="Google Shape;1085;p33"/>
          <p:cNvSpPr txBox="1">
            <a:spLocks noGrp="1"/>
          </p:cNvSpPr>
          <p:nvPr>
            <p:ph type="subTitle" idx="6"/>
          </p:nvPr>
        </p:nvSpPr>
        <p:spPr>
          <a:xfrm>
            <a:off x="6239807" y="2761089"/>
            <a:ext cx="1899000" cy="102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6" name="Google Shape;1086;p33"/>
          <p:cNvSpPr/>
          <p:nvPr/>
        </p:nvSpPr>
        <p:spPr>
          <a:xfrm>
            <a:off x="316325" y="3609201"/>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87" name="Google Shape;1087;p33"/>
          <p:cNvSpPr/>
          <p:nvPr/>
        </p:nvSpPr>
        <p:spPr>
          <a:xfrm>
            <a:off x="8348800" y="933527"/>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88" name="Google Shape;1088;p33"/>
          <p:cNvSpPr/>
          <p:nvPr/>
        </p:nvSpPr>
        <p:spPr>
          <a:xfrm>
            <a:off x="3463385" y="399455"/>
            <a:ext cx="238029" cy="2810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rgbClr val="FFC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2600287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089"/>
        <p:cNvGrpSpPr/>
        <p:nvPr/>
      </p:nvGrpSpPr>
      <p:grpSpPr>
        <a:xfrm>
          <a:off x="0" y="0"/>
          <a:ext cx="0" cy="0"/>
          <a:chOff x="0" y="0"/>
          <a:chExt cx="0" cy="0"/>
        </a:xfrm>
      </p:grpSpPr>
      <p:sp>
        <p:nvSpPr>
          <p:cNvPr id="1090" name="Google Shape;1090;p34"/>
          <p:cNvSpPr/>
          <p:nvPr/>
        </p:nvSpPr>
        <p:spPr>
          <a:xfrm rot="10800000" flipH="1">
            <a:off x="-682840" y="-526170"/>
            <a:ext cx="9172174" cy="6195834"/>
          </a:xfrm>
          <a:custGeom>
            <a:avLst/>
            <a:gdLst/>
            <a:ahLst/>
            <a:cxnLst/>
            <a:rect l="l" t="t" r="r" b="b"/>
            <a:pathLst>
              <a:path w="34327" h="23188" extrusionOk="0">
                <a:moveTo>
                  <a:pt x="16499" y="0"/>
                </a:moveTo>
                <a:cubicBezTo>
                  <a:pt x="15407" y="0"/>
                  <a:pt x="14243" y="335"/>
                  <a:pt x="13053" y="789"/>
                </a:cubicBezTo>
                <a:cubicBezTo>
                  <a:pt x="11633" y="1324"/>
                  <a:pt x="10177" y="2024"/>
                  <a:pt x="7799" y="3203"/>
                </a:cubicBezTo>
                <a:cubicBezTo>
                  <a:pt x="5402" y="4366"/>
                  <a:pt x="2120" y="6006"/>
                  <a:pt x="1070" y="8237"/>
                </a:cubicBezTo>
                <a:cubicBezTo>
                  <a:pt x="1" y="10467"/>
                  <a:pt x="1199" y="13325"/>
                  <a:pt x="3245" y="15039"/>
                </a:cubicBezTo>
                <a:cubicBezTo>
                  <a:pt x="5310" y="16773"/>
                  <a:pt x="8260" y="17362"/>
                  <a:pt x="10730" y="18800"/>
                </a:cubicBezTo>
                <a:cubicBezTo>
                  <a:pt x="13182" y="20238"/>
                  <a:pt x="15173" y="22524"/>
                  <a:pt x="17477" y="23059"/>
                </a:cubicBezTo>
                <a:cubicBezTo>
                  <a:pt x="17852" y="23146"/>
                  <a:pt x="18235" y="23187"/>
                  <a:pt x="18621" y="23187"/>
                </a:cubicBezTo>
                <a:cubicBezTo>
                  <a:pt x="20606" y="23187"/>
                  <a:pt x="22672" y="22098"/>
                  <a:pt x="24169" y="20570"/>
                </a:cubicBezTo>
                <a:cubicBezTo>
                  <a:pt x="25958" y="18726"/>
                  <a:pt x="26916" y="16274"/>
                  <a:pt x="28575" y="14007"/>
                </a:cubicBezTo>
                <a:cubicBezTo>
                  <a:pt x="30234" y="11758"/>
                  <a:pt x="32576" y="9693"/>
                  <a:pt x="33461" y="7131"/>
                </a:cubicBezTo>
                <a:cubicBezTo>
                  <a:pt x="34327" y="4568"/>
                  <a:pt x="33718" y="1490"/>
                  <a:pt x="31340" y="475"/>
                </a:cubicBezTo>
                <a:cubicBezTo>
                  <a:pt x="30570" y="141"/>
                  <a:pt x="29615" y="23"/>
                  <a:pt x="28586" y="23"/>
                </a:cubicBezTo>
                <a:cubicBezTo>
                  <a:pt x="26441" y="23"/>
                  <a:pt x="23973" y="535"/>
                  <a:pt x="22178" y="660"/>
                </a:cubicBezTo>
                <a:cubicBezTo>
                  <a:pt x="21860" y="682"/>
                  <a:pt x="21562" y="692"/>
                  <a:pt x="21283" y="692"/>
                </a:cubicBezTo>
                <a:cubicBezTo>
                  <a:pt x="19239" y="692"/>
                  <a:pt x="18191" y="163"/>
                  <a:pt x="17072" y="33"/>
                </a:cubicBezTo>
                <a:cubicBezTo>
                  <a:pt x="16883" y="11"/>
                  <a:pt x="16692" y="0"/>
                  <a:pt x="16499"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91" name="Google Shape;1091;p34"/>
          <p:cNvGrpSpPr/>
          <p:nvPr/>
        </p:nvGrpSpPr>
        <p:grpSpPr>
          <a:xfrm>
            <a:off x="826244" y="623926"/>
            <a:ext cx="8534077" cy="3433561"/>
            <a:chOff x="171400" y="128606"/>
            <a:chExt cx="8772695" cy="3529565"/>
          </a:xfrm>
        </p:grpSpPr>
        <p:grpSp>
          <p:nvGrpSpPr>
            <p:cNvPr id="1092" name="Google Shape;1092;p34"/>
            <p:cNvGrpSpPr/>
            <p:nvPr/>
          </p:nvGrpSpPr>
          <p:grpSpPr>
            <a:xfrm>
              <a:off x="171400" y="128606"/>
              <a:ext cx="8772695" cy="3529565"/>
              <a:chOff x="171400" y="428625"/>
              <a:chExt cx="8772695" cy="3501900"/>
            </a:xfrm>
          </p:grpSpPr>
          <p:sp>
            <p:nvSpPr>
              <p:cNvPr id="1093" name="Google Shape;1093;p34"/>
              <p:cNvSpPr/>
              <p:nvPr/>
            </p:nvSpPr>
            <p:spPr>
              <a:xfrm>
                <a:off x="171459" y="428625"/>
                <a:ext cx="8772300" cy="35019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94" name="Google Shape;1094;p34"/>
              <p:cNvGrpSpPr/>
              <p:nvPr/>
            </p:nvGrpSpPr>
            <p:grpSpPr>
              <a:xfrm>
                <a:off x="171400" y="428636"/>
                <a:ext cx="8772695" cy="490301"/>
                <a:chOff x="-215495" y="238126"/>
                <a:chExt cx="9543837" cy="533400"/>
              </a:xfrm>
            </p:grpSpPr>
            <p:sp>
              <p:nvSpPr>
                <p:cNvPr id="1095" name="Google Shape;1095;p34"/>
                <p:cNvSpPr/>
                <p:nvPr/>
              </p:nvSpPr>
              <p:spPr>
                <a:xfrm>
                  <a:off x="-215259" y="238126"/>
                  <a:ext cx="9543600" cy="533400"/>
                </a:xfrm>
                <a:prstGeom prst="round2SameRect">
                  <a:avLst>
                    <a:gd name="adj1" fmla="val 29377"/>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96" name="Google Shape;1096;p34"/>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97" name="Google Shape;1097;p34"/>
                <p:cNvGrpSpPr/>
                <p:nvPr/>
              </p:nvGrpSpPr>
              <p:grpSpPr>
                <a:xfrm>
                  <a:off x="8425674" y="386584"/>
                  <a:ext cx="655694" cy="176896"/>
                  <a:chOff x="13400537" y="1039026"/>
                  <a:chExt cx="495013" cy="133547"/>
                </a:xfrm>
              </p:grpSpPr>
              <p:sp>
                <p:nvSpPr>
                  <p:cNvPr id="1098" name="Google Shape;1098;p34"/>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99" name="Google Shape;1099;p34"/>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00" name="Google Shape;1100;p34"/>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01" name="Google Shape;1101;p34"/>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02" name="Google Shape;1102;p34"/>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03" name="Google Shape;1103;p34"/>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104" name="Google Shape;1104;p34"/>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105" name="Google Shape;1105;p34"/>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106" name="Google Shape;1106;p34"/>
          <p:cNvSpPr txBox="1">
            <a:spLocks noGrp="1"/>
          </p:cNvSpPr>
          <p:nvPr>
            <p:ph type="title" idx="2"/>
          </p:nvPr>
        </p:nvSpPr>
        <p:spPr>
          <a:xfrm>
            <a:off x="1018300" y="1587950"/>
            <a:ext cx="2046300" cy="449100"/>
          </a:xfrm>
          <a:prstGeom prst="rect">
            <a:avLst/>
          </a:prstGeom>
          <a:noFill/>
          <a:ln>
            <a:noFill/>
          </a:ln>
        </p:spPr>
        <p:txBody>
          <a:bodyPr spcFirstLastPara="1" wrap="square" lIns="91425" tIns="91425" rIns="91425" bIns="91425" anchor="b" anchorCtr="0">
            <a:noAutofit/>
          </a:bodyPr>
          <a:lstStyle>
            <a:lvl1pPr lvl="0" algn="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07" name="Google Shape;1107;p34"/>
          <p:cNvSpPr txBox="1">
            <a:spLocks noGrp="1"/>
          </p:cNvSpPr>
          <p:nvPr>
            <p:ph type="subTitle" idx="1"/>
          </p:nvPr>
        </p:nvSpPr>
        <p:spPr>
          <a:xfrm>
            <a:off x="1018300" y="1998650"/>
            <a:ext cx="2046300" cy="564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08" name="Google Shape;1108;p34"/>
          <p:cNvSpPr txBox="1">
            <a:spLocks noGrp="1"/>
          </p:cNvSpPr>
          <p:nvPr>
            <p:ph type="title" idx="3"/>
          </p:nvPr>
        </p:nvSpPr>
        <p:spPr>
          <a:xfrm>
            <a:off x="6057859" y="1587950"/>
            <a:ext cx="2054400" cy="44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09" name="Google Shape;1109;p34"/>
          <p:cNvSpPr txBox="1">
            <a:spLocks noGrp="1"/>
          </p:cNvSpPr>
          <p:nvPr>
            <p:ph type="subTitle" idx="4"/>
          </p:nvPr>
        </p:nvSpPr>
        <p:spPr>
          <a:xfrm>
            <a:off x="6057850" y="1998650"/>
            <a:ext cx="2053800" cy="5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0" name="Google Shape;1110;p34"/>
          <p:cNvSpPr txBox="1">
            <a:spLocks noGrp="1"/>
          </p:cNvSpPr>
          <p:nvPr>
            <p:ph type="title" idx="5"/>
          </p:nvPr>
        </p:nvSpPr>
        <p:spPr>
          <a:xfrm>
            <a:off x="1025788" y="3201700"/>
            <a:ext cx="2046300" cy="449100"/>
          </a:xfrm>
          <a:prstGeom prst="rect">
            <a:avLst/>
          </a:prstGeom>
          <a:noFill/>
          <a:ln>
            <a:noFill/>
          </a:ln>
        </p:spPr>
        <p:txBody>
          <a:bodyPr spcFirstLastPara="1" wrap="square" lIns="91425" tIns="91425" rIns="91425" bIns="91425" anchor="b" anchorCtr="0">
            <a:noAutofit/>
          </a:bodyPr>
          <a:lstStyle>
            <a:lvl1pPr lvl="0" algn="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11" name="Google Shape;1111;p34"/>
          <p:cNvSpPr txBox="1">
            <a:spLocks noGrp="1"/>
          </p:cNvSpPr>
          <p:nvPr>
            <p:ph type="subTitle" idx="6"/>
          </p:nvPr>
        </p:nvSpPr>
        <p:spPr>
          <a:xfrm>
            <a:off x="1025791" y="3606300"/>
            <a:ext cx="2046300" cy="564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2" name="Google Shape;1112;p34"/>
          <p:cNvSpPr txBox="1">
            <a:spLocks noGrp="1"/>
          </p:cNvSpPr>
          <p:nvPr>
            <p:ph type="title" idx="7"/>
          </p:nvPr>
        </p:nvSpPr>
        <p:spPr>
          <a:xfrm>
            <a:off x="6061900" y="3201700"/>
            <a:ext cx="2054400" cy="44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13" name="Google Shape;1113;p34"/>
          <p:cNvSpPr txBox="1">
            <a:spLocks noGrp="1"/>
          </p:cNvSpPr>
          <p:nvPr>
            <p:ph type="subTitle" idx="8"/>
          </p:nvPr>
        </p:nvSpPr>
        <p:spPr>
          <a:xfrm>
            <a:off x="6057850" y="3606300"/>
            <a:ext cx="2054400" cy="5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4" name="Google Shape;1114;p34"/>
          <p:cNvSpPr/>
          <p:nvPr/>
        </p:nvSpPr>
        <p:spPr>
          <a:xfrm>
            <a:off x="8582486" y="2354205"/>
            <a:ext cx="238029" cy="2810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15" name="Google Shape;1115;p34"/>
          <p:cNvSpPr/>
          <p:nvPr/>
        </p:nvSpPr>
        <p:spPr>
          <a:xfrm>
            <a:off x="644800" y="2799576"/>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3975866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116"/>
        <p:cNvGrpSpPr/>
        <p:nvPr/>
      </p:nvGrpSpPr>
      <p:grpSpPr>
        <a:xfrm>
          <a:off x="0" y="0"/>
          <a:ext cx="0" cy="0"/>
          <a:chOff x="0" y="0"/>
          <a:chExt cx="0" cy="0"/>
        </a:xfrm>
      </p:grpSpPr>
      <p:sp>
        <p:nvSpPr>
          <p:cNvPr id="1117" name="Google Shape;1117;p35"/>
          <p:cNvSpPr/>
          <p:nvPr/>
        </p:nvSpPr>
        <p:spPr>
          <a:xfrm rot="-2186913">
            <a:off x="-1739362" y="-566922"/>
            <a:ext cx="6702088" cy="5911217"/>
          </a:xfrm>
          <a:custGeom>
            <a:avLst/>
            <a:gdLst/>
            <a:ahLst/>
            <a:cxnLst/>
            <a:rect l="l" t="t" r="r" b="b"/>
            <a:pathLst>
              <a:path w="22101" h="19493" extrusionOk="0">
                <a:moveTo>
                  <a:pt x="13385" y="0"/>
                </a:moveTo>
                <a:cubicBezTo>
                  <a:pt x="13352" y="0"/>
                  <a:pt x="13318" y="0"/>
                  <a:pt x="13285" y="1"/>
                </a:cubicBezTo>
                <a:cubicBezTo>
                  <a:pt x="12958" y="5"/>
                  <a:pt x="12629" y="22"/>
                  <a:pt x="12298" y="58"/>
                </a:cubicBezTo>
                <a:cubicBezTo>
                  <a:pt x="10951" y="60"/>
                  <a:pt x="9685" y="399"/>
                  <a:pt x="8602" y="1237"/>
                </a:cubicBezTo>
                <a:cubicBezTo>
                  <a:pt x="7664" y="1962"/>
                  <a:pt x="6726" y="2789"/>
                  <a:pt x="6520" y="4016"/>
                </a:cubicBezTo>
                <a:cubicBezTo>
                  <a:pt x="6425" y="4586"/>
                  <a:pt x="6415" y="5208"/>
                  <a:pt x="6544" y="5774"/>
                </a:cubicBezTo>
                <a:cubicBezTo>
                  <a:pt x="6689" y="6409"/>
                  <a:pt x="7039" y="6981"/>
                  <a:pt x="7162" y="7624"/>
                </a:cubicBezTo>
                <a:cubicBezTo>
                  <a:pt x="7455" y="9170"/>
                  <a:pt x="6114" y="9853"/>
                  <a:pt x="4835" y="10078"/>
                </a:cubicBezTo>
                <a:cubicBezTo>
                  <a:pt x="3537" y="10306"/>
                  <a:pt x="1912" y="10661"/>
                  <a:pt x="993" y="11698"/>
                </a:cubicBezTo>
                <a:cubicBezTo>
                  <a:pt x="256" y="12530"/>
                  <a:pt x="0" y="13794"/>
                  <a:pt x="129" y="14877"/>
                </a:cubicBezTo>
                <a:cubicBezTo>
                  <a:pt x="270" y="16046"/>
                  <a:pt x="1049" y="16923"/>
                  <a:pt x="1993" y="17562"/>
                </a:cubicBezTo>
                <a:cubicBezTo>
                  <a:pt x="4521" y="19276"/>
                  <a:pt x="7556" y="19253"/>
                  <a:pt x="10488" y="19412"/>
                </a:cubicBezTo>
                <a:cubicBezTo>
                  <a:pt x="11239" y="19452"/>
                  <a:pt x="11994" y="19492"/>
                  <a:pt x="12748" y="19492"/>
                </a:cubicBezTo>
                <a:cubicBezTo>
                  <a:pt x="13409" y="19492"/>
                  <a:pt x="14069" y="19462"/>
                  <a:pt x="14723" y="19374"/>
                </a:cubicBezTo>
                <a:cubicBezTo>
                  <a:pt x="16022" y="19199"/>
                  <a:pt x="17304" y="18703"/>
                  <a:pt x="18404" y="17989"/>
                </a:cubicBezTo>
                <a:cubicBezTo>
                  <a:pt x="19609" y="17205"/>
                  <a:pt x="20269" y="15956"/>
                  <a:pt x="20897" y="14696"/>
                </a:cubicBezTo>
                <a:cubicBezTo>
                  <a:pt x="21567" y="13352"/>
                  <a:pt x="22047" y="11969"/>
                  <a:pt x="22067" y="10450"/>
                </a:cubicBezTo>
                <a:cubicBezTo>
                  <a:pt x="22101" y="7796"/>
                  <a:pt x="21108" y="4876"/>
                  <a:pt x="19443" y="2801"/>
                </a:cubicBezTo>
                <a:cubicBezTo>
                  <a:pt x="17937" y="925"/>
                  <a:pt x="15764" y="0"/>
                  <a:pt x="13385" y="0"/>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18" name="Google Shape;1118;p35"/>
          <p:cNvGrpSpPr/>
          <p:nvPr/>
        </p:nvGrpSpPr>
        <p:grpSpPr>
          <a:xfrm>
            <a:off x="171401" y="128600"/>
            <a:ext cx="8772695" cy="2043114"/>
            <a:chOff x="171400" y="128600"/>
            <a:chExt cx="8772695" cy="2043114"/>
          </a:xfrm>
        </p:grpSpPr>
        <p:grpSp>
          <p:nvGrpSpPr>
            <p:cNvPr id="1119" name="Google Shape;1119;p35"/>
            <p:cNvGrpSpPr/>
            <p:nvPr/>
          </p:nvGrpSpPr>
          <p:grpSpPr>
            <a:xfrm>
              <a:off x="171400" y="128600"/>
              <a:ext cx="8772695" cy="2043114"/>
              <a:chOff x="171400" y="428619"/>
              <a:chExt cx="8772695" cy="2027100"/>
            </a:xfrm>
          </p:grpSpPr>
          <p:sp>
            <p:nvSpPr>
              <p:cNvPr id="1120" name="Google Shape;1120;p35"/>
              <p:cNvSpPr/>
              <p:nvPr/>
            </p:nvSpPr>
            <p:spPr>
              <a:xfrm>
                <a:off x="171450" y="428619"/>
                <a:ext cx="8772300" cy="2027100"/>
              </a:xfrm>
              <a:prstGeom prst="roundRect">
                <a:avLst>
                  <a:gd name="adj" fmla="val 11365"/>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21" name="Google Shape;1121;p35"/>
              <p:cNvGrpSpPr/>
              <p:nvPr/>
            </p:nvGrpSpPr>
            <p:grpSpPr>
              <a:xfrm>
                <a:off x="171400" y="428636"/>
                <a:ext cx="8772695" cy="490301"/>
                <a:chOff x="-215495" y="238126"/>
                <a:chExt cx="9543837" cy="533400"/>
              </a:xfrm>
            </p:grpSpPr>
            <p:sp>
              <p:nvSpPr>
                <p:cNvPr id="1122" name="Google Shape;1122;p35"/>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23" name="Google Shape;1123;p35"/>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24" name="Google Shape;1124;p35"/>
                <p:cNvGrpSpPr/>
                <p:nvPr/>
              </p:nvGrpSpPr>
              <p:grpSpPr>
                <a:xfrm>
                  <a:off x="8425674" y="386584"/>
                  <a:ext cx="655694" cy="176896"/>
                  <a:chOff x="13400537" y="1039026"/>
                  <a:chExt cx="495013" cy="133547"/>
                </a:xfrm>
              </p:grpSpPr>
              <p:sp>
                <p:nvSpPr>
                  <p:cNvPr id="1125" name="Google Shape;1125;p35"/>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26" name="Google Shape;1126;p35"/>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27" name="Google Shape;1127;p35"/>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28" name="Google Shape;1128;p35"/>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29" name="Google Shape;1129;p35"/>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30" name="Google Shape;1130;p35"/>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131" name="Google Shape;1131;p35"/>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132" name="Google Shape;1132;p35"/>
          <p:cNvSpPr txBox="1">
            <a:spLocks noGrp="1"/>
          </p:cNvSpPr>
          <p:nvPr>
            <p:ph type="title"/>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133" name="Google Shape;1133;p35"/>
          <p:cNvSpPr txBox="1">
            <a:spLocks noGrp="1"/>
          </p:cNvSpPr>
          <p:nvPr>
            <p:ph type="title" idx="2"/>
          </p:nvPr>
        </p:nvSpPr>
        <p:spPr>
          <a:xfrm>
            <a:off x="1123963" y="2171725"/>
            <a:ext cx="20637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34" name="Google Shape;1134;p35"/>
          <p:cNvSpPr txBox="1">
            <a:spLocks noGrp="1"/>
          </p:cNvSpPr>
          <p:nvPr>
            <p:ph type="subTitle" idx="1"/>
          </p:nvPr>
        </p:nvSpPr>
        <p:spPr>
          <a:xfrm>
            <a:off x="1123963" y="2668475"/>
            <a:ext cx="2063700" cy="65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5" name="Google Shape;1135;p35"/>
          <p:cNvSpPr txBox="1">
            <a:spLocks noGrp="1"/>
          </p:cNvSpPr>
          <p:nvPr>
            <p:ph type="title" idx="3"/>
          </p:nvPr>
        </p:nvSpPr>
        <p:spPr>
          <a:xfrm>
            <a:off x="3742135" y="2171725"/>
            <a:ext cx="20637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36" name="Google Shape;1136;p35"/>
          <p:cNvSpPr txBox="1">
            <a:spLocks noGrp="1"/>
          </p:cNvSpPr>
          <p:nvPr>
            <p:ph type="subTitle" idx="4"/>
          </p:nvPr>
        </p:nvSpPr>
        <p:spPr>
          <a:xfrm>
            <a:off x="3742135" y="2668475"/>
            <a:ext cx="2063700" cy="65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7" name="Google Shape;1137;p35"/>
          <p:cNvSpPr txBox="1">
            <a:spLocks noGrp="1"/>
          </p:cNvSpPr>
          <p:nvPr>
            <p:ph type="title" idx="5"/>
          </p:nvPr>
        </p:nvSpPr>
        <p:spPr>
          <a:xfrm>
            <a:off x="1123963" y="3457550"/>
            <a:ext cx="20637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38" name="Google Shape;1138;p35"/>
          <p:cNvSpPr txBox="1">
            <a:spLocks noGrp="1"/>
          </p:cNvSpPr>
          <p:nvPr>
            <p:ph type="subTitle" idx="6"/>
          </p:nvPr>
        </p:nvSpPr>
        <p:spPr>
          <a:xfrm>
            <a:off x="1123963" y="3954300"/>
            <a:ext cx="2063700" cy="64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9" name="Google Shape;1139;p35"/>
          <p:cNvSpPr txBox="1">
            <a:spLocks noGrp="1"/>
          </p:cNvSpPr>
          <p:nvPr>
            <p:ph type="title" idx="7"/>
          </p:nvPr>
        </p:nvSpPr>
        <p:spPr>
          <a:xfrm>
            <a:off x="3742128" y="3457550"/>
            <a:ext cx="20637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40" name="Google Shape;1140;p35"/>
          <p:cNvSpPr txBox="1">
            <a:spLocks noGrp="1"/>
          </p:cNvSpPr>
          <p:nvPr>
            <p:ph type="subTitle" idx="8"/>
          </p:nvPr>
        </p:nvSpPr>
        <p:spPr>
          <a:xfrm>
            <a:off x="3742137" y="3954300"/>
            <a:ext cx="2063700" cy="64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41" name="Google Shape;1141;p35"/>
          <p:cNvSpPr txBox="1">
            <a:spLocks noGrp="1"/>
          </p:cNvSpPr>
          <p:nvPr>
            <p:ph type="title" idx="9"/>
          </p:nvPr>
        </p:nvSpPr>
        <p:spPr>
          <a:xfrm>
            <a:off x="6360289" y="2171725"/>
            <a:ext cx="20637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42" name="Google Shape;1142;p35"/>
          <p:cNvSpPr txBox="1">
            <a:spLocks noGrp="1"/>
          </p:cNvSpPr>
          <p:nvPr>
            <p:ph type="subTitle" idx="13"/>
          </p:nvPr>
        </p:nvSpPr>
        <p:spPr>
          <a:xfrm>
            <a:off x="6360288" y="2668475"/>
            <a:ext cx="2063700" cy="65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43" name="Google Shape;1143;p35"/>
          <p:cNvSpPr txBox="1">
            <a:spLocks noGrp="1"/>
          </p:cNvSpPr>
          <p:nvPr>
            <p:ph type="title" idx="14"/>
          </p:nvPr>
        </p:nvSpPr>
        <p:spPr>
          <a:xfrm>
            <a:off x="6360289" y="3457550"/>
            <a:ext cx="20637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144" name="Google Shape;1144;p35"/>
          <p:cNvSpPr txBox="1">
            <a:spLocks noGrp="1"/>
          </p:cNvSpPr>
          <p:nvPr>
            <p:ph type="subTitle" idx="15"/>
          </p:nvPr>
        </p:nvSpPr>
        <p:spPr>
          <a:xfrm>
            <a:off x="6360293" y="3954300"/>
            <a:ext cx="2063700" cy="64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2801273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145"/>
        <p:cNvGrpSpPr/>
        <p:nvPr/>
      </p:nvGrpSpPr>
      <p:grpSpPr>
        <a:xfrm>
          <a:off x="0" y="0"/>
          <a:ext cx="0" cy="0"/>
          <a:chOff x="0" y="0"/>
          <a:chExt cx="0" cy="0"/>
        </a:xfrm>
      </p:grpSpPr>
      <p:sp>
        <p:nvSpPr>
          <p:cNvPr id="1146" name="Google Shape;1146;p36"/>
          <p:cNvSpPr/>
          <p:nvPr/>
        </p:nvSpPr>
        <p:spPr>
          <a:xfrm rot="328542">
            <a:off x="-483592" y="309762"/>
            <a:ext cx="9989523" cy="4665406"/>
          </a:xfrm>
          <a:custGeom>
            <a:avLst/>
            <a:gdLst/>
            <a:ahLst/>
            <a:cxnLst/>
            <a:rect l="l" t="t" r="r" b="b"/>
            <a:pathLst>
              <a:path w="81665" h="38140" extrusionOk="0">
                <a:moveTo>
                  <a:pt x="63681" y="1"/>
                </a:moveTo>
                <a:cubicBezTo>
                  <a:pt x="53171" y="1"/>
                  <a:pt x="50822" y="5765"/>
                  <a:pt x="40453" y="5765"/>
                </a:cubicBezTo>
                <a:cubicBezTo>
                  <a:pt x="40355" y="5765"/>
                  <a:pt x="40257" y="5764"/>
                  <a:pt x="40158" y="5763"/>
                </a:cubicBezTo>
                <a:cubicBezTo>
                  <a:pt x="38730" y="5748"/>
                  <a:pt x="31805" y="4701"/>
                  <a:pt x="17955" y="2610"/>
                </a:cubicBezTo>
                <a:cubicBezTo>
                  <a:pt x="17258" y="2504"/>
                  <a:pt x="16286" y="2356"/>
                  <a:pt x="15158" y="2356"/>
                </a:cubicBezTo>
                <a:cubicBezTo>
                  <a:pt x="13818" y="2356"/>
                  <a:pt x="12257" y="2565"/>
                  <a:pt x="10677" y="3299"/>
                </a:cubicBezTo>
                <a:cubicBezTo>
                  <a:pt x="6832" y="5088"/>
                  <a:pt x="4844" y="9076"/>
                  <a:pt x="3753" y="12303"/>
                </a:cubicBezTo>
                <a:cubicBezTo>
                  <a:pt x="3136" y="13910"/>
                  <a:pt x="1" y="22507"/>
                  <a:pt x="4429" y="29093"/>
                </a:cubicBezTo>
                <a:cubicBezTo>
                  <a:pt x="7407" y="33521"/>
                  <a:pt x="12284" y="34780"/>
                  <a:pt x="16717" y="35856"/>
                </a:cubicBezTo>
                <a:cubicBezTo>
                  <a:pt x="19798" y="36604"/>
                  <a:pt x="22451" y="36889"/>
                  <a:pt x="24847" y="36889"/>
                </a:cubicBezTo>
                <a:cubicBezTo>
                  <a:pt x="32593" y="36889"/>
                  <a:pt x="37663" y="33906"/>
                  <a:pt x="45866" y="33906"/>
                </a:cubicBezTo>
                <a:cubicBezTo>
                  <a:pt x="47777" y="33906"/>
                  <a:pt x="49859" y="34068"/>
                  <a:pt x="52184" y="34467"/>
                </a:cubicBezTo>
                <a:cubicBezTo>
                  <a:pt x="59279" y="35687"/>
                  <a:pt x="62947" y="38139"/>
                  <a:pt x="66322" y="38139"/>
                </a:cubicBezTo>
                <a:cubicBezTo>
                  <a:pt x="67404" y="38139"/>
                  <a:pt x="68456" y="37887"/>
                  <a:pt x="69581" y="37261"/>
                </a:cubicBezTo>
                <a:cubicBezTo>
                  <a:pt x="73976" y="34818"/>
                  <a:pt x="77085" y="28011"/>
                  <a:pt x="78701" y="24474"/>
                </a:cubicBezTo>
                <a:cubicBezTo>
                  <a:pt x="79643" y="22414"/>
                  <a:pt x="80113" y="21384"/>
                  <a:pt x="80459" y="19875"/>
                </a:cubicBezTo>
                <a:cubicBezTo>
                  <a:pt x="81665" y="14601"/>
                  <a:pt x="80713" y="7320"/>
                  <a:pt x="75998" y="3287"/>
                </a:cubicBezTo>
                <a:cubicBezTo>
                  <a:pt x="75208" y="2612"/>
                  <a:pt x="72627" y="586"/>
                  <a:pt x="66067" y="93"/>
                </a:cubicBezTo>
                <a:cubicBezTo>
                  <a:pt x="65226" y="30"/>
                  <a:pt x="64433" y="1"/>
                  <a:pt x="63681"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47" name="Google Shape;1147;p36"/>
          <p:cNvGrpSpPr/>
          <p:nvPr/>
        </p:nvGrpSpPr>
        <p:grpSpPr>
          <a:xfrm>
            <a:off x="171401" y="128601"/>
            <a:ext cx="8772695" cy="2128685"/>
            <a:chOff x="171400" y="128600"/>
            <a:chExt cx="8772695" cy="2128685"/>
          </a:xfrm>
        </p:grpSpPr>
        <p:grpSp>
          <p:nvGrpSpPr>
            <p:cNvPr id="1148" name="Google Shape;1148;p36"/>
            <p:cNvGrpSpPr/>
            <p:nvPr/>
          </p:nvGrpSpPr>
          <p:grpSpPr>
            <a:xfrm>
              <a:off x="171400" y="128600"/>
              <a:ext cx="8772695" cy="2128685"/>
              <a:chOff x="171400" y="428619"/>
              <a:chExt cx="8772695" cy="2112000"/>
            </a:xfrm>
          </p:grpSpPr>
          <p:sp>
            <p:nvSpPr>
              <p:cNvPr id="1149" name="Google Shape;1149;p36"/>
              <p:cNvSpPr/>
              <p:nvPr/>
            </p:nvSpPr>
            <p:spPr>
              <a:xfrm>
                <a:off x="171450" y="428619"/>
                <a:ext cx="8772300" cy="2112000"/>
              </a:xfrm>
              <a:prstGeom prst="roundRect">
                <a:avLst>
                  <a:gd name="adj" fmla="val 11365"/>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50" name="Google Shape;1150;p36"/>
              <p:cNvGrpSpPr/>
              <p:nvPr/>
            </p:nvGrpSpPr>
            <p:grpSpPr>
              <a:xfrm>
                <a:off x="171400" y="428636"/>
                <a:ext cx="8772695" cy="490301"/>
                <a:chOff x="-215495" y="238126"/>
                <a:chExt cx="9543837" cy="533400"/>
              </a:xfrm>
            </p:grpSpPr>
            <p:sp>
              <p:nvSpPr>
                <p:cNvPr id="1151" name="Google Shape;1151;p36"/>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2" name="Google Shape;1152;p36"/>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53" name="Google Shape;1153;p36"/>
                <p:cNvGrpSpPr/>
                <p:nvPr/>
              </p:nvGrpSpPr>
              <p:grpSpPr>
                <a:xfrm>
                  <a:off x="8425674" y="386584"/>
                  <a:ext cx="655694" cy="176896"/>
                  <a:chOff x="13400537" y="1039026"/>
                  <a:chExt cx="495013" cy="133547"/>
                </a:xfrm>
              </p:grpSpPr>
              <p:sp>
                <p:nvSpPr>
                  <p:cNvPr id="1154" name="Google Shape;1154;p3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5" name="Google Shape;1155;p3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6" name="Google Shape;1156;p3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7" name="Google Shape;1157;p3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8" name="Google Shape;1158;p3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9" name="Google Shape;1159;p3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160" name="Google Shape;1160;p36"/>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161" name="Google Shape;1161;p36"/>
          <p:cNvGrpSpPr/>
          <p:nvPr/>
        </p:nvGrpSpPr>
        <p:grpSpPr>
          <a:xfrm>
            <a:off x="739089" y="1521976"/>
            <a:ext cx="3826861" cy="3427885"/>
            <a:chOff x="4716495" y="128608"/>
            <a:chExt cx="4227641" cy="3786882"/>
          </a:xfrm>
        </p:grpSpPr>
        <p:grpSp>
          <p:nvGrpSpPr>
            <p:cNvPr id="1162" name="Google Shape;1162;p36"/>
            <p:cNvGrpSpPr/>
            <p:nvPr/>
          </p:nvGrpSpPr>
          <p:grpSpPr>
            <a:xfrm>
              <a:off x="4716495" y="128608"/>
              <a:ext cx="4227641" cy="3786882"/>
              <a:chOff x="4716494" y="428627"/>
              <a:chExt cx="4227641" cy="3757200"/>
            </a:xfrm>
          </p:grpSpPr>
          <p:sp>
            <p:nvSpPr>
              <p:cNvPr id="1163" name="Google Shape;1163;p36"/>
              <p:cNvSpPr/>
              <p:nvPr/>
            </p:nvSpPr>
            <p:spPr>
              <a:xfrm>
                <a:off x="4716536" y="428627"/>
                <a:ext cx="4227600" cy="37572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64" name="Google Shape;1164;p36"/>
              <p:cNvGrpSpPr/>
              <p:nvPr/>
            </p:nvGrpSpPr>
            <p:grpSpPr>
              <a:xfrm>
                <a:off x="4716494" y="428627"/>
                <a:ext cx="4227482" cy="490301"/>
                <a:chOff x="4729125" y="238117"/>
                <a:chExt cx="4599089" cy="533400"/>
              </a:xfrm>
            </p:grpSpPr>
            <p:sp>
              <p:nvSpPr>
                <p:cNvPr id="1165" name="Google Shape;1165;p36"/>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66" name="Google Shape;1166;p36"/>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67" name="Google Shape;1167;p36"/>
                <p:cNvGrpSpPr/>
                <p:nvPr/>
              </p:nvGrpSpPr>
              <p:grpSpPr>
                <a:xfrm>
                  <a:off x="8425674" y="386584"/>
                  <a:ext cx="655694" cy="176896"/>
                  <a:chOff x="13400537" y="1039026"/>
                  <a:chExt cx="495013" cy="133547"/>
                </a:xfrm>
              </p:grpSpPr>
              <p:sp>
                <p:nvSpPr>
                  <p:cNvPr id="1168" name="Google Shape;1168;p3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69" name="Google Shape;1169;p3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70" name="Google Shape;1170;p3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71" name="Google Shape;1171;p3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72" name="Google Shape;1172;p3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73" name="Google Shape;1173;p3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174" name="Google Shape;1174;p36"/>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175" name="Google Shape;1175;p36"/>
          <p:cNvGrpSpPr/>
          <p:nvPr/>
        </p:nvGrpSpPr>
        <p:grpSpPr>
          <a:xfrm>
            <a:off x="4661376" y="1521976"/>
            <a:ext cx="3826874" cy="3427885"/>
            <a:chOff x="4716495" y="128608"/>
            <a:chExt cx="4227655" cy="3786882"/>
          </a:xfrm>
        </p:grpSpPr>
        <p:grpSp>
          <p:nvGrpSpPr>
            <p:cNvPr id="1176" name="Google Shape;1176;p36"/>
            <p:cNvGrpSpPr/>
            <p:nvPr/>
          </p:nvGrpSpPr>
          <p:grpSpPr>
            <a:xfrm>
              <a:off x="4716495" y="128608"/>
              <a:ext cx="4227655" cy="3786882"/>
              <a:chOff x="4716494" y="428627"/>
              <a:chExt cx="4227655" cy="3757200"/>
            </a:xfrm>
          </p:grpSpPr>
          <p:sp>
            <p:nvSpPr>
              <p:cNvPr id="1177" name="Google Shape;1177;p36"/>
              <p:cNvSpPr/>
              <p:nvPr/>
            </p:nvSpPr>
            <p:spPr>
              <a:xfrm>
                <a:off x="4716550" y="428627"/>
                <a:ext cx="4227600" cy="37572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78" name="Google Shape;1178;p36"/>
              <p:cNvGrpSpPr/>
              <p:nvPr/>
            </p:nvGrpSpPr>
            <p:grpSpPr>
              <a:xfrm>
                <a:off x="4716494" y="428627"/>
                <a:ext cx="4227482" cy="490301"/>
                <a:chOff x="4729125" y="238117"/>
                <a:chExt cx="4599089" cy="533400"/>
              </a:xfrm>
            </p:grpSpPr>
            <p:sp>
              <p:nvSpPr>
                <p:cNvPr id="1179" name="Google Shape;1179;p36"/>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0" name="Google Shape;1180;p36"/>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81" name="Google Shape;1181;p36"/>
                <p:cNvGrpSpPr/>
                <p:nvPr/>
              </p:nvGrpSpPr>
              <p:grpSpPr>
                <a:xfrm>
                  <a:off x="8425674" y="386584"/>
                  <a:ext cx="655694" cy="176896"/>
                  <a:chOff x="13400537" y="1039026"/>
                  <a:chExt cx="495013" cy="133547"/>
                </a:xfrm>
              </p:grpSpPr>
              <p:sp>
                <p:nvSpPr>
                  <p:cNvPr id="1182" name="Google Shape;1182;p36"/>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3" name="Google Shape;1183;p36"/>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4" name="Google Shape;1184;p36"/>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5" name="Google Shape;1185;p36"/>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6" name="Google Shape;1186;p36"/>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87" name="Google Shape;1187;p36"/>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188" name="Google Shape;1188;p36"/>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189" name="Google Shape;1189;p36"/>
          <p:cNvSpPr txBox="1">
            <a:spLocks noGrp="1"/>
          </p:cNvSpPr>
          <p:nvPr>
            <p:ph type="title" hasCustomPrompt="1"/>
          </p:nvPr>
        </p:nvSpPr>
        <p:spPr>
          <a:xfrm rot="-377">
            <a:off x="1285425" y="2363939"/>
            <a:ext cx="2734200" cy="871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200"/>
              <a:buNone/>
              <a:defRPr sz="7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90" name="Google Shape;1190;p36"/>
          <p:cNvSpPr txBox="1">
            <a:spLocks noGrp="1"/>
          </p:cNvSpPr>
          <p:nvPr>
            <p:ph type="subTitle" idx="1"/>
          </p:nvPr>
        </p:nvSpPr>
        <p:spPr>
          <a:xfrm>
            <a:off x="1285425" y="3263899"/>
            <a:ext cx="2734200" cy="39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1" name="Google Shape;1191;p36"/>
          <p:cNvSpPr txBox="1">
            <a:spLocks noGrp="1"/>
          </p:cNvSpPr>
          <p:nvPr>
            <p:ph type="title" idx="2" hasCustomPrompt="1"/>
          </p:nvPr>
        </p:nvSpPr>
        <p:spPr>
          <a:xfrm>
            <a:off x="5207713" y="2363800"/>
            <a:ext cx="2734200" cy="871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200"/>
              <a:buNone/>
              <a:defRPr sz="7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192" name="Google Shape;1192;p36"/>
          <p:cNvSpPr txBox="1">
            <a:spLocks noGrp="1"/>
          </p:cNvSpPr>
          <p:nvPr>
            <p:ph type="subTitle" idx="3"/>
          </p:nvPr>
        </p:nvSpPr>
        <p:spPr>
          <a:xfrm>
            <a:off x="5207688" y="3263875"/>
            <a:ext cx="2734200" cy="39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3" name="Google Shape;1193;p36"/>
          <p:cNvSpPr txBox="1">
            <a:spLocks noGrp="1"/>
          </p:cNvSpPr>
          <p:nvPr>
            <p:ph type="title" idx="4"/>
          </p:nvPr>
        </p:nvSpPr>
        <p:spPr>
          <a:xfrm>
            <a:off x="720000" y="740175"/>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194" name="Google Shape;1194;p36"/>
          <p:cNvSpPr/>
          <p:nvPr/>
        </p:nvSpPr>
        <p:spPr>
          <a:xfrm>
            <a:off x="8582925" y="1304465"/>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099713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195"/>
        <p:cNvGrpSpPr/>
        <p:nvPr/>
      </p:nvGrpSpPr>
      <p:grpSpPr>
        <a:xfrm>
          <a:off x="0" y="0"/>
          <a:ext cx="0" cy="0"/>
          <a:chOff x="0" y="0"/>
          <a:chExt cx="0" cy="0"/>
        </a:xfrm>
      </p:grpSpPr>
      <p:sp>
        <p:nvSpPr>
          <p:cNvPr id="1196" name="Google Shape;1196;p37"/>
          <p:cNvSpPr/>
          <p:nvPr/>
        </p:nvSpPr>
        <p:spPr>
          <a:xfrm rot="-7424542">
            <a:off x="-1620907" y="-2300410"/>
            <a:ext cx="10405732" cy="10106279"/>
          </a:xfrm>
          <a:custGeom>
            <a:avLst/>
            <a:gdLst/>
            <a:ahLst/>
            <a:cxnLst/>
            <a:rect l="l" t="t" r="r" b="b"/>
            <a:pathLst>
              <a:path w="27617" h="26822" extrusionOk="0">
                <a:moveTo>
                  <a:pt x="9841" y="1"/>
                </a:moveTo>
                <a:cubicBezTo>
                  <a:pt x="8360" y="1"/>
                  <a:pt x="6743" y="601"/>
                  <a:pt x="5328" y="1510"/>
                </a:cubicBezTo>
                <a:cubicBezTo>
                  <a:pt x="3060" y="2967"/>
                  <a:pt x="1272" y="5215"/>
                  <a:pt x="646" y="7648"/>
                </a:cubicBezTo>
                <a:cubicBezTo>
                  <a:pt x="1" y="10100"/>
                  <a:pt x="517" y="12756"/>
                  <a:pt x="867" y="15465"/>
                </a:cubicBezTo>
                <a:cubicBezTo>
                  <a:pt x="1236" y="18157"/>
                  <a:pt x="1438" y="20904"/>
                  <a:pt x="2674" y="23263"/>
                </a:cubicBezTo>
                <a:cubicBezTo>
                  <a:pt x="3677" y="25166"/>
                  <a:pt x="5329" y="26821"/>
                  <a:pt x="7006" y="26821"/>
                </a:cubicBezTo>
                <a:cubicBezTo>
                  <a:pt x="7425" y="26821"/>
                  <a:pt x="7846" y="26718"/>
                  <a:pt x="8259" y="26489"/>
                </a:cubicBezTo>
                <a:cubicBezTo>
                  <a:pt x="10324" y="25347"/>
                  <a:pt x="12186" y="21051"/>
                  <a:pt x="14454" y="19687"/>
                </a:cubicBezTo>
                <a:cubicBezTo>
                  <a:pt x="15155" y="19265"/>
                  <a:pt x="15894" y="19122"/>
                  <a:pt x="16663" y="19122"/>
                </a:cubicBezTo>
                <a:cubicBezTo>
                  <a:pt x="18292" y="19122"/>
                  <a:pt x="20049" y="19766"/>
                  <a:pt x="21835" y="19766"/>
                </a:cubicBezTo>
                <a:cubicBezTo>
                  <a:pt x="21931" y="19766"/>
                  <a:pt x="22026" y="19764"/>
                  <a:pt x="22122" y="19761"/>
                </a:cubicBezTo>
                <a:cubicBezTo>
                  <a:pt x="24833" y="19650"/>
                  <a:pt x="27616" y="17898"/>
                  <a:pt x="26768" y="16331"/>
                </a:cubicBezTo>
                <a:cubicBezTo>
                  <a:pt x="25939" y="14747"/>
                  <a:pt x="21477" y="13327"/>
                  <a:pt x="19136" y="12092"/>
                </a:cubicBezTo>
                <a:cubicBezTo>
                  <a:pt x="16795" y="10839"/>
                  <a:pt x="16555" y="9788"/>
                  <a:pt x="15910" y="7593"/>
                </a:cubicBezTo>
                <a:cubicBezTo>
                  <a:pt x="15265" y="5381"/>
                  <a:pt x="14214" y="2044"/>
                  <a:pt x="12297" y="717"/>
                </a:cubicBezTo>
                <a:cubicBezTo>
                  <a:pt x="11576" y="218"/>
                  <a:pt x="10733" y="1"/>
                  <a:pt x="9841"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97" name="Google Shape;1197;p37"/>
          <p:cNvGrpSpPr/>
          <p:nvPr/>
        </p:nvGrpSpPr>
        <p:grpSpPr>
          <a:xfrm>
            <a:off x="183313" y="2310639"/>
            <a:ext cx="4076036" cy="2621335"/>
            <a:chOff x="183313" y="2385725"/>
            <a:chExt cx="4076036" cy="2621335"/>
          </a:xfrm>
        </p:grpSpPr>
        <p:grpSp>
          <p:nvGrpSpPr>
            <p:cNvPr id="1198" name="Google Shape;1198;p37"/>
            <p:cNvGrpSpPr/>
            <p:nvPr/>
          </p:nvGrpSpPr>
          <p:grpSpPr>
            <a:xfrm>
              <a:off x="183313" y="2628288"/>
              <a:ext cx="3826861" cy="2378773"/>
              <a:chOff x="4716495" y="128594"/>
              <a:chExt cx="4227641" cy="2627898"/>
            </a:xfrm>
          </p:grpSpPr>
          <p:grpSp>
            <p:nvGrpSpPr>
              <p:cNvPr id="1199" name="Google Shape;1199;p37"/>
              <p:cNvGrpSpPr/>
              <p:nvPr/>
            </p:nvGrpSpPr>
            <p:grpSpPr>
              <a:xfrm>
                <a:off x="4716495" y="128594"/>
                <a:ext cx="4227641" cy="2627898"/>
                <a:chOff x="4716494" y="428613"/>
                <a:chExt cx="4227641" cy="2607300"/>
              </a:xfrm>
            </p:grpSpPr>
            <p:sp>
              <p:nvSpPr>
                <p:cNvPr id="1200" name="Google Shape;1200;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01" name="Google Shape;1201;p37"/>
                <p:cNvGrpSpPr/>
                <p:nvPr/>
              </p:nvGrpSpPr>
              <p:grpSpPr>
                <a:xfrm>
                  <a:off x="4716494" y="428627"/>
                  <a:ext cx="4227482" cy="490301"/>
                  <a:chOff x="4729125" y="238117"/>
                  <a:chExt cx="4599089" cy="533400"/>
                </a:xfrm>
              </p:grpSpPr>
              <p:sp>
                <p:nvSpPr>
                  <p:cNvPr id="1202" name="Google Shape;1202;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03" name="Google Shape;1203;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04" name="Google Shape;1204;p37"/>
                  <p:cNvGrpSpPr/>
                  <p:nvPr/>
                </p:nvGrpSpPr>
                <p:grpSpPr>
                  <a:xfrm>
                    <a:off x="8425674" y="386584"/>
                    <a:ext cx="655694" cy="176896"/>
                    <a:chOff x="13400537" y="1039026"/>
                    <a:chExt cx="495013" cy="133547"/>
                  </a:xfrm>
                </p:grpSpPr>
                <p:sp>
                  <p:nvSpPr>
                    <p:cNvPr id="1205" name="Google Shape;1205;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06" name="Google Shape;1206;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07" name="Google Shape;1207;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08" name="Google Shape;1208;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09" name="Google Shape;1209;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10" name="Google Shape;1210;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11" name="Google Shape;1211;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12" name="Google Shape;1212;p37"/>
            <p:cNvGrpSpPr/>
            <p:nvPr/>
          </p:nvGrpSpPr>
          <p:grpSpPr>
            <a:xfrm>
              <a:off x="307900" y="2507006"/>
              <a:ext cx="3826861" cy="2378773"/>
              <a:chOff x="4716495" y="128594"/>
              <a:chExt cx="4227641" cy="2627898"/>
            </a:xfrm>
          </p:grpSpPr>
          <p:grpSp>
            <p:nvGrpSpPr>
              <p:cNvPr id="1213" name="Google Shape;1213;p37"/>
              <p:cNvGrpSpPr/>
              <p:nvPr/>
            </p:nvGrpSpPr>
            <p:grpSpPr>
              <a:xfrm>
                <a:off x="4716495" y="128594"/>
                <a:ext cx="4227641" cy="2627898"/>
                <a:chOff x="4716494" y="428613"/>
                <a:chExt cx="4227641" cy="2607300"/>
              </a:xfrm>
            </p:grpSpPr>
            <p:sp>
              <p:nvSpPr>
                <p:cNvPr id="1214" name="Google Shape;1214;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15" name="Google Shape;1215;p37"/>
                <p:cNvGrpSpPr/>
                <p:nvPr/>
              </p:nvGrpSpPr>
              <p:grpSpPr>
                <a:xfrm>
                  <a:off x="4716494" y="428627"/>
                  <a:ext cx="4227482" cy="490301"/>
                  <a:chOff x="4729125" y="238117"/>
                  <a:chExt cx="4599089" cy="533400"/>
                </a:xfrm>
              </p:grpSpPr>
              <p:sp>
                <p:nvSpPr>
                  <p:cNvPr id="1216" name="Google Shape;1216;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17" name="Google Shape;1217;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18" name="Google Shape;1218;p37"/>
                  <p:cNvGrpSpPr/>
                  <p:nvPr/>
                </p:nvGrpSpPr>
                <p:grpSpPr>
                  <a:xfrm>
                    <a:off x="8425674" y="386584"/>
                    <a:ext cx="655694" cy="176896"/>
                    <a:chOff x="13400537" y="1039026"/>
                    <a:chExt cx="495013" cy="133547"/>
                  </a:xfrm>
                </p:grpSpPr>
                <p:sp>
                  <p:nvSpPr>
                    <p:cNvPr id="1219" name="Google Shape;1219;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0" name="Google Shape;1220;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1" name="Google Shape;1221;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2" name="Google Shape;1222;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3" name="Google Shape;1223;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4" name="Google Shape;1224;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25" name="Google Shape;1225;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26" name="Google Shape;1226;p37"/>
            <p:cNvGrpSpPr/>
            <p:nvPr/>
          </p:nvGrpSpPr>
          <p:grpSpPr>
            <a:xfrm>
              <a:off x="432488" y="2385725"/>
              <a:ext cx="3826861" cy="2378773"/>
              <a:chOff x="4716495" y="128594"/>
              <a:chExt cx="4227641" cy="2627898"/>
            </a:xfrm>
          </p:grpSpPr>
          <p:grpSp>
            <p:nvGrpSpPr>
              <p:cNvPr id="1227" name="Google Shape;1227;p37"/>
              <p:cNvGrpSpPr/>
              <p:nvPr/>
            </p:nvGrpSpPr>
            <p:grpSpPr>
              <a:xfrm>
                <a:off x="4716495" y="128594"/>
                <a:ext cx="4227641" cy="2627898"/>
                <a:chOff x="4716494" y="428613"/>
                <a:chExt cx="4227641" cy="2607300"/>
              </a:xfrm>
            </p:grpSpPr>
            <p:sp>
              <p:nvSpPr>
                <p:cNvPr id="1228" name="Google Shape;1228;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29" name="Google Shape;1229;p37"/>
                <p:cNvGrpSpPr/>
                <p:nvPr/>
              </p:nvGrpSpPr>
              <p:grpSpPr>
                <a:xfrm>
                  <a:off x="4716494" y="428627"/>
                  <a:ext cx="4227482" cy="490301"/>
                  <a:chOff x="4729125" y="238117"/>
                  <a:chExt cx="4599089" cy="533400"/>
                </a:xfrm>
              </p:grpSpPr>
              <p:sp>
                <p:nvSpPr>
                  <p:cNvPr id="1230" name="Google Shape;1230;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1" name="Google Shape;1231;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32" name="Google Shape;1232;p37"/>
                  <p:cNvGrpSpPr/>
                  <p:nvPr/>
                </p:nvGrpSpPr>
                <p:grpSpPr>
                  <a:xfrm>
                    <a:off x="8425674" y="386584"/>
                    <a:ext cx="655694" cy="176896"/>
                    <a:chOff x="13400537" y="1039026"/>
                    <a:chExt cx="495013" cy="133547"/>
                  </a:xfrm>
                </p:grpSpPr>
                <p:sp>
                  <p:nvSpPr>
                    <p:cNvPr id="1233" name="Google Shape;1233;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4" name="Google Shape;1234;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5" name="Google Shape;1235;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6" name="Google Shape;1236;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7" name="Google Shape;1237;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8" name="Google Shape;1238;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39" name="Google Shape;1239;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nvGrpSpPr>
          <p:cNvPr id="1240" name="Google Shape;1240;p37"/>
          <p:cNvGrpSpPr/>
          <p:nvPr/>
        </p:nvGrpSpPr>
        <p:grpSpPr>
          <a:xfrm>
            <a:off x="4571989" y="2060151"/>
            <a:ext cx="4076186" cy="2543348"/>
            <a:chOff x="4571988" y="2060150"/>
            <a:chExt cx="4076186" cy="2543348"/>
          </a:xfrm>
        </p:grpSpPr>
        <p:grpSp>
          <p:nvGrpSpPr>
            <p:cNvPr id="1241" name="Google Shape;1241;p37"/>
            <p:cNvGrpSpPr/>
            <p:nvPr/>
          </p:nvGrpSpPr>
          <p:grpSpPr>
            <a:xfrm>
              <a:off x="4821313" y="2224725"/>
              <a:ext cx="3826861" cy="2378773"/>
              <a:chOff x="4716495" y="128594"/>
              <a:chExt cx="4227641" cy="2627898"/>
            </a:xfrm>
          </p:grpSpPr>
          <p:grpSp>
            <p:nvGrpSpPr>
              <p:cNvPr id="1242" name="Google Shape;1242;p37"/>
              <p:cNvGrpSpPr/>
              <p:nvPr/>
            </p:nvGrpSpPr>
            <p:grpSpPr>
              <a:xfrm>
                <a:off x="4716495" y="128594"/>
                <a:ext cx="4227641" cy="2627898"/>
                <a:chOff x="4716494" y="428613"/>
                <a:chExt cx="4227641" cy="2607300"/>
              </a:xfrm>
            </p:grpSpPr>
            <p:sp>
              <p:nvSpPr>
                <p:cNvPr id="1243" name="Google Shape;1243;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44" name="Google Shape;1244;p37"/>
                <p:cNvGrpSpPr/>
                <p:nvPr/>
              </p:nvGrpSpPr>
              <p:grpSpPr>
                <a:xfrm>
                  <a:off x="4716494" y="428627"/>
                  <a:ext cx="4227482" cy="490301"/>
                  <a:chOff x="4729125" y="238117"/>
                  <a:chExt cx="4599089" cy="533400"/>
                </a:xfrm>
              </p:grpSpPr>
              <p:sp>
                <p:nvSpPr>
                  <p:cNvPr id="1245" name="Google Shape;1245;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46" name="Google Shape;1246;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47" name="Google Shape;1247;p37"/>
                  <p:cNvGrpSpPr/>
                  <p:nvPr/>
                </p:nvGrpSpPr>
                <p:grpSpPr>
                  <a:xfrm>
                    <a:off x="8425674" y="386584"/>
                    <a:ext cx="655694" cy="176896"/>
                    <a:chOff x="13400537" y="1039026"/>
                    <a:chExt cx="495013" cy="133547"/>
                  </a:xfrm>
                </p:grpSpPr>
                <p:sp>
                  <p:nvSpPr>
                    <p:cNvPr id="1248" name="Google Shape;1248;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49" name="Google Shape;1249;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50" name="Google Shape;1250;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51" name="Google Shape;1251;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52" name="Google Shape;1252;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53" name="Google Shape;1253;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54" name="Google Shape;1254;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55" name="Google Shape;1255;p37"/>
            <p:cNvGrpSpPr/>
            <p:nvPr/>
          </p:nvGrpSpPr>
          <p:grpSpPr>
            <a:xfrm>
              <a:off x="4696650" y="2142438"/>
              <a:ext cx="3826861" cy="2378773"/>
              <a:chOff x="4716495" y="128594"/>
              <a:chExt cx="4227641" cy="2627898"/>
            </a:xfrm>
          </p:grpSpPr>
          <p:grpSp>
            <p:nvGrpSpPr>
              <p:cNvPr id="1256" name="Google Shape;1256;p37"/>
              <p:cNvGrpSpPr/>
              <p:nvPr/>
            </p:nvGrpSpPr>
            <p:grpSpPr>
              <a:xfrm>
                <a:off x="4716495" y="128594"/>
                <a:ext cx="4227641" cy="2627898"/>
                <a:chOff x="4716494" y="428613"/>
                <a:chExt cx="4227641" cy="2607300"/>
              </a:xfrm>
            </p:grpSpPr>
            <p:sp>
              <p:nvSpPr>
                <p:cNvPr id="1257" name="Google Shape;1257;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58" name="Google Shape;1258;p37"/>
                <p:cNvGrpSpPr/>
                <p:nvPr/>
              </p:nvGrpSpPr>
              <p:grpSpPr>
                <a:xfrm>
                  <a:off x="4716494" y="428627"/>
                  <a:ext cx="4227482" cy="490301"/>
                  <a:chOff x="4729125" y="238117"/>
                  <a:chExt cx="4599089" cy="533400"/>
                </a:xfrm>
              </p:grpSpPr>
              <p:sp>
                <p:nvSpPr>
                  <p:cNvPr id="1259" name="Google Shape;1259;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0" name="Google Shape;1260;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61" name="Google Shape;1261;p37"/>
                  <p:cNvGrpSpPr/>
                  <p:nvPr/>
                </p:nvGrpSpPr>
                <p:grpSpPr>
                  <a:xfrm>
                    <a:off x="8425674" y="386584"/>
                    <a:ext cx="655694" cy="176896"/>
                    <a:chOff x="13400537" y="1039026"/>
                    <a:chExt cx="495013" cy="133547"/>
                  </a:xfrm>
                </p:grpSpPr>
                <p:sp>
                  <p:nvSpPr>
                    <p:cNvPr id="1262" name="Google Shape;1262;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3" name="Google Shape;1263;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4" name="Google Shape;1264;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5" name="Google Shape;1265;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6" name="Google Shape;1266;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67" name="Google Shape;1267;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68" name="Google Shape;1268;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69" name="Google Shape;1269;p37"/>
            <p:cNvGrpSpPr/>
            <p:nvPr/>
          </p:nvGrpSpPr>
          <p:grpSpPr>
            <a:xfrm>
              <a:off x="4571988" y="2060150"/>
              <a:ext cx="3826861" cy="2378773"/>
              <a:chOff x="4716495" y="128594"/>
              <a:chExt cx="4227641" cy="2627898"/>
            </a:xfrm>
          </p:grpSpPr>
          <p:grpSp>
            <p:nvGrpSpPr>
              <p:cNvPr id="1270" name="Google Shape;1270;p37"/>
              <p:cNvGrpSpPr/>
              <p:nvPr/>
            </p:nvGrpSpPr>
            <p:grpSpPr>
              <a:xfrm>
                <a:off x="4716495" y="128594"/>
                <a:ext cx="4227641" cy="2627898"/>
                <a:chOff x="4716494" y="428613"/>
                <a:chExt cx="4227641" cy="2607300"/>
              </a:xfrm>
            </p:grpSpPr>
            <p:sp>
              <p:nvSpPr>
                <p:cNvPr id="1271" name="Google Shape;1271;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72" name="Google Shape;1272;p37"/>
                <p:cNvGrpSpPr/>
                <p:nvPr/>
              </p:nvGrpSpPr>
              <p:grpSpPr>
                <a:xfrm>
                  <a:off x="4716494" y="428627"/>
                  <a:ext cx="4227482" cy="490301"/>
                  <a:chOff x="4729125" y="238117"/>
                  <a:chExt cx="4599089" cy="533400"/>
                </a:xfrm>
              </p:grpSpPr>
              <p:sp>
                <p:nvSpPr>
                  <p:cNvPr id="1273" name="Google Shape;1273;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74" name="Google Shape;1274;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75" name="Google Shape;1275;p37"/>
                  <p:cNvGrpSpPr/>
                  <p:nvPr/>
                </p:nvGrpSpPr>
                <p:grpSpPr>
                  <a:xfrm>
                    <a:off x="8425674" y="386584"/>
                    <a:ext cx="655694" cy="176896"/>
                    <a:chOff x="13400537" y="1039026"/>
                    <a:chExt cx="495013" cy="133547"/>
                  </a:xfrm>
                </p:grpSpPr>
                <p:sp>
                  <p:nvSpPr>
                    <p:cNvPr id="1276" name="Google Shape;1276;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77" name="Google Shape;1277;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78" name="Google Shape;1278;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79" name="Google Shape;1279;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80" name="Google Shape;1280;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81" name="Google Shape;1281;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82" name="Google Shape;1282;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nvGrpSpPr>
          <p:cNvPr id="1283" name="Google Shape;1283;p37"/>
          <p:cNvGrpSpPr/>
          <p:nvPr/>
        </p:nvGrpSpPr>
        <p:grpSpPr>
          <a:xfrm>
            <a:off x="899576" y="107876"/>
            <a:ext cx="3921749" cy="2463885"/>
            <a:chOff x="899575" y="616200"/>
            <a:chExt cx="3921749" cy="2463885"/>
          </a:xfrm>
        </p:grpSpPr>
        <p:grpSp>
          <p:nvGrpSpPr>
            <p:cNvPr id="1284" name="Google Shape;1284;p37"/>
            <p:cNvGrpSpPr/>
            <p:nvPr/>
          </p:nvGrpSpPr>
          <p:grpSpPr>
            <a:xfrm>
              <a:off x="899575" y="701313"/>
              <a:ext cx="3826861" cy="2378773"/>
              <a:chOff x="4716495" y="128594"/>
              <a:chExt cx="4227641" cy="2627898"/>
            </a:xfrm>
          </p:grpSpPr>
          <p:grpSp>
            <p:nvGrpSpPr>
              <p:cNvPr id="1285" name="Google Shape;1285;p37"/>
              <p:cNvGrpSpPr/>
              <p:nvPr/>
            </p:nvGrpSpPr>
            <p:grpSpPr>
              <a:xfrm>
                <a:off x="4716495" y="128594"/>
                <a:ext cx="4227641" cy="2627898"/>
                <a:chOff x="4716494" y="428613"/>
                <a:chExt cx="4227641" cy="2607300"/>
              </a:xfrm>
            </p:grpSpPr>
            <p:sp>
              <p:nvSpPr>
                <p:cNvPr id="1286" name="Google Shape;1286;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87" name="Google Shape;1287;p37"/>
                <p:cNvGrpSpPr/>
                <p:nvPr/>
              </p:nvGrpSpPr>
              <p:grpSpPr>
                <a:xfrm>
                  <a:off x="4716494" y="428627"/>
                  <a:ext cx="4227482" cy="490301"/>
                  <a:chOff x="4729125" y="238117"/>
                  <a:chExt cx="4599089" cy="533400"/>
                </a:xfrm>
              </p:grpSpPr>
              <p:sp>
                <p:nvSpPr>
                  <p:cNvPr id="1288" name="Google Shape;1288;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89" name="Google Shape;1289;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290" name="Google Shape;1290;p37"/>
                  <p:cNvGrpSpPr/>
                  <p:nvPr/>
                </p:nvGrpSpPr>
                <p:grpSpPr>
                  <a:xfrm>
                    <a:off x="8425674" y="386584"/>
                    <a:ext cx="655694" cy="176896"/>
                    <a:chOff x="13400537" y="1039026"/>
                    <a:chExt cx="495013" cy="133547"/>
                  </a:xfrm>
                </p:grpSpPr>
                <p:sp>
                  <p:nvSpPr>
                    <p:cNvPr id="1291" name="Google Shape;1291;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2" name="Google Shape;1292;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3" name="Google Shape;1293;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4" name="Google Shape;1294;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5" name="Google Shape;1295;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6" name="Google Shape;1296;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297" name="Google Shape;1297;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98" name="Google Shape;1298;p37"/>
            <p:cNvGrpSpPr/>
            <p:nvPr/>
          </p:nvGrpSpPr>
          <p:grpSpPr>
            <a:xfrm>
              <a:off x="994463" y="616200"/>
              <a:ext cx="3826861" cy="2378773"/>
              <a:chOff x="4716495" y="128594"/>
              <a:chExt cx="4227641" cy="2627898"/>
            </a:xfrm>
          </p:grpSpPr>
          <p:grpSp>
            <p:nvGrpSpPr>
              <p:cNvPr id="1299" name="Google Shape;1299;p37"/>
              <p:cNvGrpSpPr/>
              <p:nvPr/>
            </p:nvGrpSpPr>
            <p:grpSpPr>
              <a:xfrm>
                <a:off x="4716495" y="128594"/>
                <a:ext cx="4227641" cy="2627898"/>
                <a:chOff x="4716494" y="428613"/>
                <a:chExt cx="4227641" cy="2607300"/>
              </a:xfrm>
            </p:grpSpPr>
            <p:sp>
              <p:nvSpPr>
                <p:cNvPr id="1300" name="Google Shape;1300;p37"/>
                <p:cNvSpPr/>
                <p:nvPr/>
              </p:nvSpPr>
              <p:spPr>
                <a:xfrm>
                  <a:off x="4716536" y="428613"/>
                  <a:ext cx="4227600" cy="26073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01" name="Google Shape;1301;p37"/>
                <p:cNvGrpSpPr/>
                <p:nvPr/>
              </p:nvGrpSpPr>
              <p:grpSpPr>
                <a:xfrm>
                  <a:off x="4716494" y="428627"/>
                  <a:ext cx="4227482" cy="490301"/>
                  <a:chOff x="4729125" y="238117"/>
                  <a:chExt cx="4599089" cy="533400"/>
                </a:xfrm>
              </p:grpSpPr>
              <p:sp>
                <p:nvSpPr>
                  <p:cNvPr id="1302" name="Google Shape;1302;p37"/>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3" name="Google Shape;1303;p37"/>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04" name="Google Shape;1304;p37"/>
                  <p:cNvGrpSpPr/>
                  <p:nvPr/>
                </p:nvGrpSpPr>
                <p:grpSpPr>
                  <a:xfrm>
                    <a:off x="8425674" y="386584"/>
                    <a:ext cx="655694" cy="176896"/>
                    <a:chOff x="13400537" y="1039026"/>
                    <a:chExt cx="495013" cy="133547"/>
                  </a:xfrm>
                </p:grpSpPr>
                <p:sp>
                  <p:nvSpPr>
                    <p:cNvPr id="1305" name="Google Shape;1305;p37"/>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6" name="Google Shape;1306;p37"/>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7" name="Google Shape;1307;p37"/>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8" name="Google Shape;1308;p37"/>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9" name="Google Shape;1309;p37"/>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10" name="Google Shape;1310;p37"/>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311" name="Google Shape;1311;p37"/>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1312" name="Google Shape;1312;p37"/>
          <p:cNvSpPr txBox="1">
            <a:spLocks noGrp="1"/>
          </p:cNvSpPr>
          <p:nvPr>
            <p:ph type="subTitle" idx="1"/>
          </p:nvPr>
        </p:nvSpPr>
        <p:spPr>
          <a:xfrm>
            <a:off x="681675" y="4000800"/>
            <a:ext cx="33285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3" name="Google Shape;1313;p37"/>
          <p:cNvSpPr txBox="1">
            <a:spLocks noGrp="1"/>
          </p:cNvSpPr>
          <p:nvPr>
            <p:ph type="subTitle" idx="2"/>
          </p:nvPr>
        </p:nvSpPr>
        <p:spPr>
          <a:xfrm>
            <a:off x="4821313" y="3662550"/>
            <a:ext cx="33282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4" name="Google Shape;1314;p37"/>
          <p:cNvSpPr txBox="1">
            <a:spLocks noGrp="1"/>
          </p:cNvSpPr>
          <p:nvPr>
            <p:ph type="title" hasCustomPrompt="1"/>
          </p:nvPr>
        </p:nvSpPr>
        <p:spPr>
          <a:xfrm>
            <a:off x="681675" y="3125700"/>
            <a:ext cx="3328500" cy="99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51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15" name="Google Shape;1315;p37"/>
          <p:cNvSpPr txBox="1">
            <a:spLocks noGrp="1"/>
          </p:cNvSpPr>
          <p:nvPr>
            <p:ph type="title" idx="3" hasCustomPrompt="1"/>
          </p:nvPr>
        </p:nvSpPr>
        <p:spPr>
          <a:xfrm>
            <a:off x="4821313" y="2787450"/>
            <a:ext cx="3328200" cy="99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51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16" name="Google Shape;1316;p37"/>
          <p:cNvSpPr txBox="1">
            <a:spLocks noGrp="1"/>
          </p:cNvSpPr>
          <p:nvPr>
            <p:ph type="subTitle" idx="4"/>
          </p:nvPr>
        </p:nvSpPr>
        <p:spPr>
          <a:xfrm>
            <a:off x="1243650" y="1669100"/>
            <a:ext cx="33285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17" name="Google Shape;1317;p37"/>
          <p:cNvSpPr txBox="1">
            <a:spLocks noGrp="1"/>
          </p:cNvSpPr>
          <p:nvPr>
            <p:ph type="title" idx="5" hasCustomPrompt="1"/>
          </p:nvPr>
        </p:nvSpPr>
        <p:spPr>
          <a:xfrm>
            <a:off x="1243650" y="798750"/>
            <a:ext cx="3328500" cy="99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51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318" name="Google Shape;1318;p37"/>
          <p:cNvSpPr/>
          <p:nvPr/>
        </p:nvSpPr>
        <p:spPr>
          <a:xfrm>
            <a:off x="635326" y="1790701"/>
            <a:ext cx="169349" cy="20000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19" name="Google Shape;1319;p37"/>
          <p:cNvSpPr/>
          <p:nvPr/>
        </p:nvSpPr>
        <p:spPr>
          <a:xfrm>
            <a:off x="263151" y="968026"/>
            <a:ext cx="169349" cy="20000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20" name="Google Shape;1320;p37"/>
          <p:cNvSpPr/>
          <p:nvPr/>
        </p:nvSpPr>
        <p:spPr>
          <a:xfrm>
            <a:off x="8711501" y="3717676"/>
            <a:ext cx="169349" cy="200000"/>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21" name="Google Shape;1321;p37"/>
          <p:cNvSpPr/>
          <p:nvPr/>
        </p:nvSpPr>
        <p:spPr>
          <a:xfrm>
            <a:off x="8304076" y="968030"/>
            <a:ext cx="239851" cy="283249"/>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rgbClr val="FFC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2617987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322"/>
        <p:cNvGrpSpPr/>
        <p:nvPr/>
      </p:nvGrpSpPr>
      <p:grpSpPr>
        <a:xfrm>
          <a:off x="0" y="0"/>
          <a:ext cx="0" cy="0"/>
          <a:chOff x="0" y="0"/>
          <a:chExt cx="0" cy="0"/>
        </a:xfrm>
      </p:grpSpPr>
      <p:sp>
        <p:nvSpPr>
          <p:cNvPr id="1323" name="Google Shape;1323;p38"/>
          <p:cNvSpPr/>
          <p:nvPr/>
        </p:nvSpPr>
        <p:spPr>
          <a:xfrm>
            <a:off x="2330439" y="-623987"/>
            <a:ext cx="7832744" cy="6225118"/>
          </a:xfrm>
          <a:custGeom>
            <a:avLst/>
            <a:gdLst/>
            <a:ahLst/>
            <a:cxnLst/>
            <a:rect l="l" t="t" r="r" b="b"/>
            <a:pathLst>
              <a:path w="67997" h="54041" extrusionOk="0">
                <a:moveTo>
                  <a:pt x="50677" y="1"/>
                </a:moveTo>
                <a:cubicBezTo>
                  <a:pt x="48942" y="1"/>
                  <a:pt x="47056" y="896"/>
                  <a:pt x="45175" y="2991"/>
                </a:cubicBezTo>
                <a:cubicBezTo>
                  <a:pt x="41850" y="6693"/>
                  <a:pt x="41080" y="11825"/>
                  <a:pt x="39774" y="16444"/>
                </a:cubicBezTo>
                <a:cubicBezTo>
                  <a:pt x="38870" y="19635"/>
                  <a:pt x="37615" y="22845"/>
                  <a:pt x="35270" y="25190"/>
                </a:cubicBezTo>
                <a:cubicBezTo>
                  <a:pt x="32078" y="28381"/>
                  <a:pt x="27368" y="29486"/>
                  <a:pt x="22875" y="29921"/>
                </a:cubicBezTo>
                <a:cubicBezTo>
                  <a:pt x="18383" y="30355"/>
                  <a:pt x="13775" y="30270"/>
                  <a:pt x="9482" y="31666"/>
                </a:cubicBezTo>
                <a:cubicBezTo>
                  <a:pt x="5190" y="33061"/>
                  <a:pt x="1131" y="36391"/>
                  <a:pt x="537" y="40865"/>
                </a:cubicBezTo>
                <a:cubicBezTo>
                  <a:pt x="1" y="44922"/>
                  <a:pt x="2495" y="48922"/>
                  <a:pt x="5866" y="51243"/>
                </a:cubicBezTo>
                <a:cubicBezTo>
                  <a:pt x="8537" y="53084"/>
                  <a:pt x="11784" y="54041"/>
                  <a:pt x="15026" y="54041"/>
                </a:cubicBezTo>
                <a:cubicBezTo>
                  <a:pt x="16883" y="54041"/>
                  <a:pt x="18737" y="53727"/>
                  <a:pt x="20480" y="53085"/>
                </a:cubicBezTo>
                <a:cubicBezTo>
                  <a:pt x="24250" y="51699"/>
                  <a:pt x="27357" y="48956"/>
                  <a:pt x="30941" y="47137"/>
                </a:cubicBezTo>
                <a:cubicBezTo>
                  <a:pt x="34194" y="45486"/>
                  <a:pt x="37842" y="44649"/>
                  <a:pt x="41489" y="44649"/>
                </a:cubicBezTo>
                <a:cubicBezTo>
                  <a:pt x="44177" y="44649"/>
                  <a:pt x="46865" y="45104"/>
                  <a:pt x="49392" y="46024"/>
                </a:cubicBezTo>
                <a:cubicBezTo>
                  <a:pt x="52327" y="47091"/>
                  <a:pt x="55201" y="48780"/>
                  <a:pt x="58289" y="48780"/>
                </a:cubicBezTo>
                <a:cubicBezTo>
                  <a:pt x="58483" y="48780"/>
                  <a:pt x="58678" y="48773"/>
                  <a:pt x="58874" y="48759"/>
                </a:cubicBezTo>
                <a:cubicBezTo>
                  <a:pt x="62874" y="48476"/>
                  <a:pt x="66178" y="44998"/>
                  <a:pt x="67087" y="41091"/>
                </a:cubicBezTo>
                <a:cubicBezTo>
                  <a:pt x="67996" y="37184"/>
                  <a:pt x="66861" y="33029"/>
                  <a:pt x="64857" y="29555"/>
                </a:cubicBezTo>
                <a:cubicBezTo>
                  <a:pt x="62878" y="26125"/>
                  <a:pt x="60014" y="23107"/>
                  <a:pt x="58986" y="19197"/>
                </a:cubicBezTo>
                <a:cubicBezTo>
                  <a:pt x="57980" y="15364"/>
                  <a:pt x="58856" y="11323"/>
                  <a:pt x="57806" y="7435"/>
                </a:cubicBezTo>
                <a:cubicBezTo>
                  <a:pt x="56648" y="3144"/>
                  <a:pt x="53928" y="1"/>
                  <a:pt x="50677"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24" name="Google Shape;1324;p38"/>
          <p:cNvGrpSpPr/>
          <p:nvPr/>
        </p:nvGrpSpPr>
        <p:grpSpPr>
          <a:xfrm>
            <a:off x="542917" y="374432"/>
            <a:ext cx="8057720" cy="4405505"/>
            <a:chOff x="171400" y="128600"/>
            <a:chExt cx="8772695" cy="4795891"/>
          </a:xfrm>
        </p:grpSpPr>
        <p:grpSp>
          <p:nvGrpSpPr>
            <p:cNvPr id="1325" name="Google Shape;1325;p38"/>
            <p:cNvGrpSpPr/>
            <p:nvPr/>
          </p:nvGrpSpPr>
          <p:grpSpPr>
            <a:xfrm>
              <a:off x="171400" y="128600"/>
              <a:ext cx="8772695" cy="4795891"/>
              <a:chOff x="171400" y="428619"/>
              <a:chExt cx="8772695" cy="4758300"/>
            </a:xfrm>
          </p:grpSpPr>
          <p:sp>
            <p:nvSpPr>
              <p:cNvPr id="1326" name="Google Shape;1326;p38"/>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27" name="Google Shape;1327;p38"/>
              <p:cNvGrpSpPr/>
              <p:nvPr/>
            </p:nvGrpSpPr>
            <p:grpSpPr>
              <a:xfrm>
                <a:off x="171400" y="428636"/>
                <a:ext cx="8772695" cy="490301"/>
                <a:chOff x="-215495" y="238126"/>
                <a:chExt cx="9543837" cy="533400"/>
              </a:xfrm>
            </p:grpSpPr>
            <p:sp>
              <p:nvSpPr>
                <p:cNvPr id="1328" name="Google Shape;1328;p38"/>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29" name="Google Shape;1329;p38"/>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30" name="Google Shape;1330;p38"/>
                <p:cNvGrpSpPr/>
                <p:nvPr/>
              </p:nvGrpSpPr>
              <p:grpSpPr>
                <a:xfrm>
                  <a:off x="8425674" y="386584"/>
                  <a:ext cx="655694" cy="176896"/>
                  <a:chOff x="13400537" y="1039026"/>
                  <a:chExt cx="495013" cy="133547"/>
                </a:xfrm>
              </p:grpSpPr>
              <p:sp>
                <p:nvSpPr>
                  <p:cNvPr id="1331" name="Google Shape;1331;p3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32" name="Google Shape;1332;p3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33" name="Google Shape;1333;p3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34" name="Google Shape;1334;p3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35" name="Google Shape;1335;p3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36" name="Google Shape;1336;p3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337" name="Google Shape;1337;p38"/>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38" name="Google Shape;1338;p38"/>
          <p:cNvGrpSpPr/>
          <p:nvPr/>
        </p:nvGrpSpPr>
        <p:grpSpPr>
          <a:xfrm>
            <a:off x="1020433" y="136675"/>
            <a:ext cx="7128374" cy="4828176"/>
            <a:chOff x="627130" y="128596"/>
            <a:chExt cx="8316852" cy="5633153"/>
          </a:xfrm>
        </p:grpSpPr>
        <p:grpSp>
          <p:nvGrpSpPr>
            <p:cNvPr id="1339" name="Google Shape;1339;p38"/>
            <p:cNvGrpSpPr/>
            <p:nvPr/>
          </p:nvGrpSpPr>
          <p:grpSpPr>
            <a:xfrm>
              <a:off x="627130" y="128596"/>
              <a:ext cx="8316852" cy="5633153"/>
              <a:chOff x="627130" y="428616"/>
              <a:chExt cx="8316852" cy="5589000"/>
            </a:xfrm>
          </p:grpSpPr>
          <p:sp>
            <p:nvSpPr>
              <p:cNvPr id="1340" name="Google Shape;1340;p38"/>
              <p:cNvSpPr/>
              <p:nvPr/>
            </p:nvSpPr>
            <p:spPr>
              <a:xfrm>
                <a:off x="627180" y="428616"/>
                <a:ext cx="8316600" cy="55890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41" name="Google Shape;1341;p38"/>
              <p:cNvGrpSpPr/>
              <p:nvPr/>
            </p:nvGrpSpPr>
            <p:grpSpPr>
              <a:xfrm>
                <a:off x="627130" y="428636"/>
                <a:ext cx="8316852" cy="490301"/>
                <a:chOff x="280295" y="238126"/>
                <a:chExt cx="9047924" cy="533400"/>
              </a:xfrm>
            </p:grpSpPr>
            <p:sp>
              <p:nvSpPr>
                <p:cNvPr id="1342" name="Google Shape;1342;p38"/>
                <p:cNvSpPr/>
                <p:nvPr/>
              </p:nvSpPr>
              <p:spPr>
                <a:xfrm>
                  <a:off x="280520" y="238126"/>
                  <a:ext cx="90477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3" name="Google Shape;1343;p3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44" name="Google Shape;1344;p38"/>
                <p:cNvGrpSpPr/>
                <p:nvPr/>
              </p:nvGrpSpPr>
              <p:grpSpPr>
                <a:xfrm>
                  <a:off x="8425674" y="386584"/>
                  <a:ext cx="655694" cy="176896"/>
                  <a:chOff x="13400537" y="1039026"/>
                  <a:chExt cx="495013" cy="133547"/>
                </a:xfrm>
              </p:grpSpPr>
              <p:sp>
                <p:nvSpPr>
                  <p:cNvPr id="1345" name="Google Shape;1345;p3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6" name="Google Shape;1346;p3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7" name="Google Shape;1347;p3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8" name="Google Shape;1348;p3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9" name="Google Shape;1349;p3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50" name="Google Shape;1350;p3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351" name="Google Shape;1351;p3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352" name="Google Shape;1352;p38"/>
          <p:cNvSpPr txBox="1">
            <a:spLocks noGrp="1"/>
          </p:cNvSpPr>
          <p:nvPr>
            <p:ph type="ctrTitle"/>
          </p:nvPr>
        </p:nvSpPr>
        <p:spPr>
          <a:xfrm>
            <a:off x="1371600" y="777750"/>
            <a:ext cx="3537600" cy="11265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5200"/>
              <a:buNone/>
              <a:defRPr sz="7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353" name="Google Shape;1353;p38"/>
          <p:cNvSpPr txBox="1">
            <a:spLocks noGrp="1"/>
          </p:cNvSpPr>
          <p:nvPr>
            <p:ph type="subTitle" idx="1"/>
          </p:nvPr>
        </p:nvSpPr>
        <p:spPr>
          <a:xfrm>
            <a:off x="1371600" y="1847100"/>
            <a:ext cx="3216600" cy="129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800"/>
              <a:buNone/>
              <a:defRPr sz="1800">
                <a:solidFill>
                  <a:schemeClr val="dk1"/>
                </a:solidFill>
              </a:defRPr>
            </a:lvl2pPr>
            <a:lvl3pPr lvl="2" algn="ctr" rtl="0">
              <a:lnSpc>
                <a:spcPct val="100000"/>
              </a:lnSpc>
              <a:spcBef>
                <a:spcPts val="0"/>
              </a:spcBef>
              <a:spcAft>
                <a:spcPts val="0"/>
              </a:spcAft>
              <a:buClr>
                <a:schemeClr val="dk1"/>
              </a:buClr>
              <a:buSzPts val="1800"/>
              <a:buNone/>
              <a:defRPr sz="1800">
                <a:solidFill>
                  <a:schemeClr val="dk1"/>
                </a:solidFill>
              </a:defRPr>
            </a:lvl3pPr>
            <a:lvl4pPr lvl="3" algn="ctr" rtl="0">
              <a:lnSpc>
                <a:spcPct val="100000"/>
              </a:lnSpc>
              <a:spcBef>
                <a:spcPts val="0"/>
              </a:spcBef>
              <a:spcAft>
                <a:spcPts val="0"/>
              </a:spcAft>
              <a:buClr>
                <a:schemeClr val="dk1"/>
              </a:buClr>
              <a:buSzPts val="1800"/>
              <a:buNone/>
              <a:defRPr sz="1800">
                <a:solidFill>
                  <a:schemeClr val="dk1"/>
                </a:solidFill>
              </a:defRPr>
            </a:lvl4pPr>
            <a:lvl5pPr lvl="4" algn="ctr" rtl="0">
              <a:lnSpc>
                <a:spcPct val="100000"/>
              </a:lnSpc>
              <a:spcBef>
                <a:spcPts val="0"/>
              </a:spcBef>
              <a:spcAft>
                <a:spcPts val="0"/>
              </a:spcAft>
              <a:buClr>
                <a:schemeClr val="dk1"/>
              </a:buClr>
              <a:buSzPts val="1800"/>
              <a:buNone/>
              <a:defRPr sz="1800">
                <a:solidFill>
                  <a:schemeClr val="dk1"/>
                </a:solidFill>
              </a:defRPr>
            </a:lvl5pPr>
            <a:lvl6pPr lvl="5" algn="ctr" rtl="0">
              <a:lnSpc>
                <a:spcPct val="100000"/>
              </a:lnSpc>
              <a:spcBef>
                <a:spcPts val="0"/>
              </a:spcBef>
              <a:spcAft>
                <a:spcPts val="0"/>
              </a:spcAft>
              <a:buClr>
                <a:schemeClr val="dk1"/>
              </a:buClr>
              <a:buSzPts val="1800"/>
              <a:buNone/>
              <a:defRPr sz="1800">
                <a:solidFill>
                  <a:schemeClr val="dk1"/>
                </a:solidFill>
              </a:defRPr>
            </a:lvl6pPr>
            <a:lvl7pPr lvl="6" algn="ctr" rtl="0">
              <a:lnSpc>
                <a:spcPct val="100000"/>
              </a:lnSpc>
              <a:spcBef>
                <a:spcPts val="0"/>
              </a:spcBef>
              <a:spcAft>
                <a:spcPts val="0"/>
              </a:spcAft>
              <a:buClr>
                <a:schemeClr val="dk1"/>
              </a:buClr>
              <a:buSzPts val="1800"/>
              <a:buNone/>
              <a:defRPr sz="1800">
                <a:solidFill>
                  <a:schemeClr val="dk1"/>
                </a:solidFill>
              </a:defRPr>
            </a:lvl7pPr>
            <a:lvl8pPr lvl="7" algn="ctr" rtl="0">
              <a:lnSpc>
                <a:spcPct val="100000"/>
              </a:lnSpc>
              <a:spcBef>
                <a:spcPts val="0"/>
              </a:spcBef>
              <a:spcAft>
                <a:spcPts val="0"/>
              </a:spcAft>
              <a:buClr>
                <a:schemeClr val="dk1"/>
              </a:buClr>
              <a:buSzPts val="1800"/>
              <a:buNone/>
              <a:defRPr sz="1800">
                <a:solidFill>
                  <a:schemeClr val="dk1"/>
                </a:solidFill>
              </a:defRPr>
            </a:lvl8pPr>
            <a:lvl9pPr lvl="8" algn="ctr" rtl="0">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354" name="Google Shape;1354;p38"/>
          <p:cNvSpPr txBox="1">
            <a:spLocks noGrp="1"/>
          </p:cNvSpPr>
          <p:nvPr>
            <p:ph type="subTitle" idx="2"/>
          </p:nvPr>
        </p:nvSpPr>
        <p:spPr>
          <a:xfrm rot="-962">
            <a:off x="1363495" y="4229842"/>
            <a:ext cx="3216600" cy="373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100"/>
              <a:buNone/>
              <a:defRPr sz="1100"/>
            </a:lvl1pPr>
            <a:lvl2pPr lvl="1" algn="ctr" rtl="0">
              <a:lnSpc>
                <a:spcPct val="100000"/>
              </a:lnSpc>
              <a:spcBef>
                <a:spcPts val="0"/>
              </a:spcBef>
              <a:spcAft>
                <a:spcPts val="0"/>
              </a:spcAft>
              <a:buClr>
                <a:schemeClr val="dk1"/>
              </a:buClr>
              <a:buSzPts val="1100"/>
              <a:buNone/>
              <a:defRPr sz="1100">
                <a:solidFill>
                  <a:schemeClr val="dk1"/>
                </a:solidFill>
              </a:defRPr>
            </a:lvl2pPr>
            <a:lvl3pPr lvl="2" algn="ctr" rtl="0">
              <a:lnSpc>
                <a:spcPct val="100000"/>
              </a:lnSpc>
              <a:spcBef>
                <a:spcPts val="0"/>
              </a:spcBef>
              <a:spcAft>
                <a:spcPts val="0"/>
              </a:spcAft>
              <a:buClr>
                <a:schemeClr val="dk1"/>
              </a:buClr>
              <a:buSzPts val="1100"/>
              <a:buNone/>
              <a:defRPr sz="1100">
                <a:solidFill>
                  <a:schemeClr val="dk1"/>
                </a:solidFill>
              </a:defRPr>
            </a:lvl3pPr>
            <a:lvl4pPr lvl="3" algn="ctr" rtl="0">
              <a:lnSpc>
                <a:spcPct val="100000"/>
              </a:lnSpc>
              <a:spcBef>
                <a:spcPts val="0"/>
              </a:spcBef>
              <a:spcAft>
                <a:spcPts val="0"/>
              </a:spcAft>
              <a:buClr>
                <a:schemeClr val="dk1"/>
              </a:buClr>
              <a:buSzPts val="1100"/>
              <a:buNone/>
              <a:defRPr sz="1100">
                <a:solidFill>
                  <a:schemeClr val="dk1"/>
                </a:solidFill>
              </a:defRPr>
            </a:lvl4pPr>
            <a:lvl5pPr lvl="4" algn="ctr" rtl="0">
              <a:lnSpc>
                <a:spcPct val="100000"/>
              </a:lnSpc>
              <a:spcBef>
                <a:spcPts val="0"/>
              </a:spcBef>
              <a:spcAft>
                <a:spcPts val="0"/>
              </a:spcAft>
              <a:buClr>
                <a:schemeClr val="dk1"/>
              </a:buClr>
              <a:buSzPts val="1100"/>
              <a:buNone/>
              <a:defRPr sz="1100">
                <a:solidFill>
                  <a:schemeClr val="dk1"/>
                </a:solidFill>
              </a:defRPr>
            </a:lvl5pPr>
            <a:lvl6pPr lvl="5" algn="ctr" rtl="0">
              <a:lnSpc>
                <a:spcPct val="100000"/>
              </a:lnSpc>
              <a:spcBef>
                <a:spcPts val="0"/>
              </a:spcBef>
              <a:spcAft>
                <a:spcPts val="0"/>
              </a:spcAft>
              <a:buClr>
                <a:schemeClr val="dk1"/>
              </a:buClr>
              <a:buSzPts val="1100"/>
              <a:buNone/>
              <a:defRPr sz="1100">
                <a:solidFill>
                  <a:schemeClr val="dk1"/>
                </a:solidFill>
              </a:defRPr>
            </a:lvl6pPr>
            <a:lvl7pPr lvl="6" algn="ctr" rtl="0">
              <a:lnSpc>
                <a:spcPct val="100000"/>
              </a:lnSpc>
              <a:spcBef>
                <a:spcPts val="0"/>
              </a:spcBef>
              <a:spcAft>
                <a:spcPts val="0"/>
              </a:spcAft>
              <a:buClr>
                <a:schemeClr val="dk1"/>
              </a:buClr>
              <a:buSzPts val="1100"/>
              <a:buNone/>
              <a:defRPr sz="1100">
                <a:solidFill>
                  <a:schemeClr val="dk1"/>
                </a:solidFill>
              </a:defRPr>
            </a:lvl7pPr>
            <a:lvl8pPr lvl="7" algn="ctr" rtl="0">
              <a:lnSpc>
                <a:spcPct val="100000"/>
              </a:lnSpc>
              <a:spcBef>
                <a:spcPts val="0"/>
              </a:spcBef>
              <a:spcAft>
                <a:spcPts val="0"/>
              </a:spcAft>
              <a:buClr>
                <a:schemeClr val="dk1"/>
              </a:buClr>
              <a:buSzPts val="1100"/>
              <a:buNone/>
              <a:defRPr sz="1100">
                <a:solidFill>
                  <a:schemeClr val="dk1"/>
                </a:solidFill>
              </a:defRPr>
            </a:lvl8pPr>
            <a:lvl9pPr lvl="8" algn="ctr" rtl="0">
              <a:lnSpc>
                <a:spcPct val="100000"/>
              </a:lnSpc>
              <a:spcBef>
                <a:spcPts val="0"/>
              </a:spcBef>
              <a:spcAft>
                <a:spcPts val="0"/>
              </a:spcAft>
              <a:buClr>
                <a:schemeClr val="dk1"/>
              </a:buClr>
              <a:buSzPts val="1100"/>
              <a:buNone/>
              <a:defRPr sz="1100">
                <a:solidFill>
                  <a:schemeClr val="dk1"/>
                </a:solidFill>
              </a:defRPr>
            </a:lvl9pPr>
          </a:lstStyle>
          <a:p>
            <a:endParaRPr/>
          </a:p>
        </p:txBody>
      </p:sp>
      <p:sp>
        <p:nvSpPr>
          <p:cNvPr id="1355" name="Google Shape;1355;p38"/>
          <p:cNvSpPr txBox="1"/>
          <p:nvPr/>
        </p:nvSpPr>
        <p:spPr>
          <a:xfrm>
            <a:off x="1392525" y="3343126"/>
            <a:ext cx="3448200" cy="7374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100" b="1">
                <a:solidFill>
                  <a:schemeClr val="accent4"/>
                </a:solidFill>
                <a:latin typeface="ABeeZee"/>
                <a:ea typeface="ABeeZee"/>
                <a:cs typeface="ABeeZee"/>
                <a:sym typeface="ABeeZee"/>
              </a:rPr>
              <a:t>CREDITS:</a:t>
            </a:r>
            <a:r>
              <a:rPr lang="en" sz="1100">
                <a:solidFill>
                  <a:schemeClr val="accent4"/>
                </a:solidFill>
                <a:latin typeface="ABeeZee"/>
                <a:ea typeface="ABeeZee"/>
                <a:cs typeface="ABeeZee"/>
                <a:sym typeface="ABeeZee"/>
              </a:rPr>
              <a:t> </a:t>
            </a:r>
            <a:r>
              <a:rPr lang="en" sz="1100">
                <a:solidFill>
                  <a:schemeClr val="dk1"/>
                </a:solidFill>
                <a:latin typeface="ABeeZee"/>
                <a:ea typeface="ABeeZee"/>
                <a:cs typeface="ABeeZee"/>
                <a:sym typeface="ABeeZee"/>
              </a:rPr>
              <a:t>This presentation template was created by </a:t>
            </a:r>
            <a:r>
              <a:rPr lang="en" sz="1100" b="1">
                <a:solidFill>
                  <a:schemeClr val="accent4"/>
                </a:solidFill>
                <a:uFill>
                  <a:noFill/>
                </a:uFill>
                <a:latin typeface="ABeeZee"/>
                <a:ea typeface="ABeeZee"/>
                <a:cs typeface="ABeeZee"/>
                <a:sym typeface="ABeeZee"/>
                <a:hlinkClick r:id="rId2">
                  <a:extLst>
                    <a:ext uri="{A12FA001-AC4F-418D-AE19-62706E023703}">
                      <ahyp:hlinkClr xmlns:ahyp="http://schemas.microsoft.com/office/drawing/2018/hyperlinkcolor" val="tx"/>
                    </a:ext>
                  </a:extLst>
                </a:hlinkClick>
              </a:rPr>
              <a:t>Slidesgo</a:t>
            </a:r>
            <a:r>
              <a:rPr lang="en" sz="1100" b="1">
                <a:solidFill>
                  <a:schemeClr val="accent4"/>
                </a:solidFill>
                <a:latin typeface="ABeeZee"/>
                <a:ea typeface="ABeeZee"/>
                <a:cs typeface="ABeeZee"/>
                <a:sym typeface="ABeeZee"/>
              </a:rPr>
              <a:t>,</a:t>
            </a:r>
            <a:r>
              <a:rPr lang="en" sz="1100">
                <a:solidFill>
                  <a:schemeClr val="accent4"/>
                </a:solidFill>
                <a:latin typeface="ABeeZee"/>
                <a:ea typeface="ABeeZee"/>
                <a:cs typeface="ABeeZee"/>
                <a:sym typeface="ABeeZee"/>
              </a:rPr>
              <a:t> </a:t>
            </a:r>
            <a:r>
              <a:rPr lang="en" sz="1100">
                <a:solidFill>
                  <a:schemeClr val="dk1"/>
                </a:solidFill>
                <a:latin typeface="ABeeZee"/>
                <a:ea typeface="ABeeZee"/>
                <a:cs typeface="ABeeZee"/>
                <a:sym typeface="ABeeZee"/>
              </a:rPr>
              <a:t>including icons by </a:t>
            </a:r>
            <a:r>
              <a:rPr lang="en" sz="1100" b="1">
                <a:solidFill>
                  <a:schemeClr val="accent4"/>
                </a:solidFill>
                <a:uFill>
                  <a:noFill/>
                </a:uFill>
                <a:latin typeface="ABeeZee"/>
                <a:ea typeface="ABeeZee"/>
                <a:cs typeface="ABeeZee"/>
                <a:sym typeface="ABeeZee"/>
                <a:hlinkClick r:id="rId3">
                  <a:extLst>
                    <a:ext uri="{A12FA001-AC4F-418D-AE19-62706E023703}">
                      <ahyp:hlinkClr xmlns:ahyp="http://schemas.microsoft.com/office/drawing/2018/hyperlinkcolor" val="tx"/>
                    </a:ext>
                  </a:extLst>
                </a:hlinkClick>
              </a:rPr>
              <a:t>Flaticon</a:t>
            </a:r>
            <a:r>
              <a:rPr lang="en" sz="1100" b="1">
                <a:solidFill>
                  <a:schemeClr val="accent4"/>
                </a:solidFill>
                <a:latin typeface="ABeeZee"/>
                <a:ea typeface="ABeeZee"/>
                <a:cs typeface="ABeeZee"/>
                <a:sym typeface="ABeeZee"/>
              </a:rPr>
              <a:t>,</a:t>
            </a:r>
            <a:r>
              <a:rPr lang="en" sz="1100">
                <a:solidFill>
                  <a:schemeClr val="accent4"/>
                </a:solidFill>
                <a:latin typeface="ABeeZee"/>
                <a:ea typeface="ABeeZee"/>
                <a:cs typeface="ABeeZee"/>
                <a:sym typeface="ABeeZee"/>
              </a:rPr>
              <a:t> </a:t>
            </a:r>
            <a:r>
              <a:rPr lang="en" sz="1100">
                <a:solidFill>
                  <a:schemeClr val="dk1"/>
                </a:solidFill>
                <a:latin typeface="ABeeZee"/>
                <a:ea typeface="ABeeZee"/>
                <a:cs typeface="ABeeZee"/>
                <a:sym typeface="ABeeZee"/>
              </a:rPr>
              <a:t>and infographics &amp; images by </a:t>
            </a:r>
            <a:r>
              <a:rPr lang="en" sz="1100" b="1">
                <a:solidFill>
                  <a:schemeClr val="accent4"/>
                </a:solidFill>
                <a:uFill>
                  <a:noFill/>
                </a:uFill>
                <a:latin typeface="ABeeZee"/>
                <a:ea typeface="ABeeZee"/>
                <a:cs typeface="ABeeZee"/>
                <a:sym typeface="ABeeZee"/>
                <a:hlinkClick r:id="rId4">
                  <a:extLst>
                    <a:ext uri="{A12FA001-AC4F-418D-AE19-62706E023703}">
                      <ahyp:hlinkClr xmlns:ahyp="http://schemas.microsoft.com/office/drawing/2018/hyperlinkcolor" val="tx"/>
                    </a:ext>
                  </a:extLst>
                </a:hlinkClick>
              </a:rPr>
              <a:t>Freepik</a:t>
            </a:r>
            <a:endParaRPr sz="1100" b="1" dirty="0">
              <a:solidFill>
                <a:schemeClr val="accent4"/>
              </a:solidFill>
              <a:latin typeface="ABeeZee"/>
              <a:ea typeface="ABeeZee"/>
              <a:cs typeface="ABeeZee"/>
              <a:sym typeface="ABeeZee"/>
            </a:endParaRPr>
          </a:p>
        </p:txBody>
      </p:sp>
      <p:sp>
        <p:nvSpPr>
          <p:cNvPr id="1356" name="Google Shape;1356;p38"/>
          <p:cNvSpPr/>
          <p:nvPr/>
        </p:nvSpPr>
        <p:spPr>
          <a:xfrm>
            <a:off x="720013" y="2696198"/>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3987595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357"/>
        <p:cNvGrpSpPr/>
        <p:nvPr/>
      </p:nvGrpSpPr>
      <p:grpSpPr>
        <a:xfrm>
          <a:off x="0" y="0"/>
          <a:ext cx="0" cy="0"/>
          <a:chOff x="0" y="0"/>
          <a:chExt cx="0" cy="0"/>
        </a:xfrm>
      </p:grpSpPr>
      <p:grpSp>
        <p:nvGrpSpPr>
          <p:cNvPr id="1358" name="Google Shape;1358;p39"/>
          <p:cNvGrpSpPr/>
          <p:nvPr/>
        </p:nvGrpSpPr>
        <p:grpSpPr>
          <a:xfrm>
            <a:off x="390469" y="239025"/>
            <a:ext cx="8534121" cy="4665442"/>
            <a:chOff x="171400" y="128593"/>
            <a:chExt cx="8772740" cy="4795891"/>
          </a:xfrm>
        </p:grpSpPr>
        <p:grpSp>
          <p:nvGrpSpPr>
            <p:cNvPr id="1359" name="Google Shape;1359;p39"/>
            <p:cNvGrpSpPr/>
            <p:nvPr/>
          </p:nvGrpSpPr>
          <p:grpSpPr>
            <a:xfrm>
              <a:off x="171400" y="128593"/>
              <a:ext cx="8772740" cy="4795891"/>
              <a:chOff x="171400" y="428612"/>
              <a:chExt cx="8772740" cy="4758300"/>
            </a:xfrm>
          </p:grpSpPr>
          <p:sp>
            <p:nvSpPr>
              <p:cNvPr id="1360" name="Google Shape;1360;p39"/>
              <p:cNvSpPr/>
              <p:nvPr/>
            </p:nvSpPr>
            <p:spPr>
              <a:xfrm>
                <a:off x="386868" y="428612"/>
                <a:ext cx="85569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61" name="Google Shape;1361;p39"/>
              <p:cNvGrpSpPr/>
              <p:nvPr/>
            </p:nvGrpSpPr>
            <p:grpSpPr>
              <a:xfrm>
                <a:off x="171400" y="428629"/>
                <a:ext cx="8772740" cy="490301"/>
                <a:chOff x="-215495" y="238118"/>
                <a:chExt cx="9543886" cy="533400"/>
              </a:xfrm>
            </p:grpSpPr>
            <p:sp>
              <p:nvSpPr>
                <p:cNvPr id="1362" name="Google Shape;1362;p39"/>
                <p:cNvSpPr/>
                <p:nvPr/>
              </p:nvSpPr>
              <p:spPr>
                <a:xfrm>
                  <a:off x="19091" y="238118"/>
                  <a:ext cx="9309300" cy="533400"/>
                </a:xfrm>
                <a:prstGeom prst="round2SameRect">
                  <a:avLst>
                    <a:gd name="adj1" fmla="val 43854"/>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3" name="Google Shape;1363;p39"/>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364" name="Google Shape;1364;p39"/>
                <p:cNvGrpSpPr/>
                <p:nvPr/>
              </p:nvGrpSpPr>
              <p:grpSpPr>
                <a:xfrm>
                  <a:off x="8425674" y="386584"/>
                  <a:ext cx="655694" cy="176896"/>
                  <a:chOff x="13400537" y="1039026"/>
                  <a:chExt cx="495013" cy="133547"/>
                </a:xfrm>
              </p:grpSpPr>
              <p:sp>
                <p:nvSpPr>
                  <p:cNvPr id="1365" name="Google Shape;1365;p3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6" name="Google Shape;1366;p3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7" name="Google Shape;1367;p3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8" name="Google Shape;1368;p3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9" name="Google Shape;1369;p3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0" name="Google Shape;1370;p3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371" name="Google Shape;1371;p39"/>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72" name="Google Shape;1372;p39"/>
          <p:cNvGrpSpPr/>
          <p:nvPr/>
        </p:nvGrpSpPr>
        <p:grpSpPr>
          <a:xfrm>
            <a:off x="7626678" y="1043961"/>
            <a:ext cx="1000421" cy="1003769"/>
            <a:chOff x="2879000" y="653125"/>
            <a:chExt cx="340650" cy="434325"/>
          </a:xfrm>
        </p:grpSpPr>
        <p:sp>
          <p:nvSpPr>
            <p:cNvPr id="1373" name="Google Shape;1373;p39"/>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4" name="Google Shape;1374;p39"/>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5" name="Google Shape;1375;p39"/>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6" name="Google Shape;1376;p39"/>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7" name="Google Shape;1377;p39"/>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8" name="Google Shape;1378;p39"/>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9" name="Google Shape;1379;p39"/>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0" name="Google Shape;1380;p39"/>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81" name="Google Shape;1381;p39"/>
          <p:cNvGrpSpPr/>
          <p:nvPr/>
        </p:nvGrpSpPr>
        <p:grpSpPr>
          <a:xfrm>
            <a:off x="7624237" y="2209961"/>
            <a:ext cx="1005355" cy="1005636"/>
            <a:chOff x="2494400" y="653125"/>
            <a:chExt cx="340625" cy="434325"/>
          </a:xfrm>
        </p:grpSpPr>
        <p:sp>
          <p:nvSpPr>
            <p:cNvPr id="1382" name="Google Shape;1382;p39"/>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3" name="Google Shape;1383;p39"/>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4" name="Google Shape;1384;p39"/>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5" name="Google Shape;1385;p39"/>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6" name="Google Shape;1386;p39"/>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7" name="Google Shape;1387;p39"/>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8" name="Google Shape;1388;p39"/>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9" name="Google Shape;1389;p39"/>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90" name="Google Shape;1390;p39"/>
          <p:cNvGrpSpPr/>
          <p:nvPr/>
        </p:nvGrpSpPr>
        <p:grpSpPr>
          <a:xfrm>
            <a:off x="7542376" y="3504235"/>
            <a:ext cx="1060340" cy="1058580"/>
            <a:chOff x="3265747" y="653121"/>
            <a:chExt cx="355783" cy="434325"/>
          </a:xfrm>
        </p:grpSpPr>
        <p:sp>
          <p:nvSpPr>
            <p:cNvPr id="1391" name="Google Shape;1391;p39"/>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2" name="Google Shape;1392;p39"/>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3" name="Google Shape;1393;p39"/>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4" name="Google Shape;1394;p39"/>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5" name="Google Shape;1395;p39"/>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6" name="Google Shape;1396;p39"/>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7" name="Google Shape;1397;p39"/>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98" name="Google Shape;1398;p39"/>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99" name="Google Shape;1399;p39"/>
          <p:cNvGrpSpPr/>
          <p:nvPr/>
        </p:nvGrpSpPr>
        <p:grpSpPr>
          <a:xfrm>
            <a:off x="215157" y="134072"/>
            <a:ext cx="7528414" cy="4167985"/>
            <a:chOff x="627130" y="128603"/>
            <a:chExt cx="8316852" cy="4604490"/>
          </a:xfrm>
        </p:grpSpPr>
        <p:grpSp>
          <p:nvGrpSpPr>
            <p:cNvPr id="1400" name="Google Shape;1400;p39"/>
            <p:cNvGrpSpPr/>
            <p:nvPr/>
          </p:nvGrpSpPr>
          <p:grpSpPr>
            <a:xfrm>
              <a:off x="627130" y="128603"/>
              <a:ext cx="8316852" cy="4604490"/>
              <a:chOff x="627130" y="428622"/>
              <a:chExt cx="8316852" cy="4568400"/>
            </a:xfrm>
          </p:grpSpPr>
          <p:sp>
            <p:nvSpPr>
              <p:cNvPr id="1401" name="Google Shape;1401;p39"/>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02" name="Google Shape;1402;p39"/>
              <p:cNvGrpSpPr/>
              <p:nvPr/>
            </p:nvGrpSpPr>
            <p:grpSpPr>
              <a:xfrm>
                <a:off x="627130" y="428636"/>
                <a:ext cx="8316852" cy="490301"/>
                <a:chOff x="280295" y="238126"/>
                <a:chExt cx="9047924" cy="533400"/>
              </a:xfrm>
            </p:grpSpPr>
            <p:sp>
              <p:nvSpPr>
                <p:cNvPr id="1403" name="Google Shape;1403;p39"/>
                <p:cNvSpPr/>
                <p:nvPr/>
              </p:nvSpPr>
              <p:spPr>
                <a:xfrm>
                  <a:off x="280520" y="238126"/>
                  <a:ext cx="90477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04" name="Google Shape;1404;p39"/>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05" name="Google Shape;1405;p39"/>
                <p:cNvGrpSpPr/>
                <p:nvPr/>
              </p:nvGrpSpPr>
              <p:grpSpPr>
                <a:xfrm>
                  <a:off x="8425674" y="386584"/>
                  <a:ext cx="655694" cy="176896"/>
                  <a:chOff x="13400537" y="1039026"/>
                  <a:chExt cx="495013" cy="133547"/>
                </a:xfrm>
              </p:grpSpPr>
              <p:sp>
                <p:nvSpPr>
                  <p:cNvPr id="1406" name="Google Shape;1406;p39"/>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07" name="Google Shape;1407;p39"/>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08" name="Google Shape;1408;p39"/>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09" name="Google Shape;1409;p39"/>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10" name="Google Shape;1410;p39"/>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11" name="Google Shape;1411;p39"/>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412" name="Google Shape;1412;p39"/>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413" name="Google Shape;1413;p39"/>
          <p:cNvSpPr/>
          <p:nvPr/>
        </p:nvSpPr>
        <p:spPr>
          <a:xfrm>
            <a:off x="2073250" y="4513151"/>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14" name="Google Shape;1414;p39"/>
          <p:cNvSpPr/>
          <p:nvPr/>
        </p:nvSpPr>
        <p:spPr>
          <a:xfrm>
            <a:off x="7026250" y="760301"/>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18576051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415"/>
        <p:cNvGrpSpPr/>
        <p:nvPr/>
      </p:nvGrpSpPr>
      <p:grpSpPr>
        <a:xfrm>
          <a:off x="0" y="0"/>
          <a:ext cx="0" cy="0"/>
          <a:chOff x="0" y="0"/>
          <a:chExt cx="0" cy="0"/>
        </a:xfrm>
      </p:grpSpPr>
      <p:sp>
        <p:nvSpPr>
          <p:cNvPr id="1416" name="Google Shape;1416;p40"/>
          <p:cNvSpPr/>
          <p:nvPr/>
        </p:nvSpPr>
        <p:spPr>
          <a:xfrm>
            <a:off x="2330439" y="-623987"/>
            <a:ext cx="7832744" cy="6225118"/>
          </a:xfrm>
          <a:custGeom>
            <a:avLst/>
            <a:gdLst/>
            <a:ahLst/>
            <a:cxnLst/>
            <a:rect l="l" t="t" r="r" b="b"/>
            <a:pathLst>
              <a:path w="67997" h="54041" extrusionOk="0">
                <a:moveTo>
                  <a:pt x="50677" y="1"/>
                </a:moveTo>
                <a:cubicBezTo>
                  <a:pt x="48942" y="1"/>
                  <a:pt x="47056" y="896"/>
                  <a:pt x="45175" y="2991"/>
                </a:cubicBezTo>
                <a:cubicBezTo>
                  <a:pt x="41850" y="6693"/>
                  <a:pt x="41080" y="11825"/>
                  <a:pt x="39774" y="16444"/>
                </a:cubicBezTo>
                <a:cubicBezTo>
                  <a:pt x="38870" y="19635"/>
                  <a:pt x="37615" y="22845"/>
                  <a:pt x="35270" y="25190"/>
                </a:cubicBezTo>
                <a:cubicBezTo>
                  <a:pt x="32078" y="28381"/>
                  <a:pt x="27368" y="29486"/>
                  <a:pt x="22875" y="29921"/>
                </a:cubicBezTo>
                <a:cubicBezTo>
                  <a:pt x="18383" y="30355"/>
                  <a:pt x="13775" y="30270"/>
                  <a:pt x="9482" y="31666"/>
                </a:cubicBezTo>
                <a:cubicBezTo>
                  <a:pt x="5190" y="33061"/>
                  <a:pt x="1131" y="36391"/>
                  <a:pt x="537" y="40865"/>
                </a:cubicBezTo>
                <a:cubicBezTo>
                  <a:pt x="1" y="44922"/>
                  <a:pt x="2495" y="48922"/>
                  <a:pt x="5866" y="51243"/>
                </a:cubicBezTo>
                <a:cubicBezTo>
                  <a:pt x="8537" y="53084"/>
                  <a:pt x="11784" y="54041"/>
                  <a:pt x="15026" y="54041"/>
                </a:cubicBezTo>
                <a:cubicBezTo>
                  <a:pt x="16883" y="54041"/>
                  <a:pt x="18737" y="53727"/>
                  <a:pt x="20480" y="53085"/>
                </a:cubicBezTo>
                <a:cubicBezTo>
                  <a:pt x="24250" y="51699"/>
                  <a:pt x="27357" y="48956"/>
                  <a:pt x="30941" y="47137"/>
                </a:cubicBezTo>
                <a:cubicBezTo>
                  <a:pt x="34194" y="45486"/>
                  <a:pt x="37842" y="44649"/>
                  <a:pt x="41489" y="44649"/>
                </a:cubicBezTo>
                <a:cubicBezTo>
                  <a:pt x="44177" y="44649"/>
                  <a:pt x="46865" y="45104"/>
                  <a:pt x="49392" y="46024"/>
                </a:cubicBezTo>
                <a:cubicBezTo>
                  <a:pt x="52327" y="47091"/>
                  <a:pt x="55201" y="48780"/>
                  <a:pt x="58289" y="48780"/>
                </a:cubicBezTo>
                <a:cubicBezTo>
                  <a:pt x="58483" y="48780"/>
                  <a:pt x="58678" y="48773"/>
                  <a:pt x="58874" y="48759"/>
                </a:cubicBezTo>
                <a:cubicBezTo>
                  <a:pt x="62874" y="48476"/>
                  <a:pt x="66178" y="44998"/>
                  <a:pt x="67087" y="41091"/>
                </a:cubicBezTo>
                <a:cubicBezTo>
                  <a:pt x="67996" y="37184"/>
                  <a:pt x="66861" y="33029"/>
                  <a:pt x="64857" y="29555"/>
                </a:cubicBezTo>
                <a:cubicBezTo>
                  <a:pt x="62878" y="26125"/>
                  <a:pt x="60014" y="23107"/>
                  <a:pt x="58986" y="19197"/>
                </a:cubicBezTo>
                <a:cubicBezTo>
                  <a:pt x="57980" y="15364"/>
                  <a:pt x="58856" y="11323"/>
                  <a:pt x="57806" y="7435"/>
                </a:cubicBezTo>
                <a:cubicBezTo>
                  <a:pt x="56648" y="3144"/>
                  <a:pt x="53928" y="1"/>
                  <a:pt x="50677" y="1"/>
                </a:cubicBezTo>
                <a:close/>
              </a:path>
            </a:pathLst>
          </a:custGeom>
          <a:solidFill>
            <a:schemeClr val="accen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17" name="Google Shape;1417;p40"/>
          <p:cNvGrpSpPr/>
          <p:nvPr/>
        </p:nvGrpSpPr>
        <p:grpSpPr>
          <a:xfrm>
            <a:off x="542917" y="374432"/>
            <a:ext cx="8057720" cy="4405505"/>
            <a:chOff x="171400" y="128600"/>
            <a:chExt cx="8772695" cy="4795891"/>
          </a:xfrm>
        </p:grpSpPr>
        <p:grpSp>
          <p:nvGrpSpPr>
            <p:cNvPr id="1418" name="Google Shape;1418;p40"/>
            <p:cNvGrpSpPr/>
            <p:nvPr/>
          </p:nvGrpSpPr>
          <p:grpSpPr>
            <a:xfrm>
              <a:off x="171400" y="128600"/>
              <a:ext cx="8772695" cy="4795891"/>
              <a:chOff x="171400" y="428619"/>
              <a:chExt cx="8772695" cy="4758300"/>
            </a:xfrm>
          </p:grpSpPr>
          <p:sp>
            <p:nvSpPr>
              <p:cNvPr id="1419" name="Google Shape;1419;p40"/>
              <p:cNvSpPr/>
              <p:nvPr/>
            </p:nvSpPr>
            <p:spPr>
              <a:xfrm>
                <a:off x="171450" y="428619"/>
                <a:ext cx="8772300" cy="47583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20" name="Google Shape;1420;p40"/>
              <p:cNvGrpSpPr/>
              <p:nvPr/>
            </p:nvGrpSpPr>
            <p:grpSpPr>
              <a:xfrm>
                <a:off x="171400" y="428636"/>
                <a:ext cx="8772695" cy="490301"/>
                <a:chOff x="-215495" y="238126"/>
                <a:chExt cx="9543837" cy="533400"/>
              </a:xfrm>
            </p:grpSpPr>
            <p:sp>
              <p:nvSpPr>
                <p:cNvPr id="1421" name="Google Shape;1421;p40"/>
                <p:cNvSpPr/>
                <p:nvPr/>
              </p:nvSpPr>
              <p:spPr>
                <a:xfrm>
                  <a:off x="-215259" y="238126"/>
                  <a:ext cx="9543600" cy="533400"/>
                </a:xfrm>
                <a:prstGeom prst="round2SameRect">
                  <a:avLst>
                    <a:gd name="adj1" fmla="val 36935"/>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2" name="Google Shape;1422;p40"/>
                <p:cNvSpPr/>
                <p:nvPr/>
              </p:nvSpPr>
              <p:spPr>
                <a:xfrm>
                  <a:off x="-215495" y="685650"/>
                  <a:ext cx="9543433"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23" name="Google Shape;1423;p40"/>
                <p:cNvGrpSpPr/>
                <p:nvPr/>
              </p:nvGrpSpPr>
              <p:grpSpPr>
                <a:xfrm>
                  <a:off x="8425674" y="386584"/>
                  <a:ext cx="655694" cy="176896"/>
                  <a:chOff x="13400537" y="1039026"/>
                  <a:chExt cx="495013" cy="133547"/>
                </a:xfrm>
              </p:grpSpPr>
              <p:sp>
                <p:nvSpPr>
                  <p:cNvPr id="1424" name="Google Shape;1424;p40"/>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5" name="Google Shape;1425;p40"/>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6" name="Google Shape;1426;p40"/>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7" name="Google Shape;1427;p40"/>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8" name="Google Shape;1428;p40"/>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29" name="Google Shape;1429;p40"/>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430" name="Google Shape;1430;p40"/>
            <p:cNvSpPr/>
            <p:nvPr/>
          </p:nvSpPr>
          <p:spPr>
            <a:xfrm>
              <a:off x="25132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431" name="Google Shape;1431;p40"/>
          <p:cNvGrpSpPr/>
          <p:nvPr/>
        </p:nvGrpSpPr>
        <p:grpSpPr>
          <a:xfrm>
            <a:off x="1020433" y="136672"/>
            <a:ext cx="7128374" cy="4870160"/>
            <a:chOff x="627130" y="128592"/>
            <a:chExt cx="8316852" cy="5682137"/>
          </a:xfrm>
        </p:grpSpPr>
        <p:grpSp>
          <p:nvGrpSpPr>
            <p:cNvPr id="1432" name="Google Shape;1432;p40"/>
            <p:cNvGrpSpPr/>
            <p:nvPr/>
          </p:nvGrpSpPr>
          <p:grpSpPr>
            <a:xfrm>
              <a:off x="627130" y="128592"/>
              <a:ext cx="8316852" cy="5682137"/>
              <a:chOff x="627130" y="428611"/>
              <a:chExt cx="8316852" cy="5637600"/>
            </a:xfrm>
          </p:grpSpPr>
          <p:sp>
            <p:nvSpPr>
              <p:cNvPr id="1433" name="Google Shape;1433;p40"/>
              <p:cNvSpPr/>
              <p:nvPr/>
            </p:nvSpPr>
            <p:spPr>
              <a:xfrm>
                <a:off x="627191" y="428611"/>
                <a:ext cx="8316600" cy="56376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34" name="Google Shape;1434;p40"/>
              <p:cNvGrpSpPr/>
              <p:nvPr/>
            </p:nvGrpSpPr>
            <p:grpSpPr>
              <a:xfrm>
                <a:off x="627130" y="428636"/>
                <a:ext cx="8316852" cy="490301"/>
                <a:chOff x="280295" y="238126"/>
                <a:chExt cx="9047924" cy="533400"/>
              </a:xfrm>
            </p:grpSpPr>
            <p:sp>
              <p:nvSpPr>
                <p:cNvPr id="1435" name="Google Shape;1435;p40"/>
                <p:cNvSpPr/>
                <p:nvPr/>
              </p:nvSpPr>
              <p:spPr>
                <a:xfrm>
                  <a:off x="280520" y="238126"/>
                  <a:ext cx="90477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36" name="Google Shape;1436;p40"/>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37" name="Google Shape;1437;p40"/>
                <p:cNvGrpSpPr/>
                <p:nvPr/>
              </p:nvGrpSpPr>
              <p:grpSpPr>
                <a:xfrm>
                  <a:off x="8425674" y="386584"/>
                  <a:ext cx="655694" cy="176896"/>
                  <a:chOff x="13400537" y="1039026"/>
                  <a:chExt cx="495013" cy="133547"/>
                </a:xfrm>
              </p:grpSpPr>
              <p:sp>
                <p:nvSpPr>
                  <p:cNvPr id="1438" name="Google Shape;1438;p40"/>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39" name="Google Shape;1439;p40"/>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0" name="Google Shape;1440;p40"/>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1" name="Google Shape;1441;p40"/>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2" name="Google Shape;1442;p40"/>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3" name="Google Shape;1443;p40"/>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sp>
          <p:nvSpPr>
            <p:cNvPr id="1444" name="Google Shape;1444;p40"/>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445" name="Google Shape;1445;p40"/>
          <p:cNvSpPr/>
          <p:nvPr/>
        </p:nvSpPr>
        <p:spPr>
          <a:xfrm>
            <a:off x="863552" y="2752727"/>
            <a:ext cx="246949" cy="291627"/>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6" name="Google Shape;1446;p40"/>
          <p:cNvSpPr/>
          <p:nvPr/>
        </p:nvSpPr>
        <p:spPr>
          <a:xfrm>
            <a:off x="2073250" y="4513151"/>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47" name="Google Shape;1447;p40"/>
          <p:cNvSpPr/>
          <p:nvPr/>
        </p:nvSpPr>
        <p:spPr>
          <a:xfrm>
            <a:off x="7026250" y="760301"/>
            <a:ext cx="153048" cy="1807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650862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EBF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740175"/>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5"/>
              </a:buClr>
              <a:buSzPts val="3100"/>
              <a:buFont typeface="Baloo 2"/>
              <a:buNone/>
              <a:defRPr sz="3100" b="1">
                <a:solidFill>
                  <a:schemeClr val="accent5"/>
                </a:solidFill>
                <a:latin typeface="Baloo 2"/>
                <a:ea typeface="Baloo 2"/>
                <a:cs typeface="Baloo 2"/>
                <a:sym typeface="Baloo 2"/>
              </a:defRPr>
            </a:lvl1pPr>
            <a:lvl2pPr lvl="1"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2pPr>
            <a:lvl3pPr lvl="2"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3pPr>
            <a:lvl4pPr lvl="3"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4pPr>
            <a:lvl5pPr lvl="4"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5pPr>
            <a:lvl6pPr lvl="5"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6pPr>
            <a:lvl7pPr lvl="6"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7pPr>
            <a:lvl8pPr lvl="7"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8pPr>
            <a:lvl9pPr lvl="8"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720000" y="1304475"/>
            <a:ext cx="7704000" cy="32988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1pPr>
            <a:lvl2pPr marL="914400" lvl="1"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2pPr>
            <a:lvl3pPr marL="1371600" lvl="2"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3pPr>
            <a:lvl4pPr marL="1828800" lvl="3"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4pPr>
            <a:lvl5pPr marL="2286000" lvl="4"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5pPr>
            <a:lvl6pPr marL="2743200" lvl="5"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6pPr>
            <a:lvl7pPr marL="3200400" lvl="6"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7pPr>
            <a:lvl8pPr marL="3657600" lvl="7"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8pPr>
            <a:lvl9pPr marL="4114800" lvl="8" indent="-317500">
              <a:lnSpc>
                <a:spcPct val="100000"/>
              </a:lnSpc>
              <a:spcBef>
                <a:spcPts val="1600"/>
              </a:spcBef>
              <a:spcAft>
                <a:spcPts val="1600"/>
              </a:spcAft>
              <a:buClr>
                <a:schemeClr val="dk1"/>
              </a:buClr>
              <a:buSzPts val="1400"/>
              <a:buFont typeface="ABeeZee"/>
              <a:buChar char="■"/>
              <a:defRPr>
                <a:solidFill>
                  <a:schemeClr val="dk1"/>
                </a:solidFill>
                <a:latin typeface="ABeeZee"/>
                <a:ea typeface="ABeeZee"/>
                <a:cs typeface="ABeeZee"/>
                <a:sym typeface="ABeeZee"/>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5" r:id="rId2"/>
    <p:sldLayoutId id="2147483656" r:id="rId3"/>
    <p:sldLayoutId id="2147483658" r:id="rId4"/>
    <p:sldLayoutId id="2147483659" r:id="rId5"/>
    <p:sldLayoutId id="2147483660" r:id="rId6"/>
    <p:sldLayoutId id="2147483661" r:id="rId7"/>
    <p:sldLayoutId id="2147483673" r:id="rId8"/>
    <p:sldLayoutId id="2147483674" r:id="rId9"/>
    <p:sldLayoutId id="2147483675" r:id="rId10"/>
    <p:sldLayoutId id="2147483680" r:id="rId11"/>
    <p:sldLayoutId id="2147483683" r:id="rId12"/>
    <p:sldLayoutId id="214748368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EBF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740175"/>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5"/>
              </a:buClr>
              <a:buSzPts val="3100"/>
              <a:buFont typeface="Baloo 2"/>
              <a:buNone/>
              <a:defRPr sz="3100" b="1">
                <a:solidFill>
                  <a:schemeClr val="accent5"/>
                </a:solidFill>
                <a:latin typeface="Baloo 2"/>
                <a:ea typeface="Baloo 2"/>
                <a:cs typeface="Baloo 2"/>
                <a:sym typeface="Baloo 2"/>
              </a:defRPr>
            </a:lvl1pPr>
            <a:lvl2pPr lvl="1"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2pPr>
            <a:lvl3pPr lvl="2"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3pPr>
            <a:lvl4pPr lvl="3"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4pPr>
            <a:lvl5pPr lvl="4"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5pPr>
            <a:lvl6pPr lvl="5"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6pPr>
            <a:lvl7pPr lvl="6"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7pPr>
            <a:lvl8pPr lvl="7"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8pPr>
            <a:lvl9pPr lvl="8" rtl="0">
              <a:spcBef>
                <a:spcPts val="0"/>
              </a:spcBef>
              <a:spcAft>
                <a:spcPts val="0"/>
              </a:spcAft>
              <a:buClr>
                <a:schemeClr val="dk1"/>
              </a:buClr>
              <a:buSzPts val="3100"/>
              <a:buFont typeface="Merriweather Black"/>
              <a:buNone/>
              <a:defRPr sz="31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720000" y="1304475"/>
            <a:ext cx="7704000" cy="32988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1pPr>
            <a:lvl2pPr marL="914400" lvl="1"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2pPr>
            <a:lvl3pPr marL="1371600" lvl="2"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3pPr>
            <a:lvl4pPr marL="1828800" lvl="3"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4pPr>
            <a:lvl5pPr marL="2286000" lvl="4"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5pPr>
            <a:lvl6pPr marL="2743200" lvl="5"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6pPr>
            <a:lvl7pPr marL="3200400" lvl="6"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7pPr>
            <a:lvl8pPr marL="3657600" lvl="7" indent="-317500">
              <a:lnSpc>
                <a:spcPct val="100000"/>
              </a:lnSpc>
              <a:spcBef>
                <a:spcPts val="1600"/>
              </a:spcBef>
              <a:spcAft>
                <a:spcPts val="0"/>
              </a:spcAft>
              <a:buClr>
                <a:schemeClr val="dk1"/>
              </a:buClr>
              <a:buSzPts val="1400"/>
              <a:buFont typeface="ABeeZee"/>
              <a:buChar char="○"/>
              <a:defRPr>
                <a:solidFill>
                  <a:schemeClr val="dk1"/>
                </a:solidFill>
                <a:latin typeface="ABeeZee"/>
                <a:ea typeface="ABeeZee"/>
                <a:cs typeface="ABeeZee"/>
                <a:sym typeface="ABeeZee"/>
              </a:defRPr>
            </a:lvl8pPr>
            <a:lvl9pPr marL="4114800" lvl="8" indent="-317500">
              <a:lnSpc>
                <a:spcPct val="100000"/>
              </a:lnSpc>
              <a:spcBef>
                <a:spcPts val="1600"/>
              </a:spcBef>
              <a:spcAft>
                <a:spcPts val="1600"/>
              </a:spcAft>
              <a:buClr>
                <a:schemeClr val="dk1"/>
              </a:buClr>
              <a:buSzPts val="1400"/>
              <a:buFont typeface="ABeeZee"/>
              <a:buChar char="■"/>
              <a:defRPr>
                <a:solidFill>
                  <a:schemeClr val="dk1"/>
                </a:solidFill>
                <a:latin typeface="ABeeZee"/>
                <a:ea typeface="ABeeZee"/>
                <a:cs typeface="ABeeZee"/>
                <a:sym typeface="ABeeZee"/>
              </a:defRPr>
            </a:lvl9pPr>
          </a:lstStyle>
          <a:p>
            <a:endParaRPr/>
          </a:p>
        </p:txBody>
      </p:sp>
    </p:spTree>
    <p:extLst>
      <p:ext uri="{BB962C8B-B14F-4D97-AF65-F5344CB8AC3E}">
        <p14:creationId xmlns:p14="http://schemas.microsoft.com/office/powerpoint/2010/main" val="1177781019"/>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9BC">
            <a:alpha val="30360"/>
          </a:srgbClr>
        </a:solidFill>
        <a:effectLst/>
      </p:bgPr>
    </p:bg>
    <p:spTree>
      <p:nvGrpSpPr>
        <p:cNvPr id="1" name="Shape 1457"/>
        <p:cNvGrpSpPr/>
        <p:nvPr/>
      </p:nvGrpSpPr>
      <p:grpSpPr>
        <a:xfrm>
          <a:off x="0" y="0"/>
          <a:ext cx="0" cy="0"/>
          <a:chOff x="0" y="0"/>
          <a:chExt cx="0" cy="0"/>
        </a:xfrm>
      </p:grpSpPr>
      <p:grpSp>
        <p:nvGrpSpPr>
          <p:cNvPr id="1459" name="Google Shape;1459;p44"/>
          <p:cNvGrpSpPr/>
          <p:nvPr/>
        </p:nvGrpSpPr>
        <p:grpSpPr>
          <a:xfrm rot="2576083">
            <a:off x="4799449" y="3835547"/>
            <a:ext cx="1188522" cy="1535887"/>
            <a:chOff x="5543700" y="1778175"/>
            <a:chExt cx="396425" cy="512275"/>
          </a:xfrm>
        </p:grpSpPr>
        <p:sp>
          <p:nvSpPr>
            <p:cNvPr id="1460" name="Google Shape;1460;p44"/>
            <p:cNvSpPr/>
            <p:nvPr/>
          </p:nvSpPr>
          <p:spPr>
            <a:xfrm>
              <a:off x="5757250" y="1784975"/>
              <a:ext cx="176150" cy="157550"/>
            </a:xfrm>
            <a:custGeom>
              <a:avLst/>
              <a:gdLst/>
              <a:ahLst/>
              <a:cxnLst/>
              <a:rect l="l" t="t" r="r" b="b"/>
              <a:pathLst>
                <a:path w="7046" h="6302" extrusionOk="0">
                  <a:moveTo>
                    <a:pt x="1929" y="0"/>
                  </a:moveTo>
                  <a:lnTo>
                    <a:pt x="0" y="3392"/>
                  </a:lnTo>
                  <a:lnTo>
                    <a:pt x="5117" y="6301"/>
                  </a:lnTo>
                  <a:lnTo>
                    <a:pt x="7046" y="2909"/>
                  </a:lnTo>
                  <a:lnTo>
                    <a:pt x="1929" y="0"/>
                  </a:ln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61" name="Google Shape;1461;p44"/>
            <p:cNvSpPr/>
            <p:nvPr/>
          </p:nvSpPr>
          <p:spPr>
            <a:xfrm>
              <a:off x="5795500" y="1833000"/>
              <a:ext cx="43125" cy="34800"/>
            </a:xfrm>
            <a:custGeom>
              <a:avLst/>
              <a:gdLst/>
              <a:ahLst/>
              <a:cxnLst/>
              <a:rect l="l" t="t" r="r" b="b"/>
              <a:pathLst>
                <a:path w="1725" h="1392" extrusionOk="0">
                  <a:moveTo>
                    <a:pt x="347" y="0"/>
                  </a:moveTo>
                  <a:lnTo>
                    <a:pt x="1" y="608"/>
                  </a:lnTo>
                  <a:lnTo>
                    <a:pt x="1379" y="1391"/>
                  </a:lnTo>
                  <a:lnTo>
                    <a:pt x="1724" y="783"/>
                  </a:lnTo>
                  <a:lnTo>
                    <a:pt x="347" y="0"/>
                  </a:ln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62" name="Google Shape;1462;p44"/>
            <p:cNvSpPr/>
            <p:nvPr/>
          </p:nvSpPr>
          <p:spPr>
            <a:xfrm>
              <a:off x="5851825" y="1864775"/>
              <a:ext cx="43100" cy="34825"/>
            </a:xfrm>
            <a:custGeom>
              <a:avLst/>
              <a:gdLst/>
              <a:ahLst/>
              <a:cxnLst/>
              <a:rect l="l" t="t" r="r" b="b"/>
              <a:pathLst>
                <a:path w="1724" h="1393" extrusionOk="0">
                  <a:moveTo>
                    <a:pt x="346" y="0"/>
                  </a:moveTo>
                  <a:lnTo>
                    <a:pt x="0" y="609"/>
                  </a:lnTo>
                  <a:lnTo>
                    <a:pt x="1378" y="1392"/>
                  </a:lnTo>
                  <a:lnTo>
                    <a:pt x="1724" y="783"/>
                  </a:lnTo>
                  <a:lnTo>
                    <a:pt x="346" y="0"/>
                  </a:ln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63" name="Google Shape;1463;p44"/>
            <p:cNvSpPr/>
            <p:nvPr/>
          </p:nvSpPr>
          <p:spPr>
            <a:xfrm>
              <a:off x="5757025" y="1850925"/>
              <a:ext cx="138750" cy="91700"/>
            </a:xfrm>
            <a:custGeom>
              <a:avLst/>
              <a:gdLst/>
              <a:ahLst/>
              <a:cxnLst/>
              <a:rect l="l" t="t" r="r" b="b"/>
              <a:pathLst>
                <a:path w="5550" h="3668" extrusionOk="0">
                  <a:moveTo>
                    <a:pt x="432" y="1"/>
                  </a:moveTo>
                  <a:lnTo>
                    <a:pt x="1" y="758"/>
                  </a:lnTo>
                  <a:lnTo>
                    <a:pt x="5118" y="3667"/>
                  </a:lnTo>
                  <a:lnTo>
                    <a:pt x="5549" y="2910"/>
                  </a:lnTo>
                  <a:lnTo>
                    <a:pt x="432" y="1"/>
                  </a:lnTo>
                  <a:close/>
                </a:path>
              </a:pathLst>
            </a:custGeom>
            <a:solidFill>
              <a:srgbClr val="9EA2E0">
                <a:alpha val="26789"/>
              </a:srgbClr>
            </a:solidFill>
            <a:ln>
              <a:noFill/>
            </a:ln>
          </p:spPr>
          <p:txBody>
            <a:bodyPr spcFirstLastPara="1" wrap="square" lIns="91425" tIns="91425" rIns="91425" bIns="91425" anchor="ctr" anchorCtr="0">
              <a:noAutofit/>
            </a:bodyPr>
            <a:lstStyle/>
            <a:p>
              <a:pPr defTabSz="914378"/>
              <a:endParaRPr dirty="0">
                <a:ea typeface="+mn-ea"/>
              </a:endParaRPr>
            </a:p>
          </p:txBody>
        </p:sp>
        <p:sp>
          <p:nvSpPr>
            <p:cNvPr id="1464" name="Google Shape;1464;p44"/>
            <p:cNvSpPr/>
            <p:nvPr/>
          </p:nvSpPr>
          <p:spPr>
            <a:xfrm>
              <a:off x="5750150" y="1778175"/>
              <a:ext cx="189975" cy="171400"/>
            </a:xfrm>
            <a:custGeom>
              <a:avLst/>
              <a:gdLst/>
              <a:ahLst/>
              <a:cxnLst/>
              <a:rect l="l" t="t" r="r" b="b"/>
              <a:pathLst>
                <a:path w="7599" h="6856" extrusionOk="0">
                  <a:moveTo>
                    <a:pt x="2280" y="553"/>
                  </a:moveTo>
                  <a:lnTo>
                    <a:pt x="7045" y="3260"/>
                  </a:lnTo>
                  <a:lnTo>
                    <a:pt x="5316" y="6300"/>
                  </a:lnTo>
                  <a:lnTo>
                    <a:pt x="552" y="3592"/>
                  </a:lnTo>
                  <a:lnTo>
                    <a:pt x="2280" y="553"/>
                  </a:lnTo>
                  <a:close/>
                  <a:moveTo>
                    <a:pt x="2129" y="1"/>
                  </a:moveTo>
                  <a:lnTo>
                    <a:pt x="0" y="3746"/>
                  </a:lnTo>
                  <a:lnTo>
                    <a:pt x="5470" y="6855"/>
                  </a:lnTo>
                  <a:lnTo>
                    <a:pt x="7598" y="3110"/>
                  </a:lnTo>
                  <a:lnTo>
                    <a:pt x="2129" y="1"/>
                  </a:ln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65" name="Google Shape;1465;p44"/>
            <p:cNvSpPr/>
            <p:nvPr/>
          </p:nvSpPr>
          <p:spPr>
            <a:xfrm>
              <a:off x="5549250" y="1858025"/>
              <a:ext cx="355600" cy="427275"/>
            </a:xfrm>
            <a:custGeom>
              <a:avLst/>
              <a:gdLst/>
              <a:ahLst/>
              <a:cxnLst/>
              <a:rect l="l" t="t" r="r" b="b"/>
              <a:pathLst>
                <a:path w="14224" h="17091" extrusionOk="0">
                  <a:moveTo>
                    <a:pt x="7478" y="1"/>
                  </a:moveTo>
                  <a:lnTo>
                    <a:pt x="1060" y="11294"/>
                  </a:lnTo>
                  <a:cubicBezTo>
                    <a:pt x="0" y="13156"/>
                    <a:pt x="652" y="15524"/>
                    <a:pt x="2515" y="16583"/>
                  </a:cubicBezTo>
                  <a:cubicBezTo>
                    <a:pt x="3120" y="16927"/>
                    <a:pt x="3779" y="17091"/>
                    <a:pt x="4429" y="17091"/>
                  </a:cubicBezTo>
                  <a:cubicBezTo>
                    <a:pt x="5779" y="17091"/>
                    <a:pt x="7090" y="16385"/>
                    <a:pt x="7805" y="15128"/>
                  </a:cubicBezTo>
                  <a:lnTo>
                    <a:pt x="14223" y="3835"/>
                  </a:lnTo>
                  <a:lnTo>
                    <a:pt x="7478" y="1"/>
                  </a:lnTo>
                  <a:close/>
                </a:path>
              </a:pathLst>
            </a:custGeom>
            <a:solidFill>
              <a:schemeClr val="dk2"/>
            </a:solidFill>
            <a:ln>
              <a:noFill/>
            </a:ln>
          </p:spPr>
          <p:txBody>
            <a:bodyPr spcFirstLastPara="1" wrap="square" lIns="91425" tIns="91425" rIns="91425" bIns="91425" anchor="ctr" anchorCtr="0">
              <a:noAutofit/>
            </a:bodyPr>
            <a:lstStyle/>
            <a:p>
              <a:pPr defTabSz="914378"/>
              <a:endParaRPr dirty="0">
                <a:ea typeface="+mn-ea"/>
              </a:endParaRPr>
            </a:p>
          </p:txBody>
        </p:sp>
        <p:sp>
          <p:nvSpPr>
            <p:cNvPr id="1466" name="Google Shape;1466;p44"/>
            <p:cNvSpPr/>
            <p:nvPr/>
          </p:nvSpPr>
          <p:spPr>
            <a:xfrm>
              <a:off x="5612600" y="1906250"/>
              <a:ext cx="292250" cy="379025"/>
            </a:xfrm>
            <a:custGeom>
              <a:avLst/>
              <a:gdLst/>
              <a:ahLst/>
              <a:cxnLst/>
              <a:rect l="l" t="t" r="r" b="b"/>
              <a:pathLst>
                <a:path w="11690" h="15161" extrusionOk="0">
                  <a:moveTo>
                    <a:pt x="8337" y="0"/>
                  </a:moveTo>
                  <a:lnTo>
                    <a:pt x="1" y="14664"/>
                  </a:lnTo>
                  <a:cubicBezTo>
                    <a:pt x="601" y="15001"/>
                    <a:pt x="1252" y="15161"/>
                    <a:pt x="1895" y="15161"/>
                  </a:cubicBezTo>
                  <a:cubicBezTo>
                    <a:pt x="3245" y="15161"/>
                    <a:pt x="4556" y="14455"/>
                    <a:pt x="5271" y="13199"/>
                  </a:cubicBezTo>
                  <a:lnTo>
                    <a:pt x="11689" y="1906"/>
                  </a:lnTo>
                  <a:lnTo>
                    <a:pt x="8337" y="0"/>
                  </a:lnTo>
                  <a:close/>
                </a:path>
              </a:pathLst>
            </a:custGeom>
            <a:solidFill>
              <a:schemeClr val="accent6"/>
            </a:solidFill>
            <a:ln>
              <a:noFill/>
            </a:ln>
          </p:spPr>
          <p:txBody>
            <a:bodyPr spcFirstLastPara="1" wrap="square" lIns="91425" tIns="91425" rIns="91425" bIns="91425" anchor="ctr" anchorCtr="0">
              <a:noAutofit/>
            </a:bodyPr>
            <a:lstStyle/>
            <a:p>
              <a:pPr defTabSz="914378"/>
              <a:endParaRPr dirty="0">
                <a:ea typeface="+mn-ea"/>
              </a:endParaRPr>
            </a:p>
          </p:txBody>
        </p:sp>
        <p:sp>
          <p:nvSpPr>
            <p:cNvPr id="1467" name="Google Shape;1467;p44"/>
            <p:cNvSpPr/>
            <p:nvPr/>
          </p:nvSpPr>
          <p:spPr>
            <a:xfrm>
              <a:off x="5604750" y="1945300"/>
              <a:ext cx="297100" cy="336300"/>
            </a:xfrm>
            <a:custGeom>
              <a:avLst/>
              <a:gdLst/>
              <a:ahLst/>
              <a:cxnLst/>
              <a:rect l="l" t="t" r="r" b="b"/>
              <a:pathLst>
                <a:path w="11884" h="13452" extrusionOk="0">
                  <a:moveTo>
                    <a:pt x="11531" y="1"/>
                  </a:moveTo>
                  <a:lnTo>
                    <a:pt x="5217" y="11107"/>
                  </a:lnTo>
                  <a:cubicBezTo>
                    <a:pt x="4675" y="12063"/>
                    <a:pt x="3898" y="12695"/>
                    <a:pt x="2972" y="12938"/>
                  </a:cubicBezTo>
                  <a:cubicBezTo>
                    <a:pt x="2698" y="13010"/>
                    <a:pt x="2416" y="13045"/>
                    <a:pt x="2133" y="13045"/>
                  </a:cubicBezTo>
                  <a:cubicBezTo>
                    <a:pt x="1481" y="13045"/>
                    <a:pt x="819" y="12857"/>
                    <a:pt x="210" y="12490"/>
                  </a:cubicBezTo>
                  <a:lnTo>
                    <a:pt x="0" y="12838"/>
                  </a:lnTo>
                  <a:cubicBezTo>
                    <a:pt x="34" y="12858"/>
                    <a:pt x="65" y="12876"/>
                    <a:pt x="98" y="12895"/>
                  </a:cubicBezTo>
                  <a:cubicBezTo>
                    <a:pt x="746" y="13263"/>
                    <a:pt x="1443" y="13452"/>
                    <a:pt x="2133" y="13452"/>
                  </a:cubicBezTo>
                  <a:cubicBezTo>
                    <a:pt x="2451" y="13452"/>
                    <a:pt x="2767" y="13412"/>
                    <a:pt x="3075" y="13330"/>
                  </a:cubicBezTo>
                  <a:cubicBezTo>
                    <a:pt x="4109" y="13059"/>
                    <a:pt x="4971" y="12360"/>
                    <a:pt x="5570" y="11308"/>
                  </a:cubicBezTo>
                  <a:lnTo>
                    <a:pt x="11883" y="201"/>
                  </a:lnTo>
                  <a:lnTo>
                    <a:pt x="11531" y="1"/>
                  </a:lnTo>
                  <a:close/>
                </a:path>
              </a:pathLst>
            </a:custGeom>
            <a:solidFill>
              <a:srgbClr val="474DA2">
                <a:alpha val="20830"/>
              </a:srgbClr>
            </a:solidFill>
            <a:ln>
              <a:noFill/>
            </a:ln>
          </p:spPr>
          <p:txBody>
            <a:bodyPr spcFirstLastPara="1" wrap="square" lIns="91425" tIns="91425" rIns="91425" bIns="91425" anchor="ctr" anchorCtr="0">
              <a:noAutofit/>
            </a:bodyPr>
            <a:lstStyle/>
            <a:p>
              <a:pPr defTabSz="914378"/>
              <a:endParaRPr dirty="0">
                <a:ea typeface="+mn-ea"/>
              </a:endParaRPr>
            </a:p>
          </p:txBody>
        </p:sp>
        <p:sp>
          <p:nvSpPr>
            <p:cNvPr id="1468" name="Google Shape;1468;p44"/>
            <p:cNvSpPr/>
            <p:nvPr/>
          </p:nvSpPr>
          <p:spPr>
            <a:xfrm>
              <a:off x="5817025" y="1952675"/>
              <a:ext cx="64825" cy="42850"/>
            </a:xfrm>
            <a:custGeom>
              <a:avLst/>
              <a:gdLst/>
              <a:ahLst/>
              <a:cxnLst/>
              <a:rect l="l" t="t" r="r" b="b"/>
              <a:pathLst>
                <a:path w="2593" h="1714" extrusionOk="0">
                  <a:moveTo>
                    <a:pt x="201" y="0"/>
                  </a:moveTo>
                  <a:lnTo>
                    <a:pt x="0" y="354"/>
                  </a:lnTo>
                  <a:lnTo>
                    <a:pt x="2392" y="1713"/>
                  </a:lnTo>
                  <a:lnTo>
                    <a:pt x="2593" y="1360"/>
                  </a:lnTo>
                  <a:lnTo>
                    <a:pt x="201" y="0"/>
                  </a:ln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69" name="Google Shape;1469;p44"/>
            <p:cNvSpPr/>
            <p:nvPr/>
          </p:nvSpPr>
          <p:spPr>
            <a:xfrm>
              <a:off x="5834350" y="1922175"/>
              <a:ext cx="64850" cy="42850"/>
            </a:xfrm>
            <a:custGeom>
              <a:avLst/>
              <a:gdLst/>
              <a:ahLst/>
              <a:cxnLst/>
              <a:rect l="l" t="t" r="r" b="b"/>
              <a:pathLst>
                <a:path w="2594" h="1714" extrusionOk="0">
                  <a:moveTo>
                    <a:pt x="202" y="1"/>
                  </a:moveTo>
                  <a:lnTo>
                    <a:pt x="1" y="353"/>
                  </a:lnTo>
                  <a:lnTo>
                    <a:pt x="2392" y="1714"/>
                  </a:lnTo>
                  <a:lnTo>
                    <a:pt x="2593" y="1360"/>
                  </a:lnTo>
                  <a:lnTo>
                    <a:pt x="202" y="1"/>
                  </a:ln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70" name="Google Shape;1470;p44"/>
            <p:cNvSpPr/>
            <p:nvPr/>
          </p:nvSpPr>
          <p:spPr>
            <a:xfrm>
              <a:off x="5811850" y="1961675"/>
              <a:ext cx="64825" cy="42825"/>
            </a:xfrm>
            <a:custGeom>
              <a:avLst/>
              <a:gdLst/>
              <a:ahLst/>
              <a:cxnLst/>
              <a:rect l="l" t="t" r="r" b="b"/>
              <a:pathLst>
                <a:path w="2593" h="1713" extrusionOk="0">
                  <a:moveTo>
                    <a:pt x="200" y="0"/>
                  </a:moveTo>
                  <a:lnTo>
                    <a:pt x="0" y="353"/>
                  </a:lnTo>
                  <a:lnTo>
                    <a:pt x="2393" y="1713"/>
                  </a:lnTo>
                  <a:lnTo>
                    <a:pt x="2593" y="1360"/>
                  </a:lnTo>
                  <a:lnTo>
                    <a:pt x="200" y="0"/>
                  </a:lnTo>
                  <a:close/>
                </a:path>
              </a:pathLst>
            </a:custGeom>
            <a:solidFill>
              <a:srgbClr val="474DA2">
                <a:alpha val="20830"/>
              </a:srgbClr>
            </a:solidFill>
            <a:ln>
              <a:noFill/>
            </a:ln>
          </p:spPr>
          <p:txBody>
            <a:bodyPr spcFirstLastPara="1" wrap="square" lIns="91425" tIns="91425" rIns="91425" bIns="91425" anchor="ctr" anchorCtr="0">
              <a:noAutofit/>
            </a:bodyPr>
            <a:lstStyle/>
            <a:p>
              <a:pPr defTabSz="914378"/>
              <a:endParaRPr dirty="0">
                <a:ea typeface="+mn-ea"/>
              </a:endParaRPr>
            </a:p>
          </p:txBody>
        </p:sp>
        <p:sp>
          <p:nvSpPr>
            <p:cNvPr id="1471" name="Google Shape;1471;p44"/>
            <p:cNvSpPr/>
            <p:nvPr/>
          </p:nvSpPr>
          <p:spPr>
            <a:xfrm>
              <a:off x="5715375" y="1894975"/>
              <a:ext cx="64825" cy="42825"/>
            </a:xfrm>
            <a:custGeom>
              <a:avLst/>
              <a:gdLst/>
              <a:ahLst/>
              <a:cxnLst/>
              <a:rect l="l" t="t" r="r" b="b"/>
              <a:pathLst>
                <a:path w="2593" h="1713" extrusionOk="0">
                  <a:moveTo>
                    <a:pt x="201" y="0"/>
                  </a:moveTo>
                  <a:lnTo>
                    <a:pt x="0" y="354"/>
                  </a:lnTo>
                  <a:lnTo>
                    <a:pt x="2393" y="1713"/>
                  </a:lnTo>
                  <a:lnTo>
                    <a:pt x="2593" y="1359"/>
                  </a:lnTo>
                  <a:lnTo>
                    <a:pt x="201" y="0"/>
                  </a:ln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72" name="Google Shape;1472;p44"/>
            <p:cNvSpPr/>
            <p:nvPr/>
          </p:nvSpPr>
          <p:spPr>
            <a:xfrm>
              <a:off x="5593050" y="1864900"/>
              <a:ext cx="210750" cy="260425"/>
            </a:xfrm>
            <a:custGeom>
              <a:avLst/>
              <a:gdLst/>
              <a:ahLst/>
              <a:cxnLst/>
              <a:rect l="l" t="t" r="r" b="b"/>
              <a:pathLst>
                <a:path w="8430" h="10417" extrusionOk="0">
                  <a:moveTo>
                    <a:pt x="5805" y="1"/>
                  </a:moveTo>
                  <a:lnTo>
                    <a:pt x="56" y="10114"/>
                  </a:lnTo>
                  <a:cubicBezTo>
                    <a:pt x="0" y="10211"/>
                    <a:pt x="35" y="10335"/>
                    <a:pt x="132" y="10390"/>
                  </a:cubicBezTo>
                  <a:cubicBezTo>
                    <a:pt x="163" y="10408"/>
                    <a:pt x="198" y="10416"/>
                    <a:pt x="232" y="10416"/>
                  </a:cubicBezTo>
                  <a:cubicBezTo>
                    <a:pt x="302" y="10416"/>
                    <a:pt x="371" y="10379"/>
                    <a:pt x="409" y="10314"/>
                  </a:cubicBezTo>
                  <a:lnTo>
                    <a:pt x="5958" y="553"/>
                  </a:lnTo>
                  <a:lnTo>
                    <a:pt x="8098" y="1770"/>
                  </a:lnTo>
                  <a:cubicBezTo>
                    <a:pt x="8129" y="1788"/>
                    <a:pt x="8163" y="1796"/>
                    <a:pt x="8197" y="1796"/>
                  </a:cubicBezTo>
                  <a:cubicBezTo>
                    <a:pt x="8268" y="1796"/>
                    <a:pt x="8336" y="1759"/>
                    <a:pt x="8373" y="1693"/>
                  </a:cubicBezTo>
                  <a:cubicBezTo>
                    <a:pt x="8429" y="1596"/>
                    <a:pt x="8395" y="1472"/>
                    <a:pt x="8298" y="1418"/>
                  </a:cubicBezTo>
                  <a:lnTo>
                    <a:pt x="5805" y="1"/>
                  </a:ln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73" name="Google Shape;1473;p44"/>
            <p:cNvSpPr/>
            <p:nvPr/>
          </p:nvSpPr>
          <p:spPr>
            <a:xfrm>
              <a:off x="5728275" y="1890950"/>
              <a:ext cx="56650" cy="38100"/>
            </a:xfrm>
            <a:custGeom>
              <a:avLst/>
              <a:gdLst/>
              <a:ahLst/>
              <a:cxnLst/>
              <a:rect l="l" t="t" r="r" b="b"/>
              <a:pathLst>
                <a:path w="2266" h="1524" extrusionOk="0">
                  <a:moveTo>
                    <a:pt x="199" y="0"/>
                  </a:moveTo>
                  <a:lnTo>
                    <a:pt x="1" y="349"/>
                  </a:lnTo>
                  <a:lnTo>
                    <a:pt x="2068" y="1523"/>
                  </a:lnTo>
                  <a:lnTo>
                    <a:pt x="2266" y="1175"/>
                  </a:lnTo>
                  <a:lnTo>
                    <a:pt x="199" y="0"/>
                  </a:ln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74" name="Google Shape;1474;p44"/>
            <p:cNvSpPr/>
            <p:nvPr/>
          </p:nvSpPr>
          <p:spPr>
            <a:xfrm>
              <a:off x="5543700" y="1851225"/>
              <a:ext cx="368275" cy="439225"/>
            </a:xfrm>
            <a:custGeom>
              <a:avLst/>
              <a:gdLst/>
              <a:ahLst/>
              <a:cxnLst/>
              <a:rect l="l" t="t" r="r" b="b"/>
              <a:pathLst>
                <a:path w="14731" h="17569" extrusionOk="0">
                  <a:moveTo>
                    <a:pt x="7785" y="555"/>
                  </a:moveTo>
                  <a:lnTo>
                    <a:pt x="14176" y="4187"/>
                  </a:lnTo>
                  <a:lnTo>
                    <a:pt x="7857" y="15303"/>
                  </a:lnTo>
                  <a:cubicBezTo>
                    <a:pt x="7181" y="16493"/>
                    <a:pt x="5935" y="17162"/>
                    <a:pt x="4655" y="17162"/>
                  </a:cubicBezTo>
                  <a:cubicBezTo>
                    <a:pt x="4040" y="17162"/>
                    <a:pt x="3417" y="17008"/>
                    <a:pt x="2845" y="16683"/>
                  </a:cubicBezTo>
                  <a:cubicBezTo>
                    <a:pt x="1083" y="15682"/>
                    <a:pt x="463" y="13433"/>
                    <a:pt x="1466" y="11671"/>
                  </a:cubicBezTo>
                  <a:lnTo>
                    <a:pt x="7785" y="555"/>
                  </a:lnTo>
                  <a:close/>
                  <a:moveTo>
                    <a:pt x="7633" y="0"/>
                  </a:moveTo>
                  <a:lnTo>
                    <a:pt x="1114" y="11470"/>
                  </a:lnTo>
                  <a:cubicBezTo>
                    <a:pt x="0" y="13427"/>
                    <a:pt x="687" y="15922"/>
                    <a:pt x="2644" y="17036"/>
                  </a:cubicBezTo>
                  <a:cubicBezTo>
                    <a:pt x="3280" y="17397"/>
                    <a:pt x="3972" y="17568"/>
                    <a:pt x="4655" y="17568"/>
                  </a:cubicBezTo>
                  <a:cubicBezTo>
                    <a:pt x="6076" y="17568"/>
                    <a:pt x="7458" y="16826"/>
                    <a:pt x="8211" y="15505"/>
                  </a:cubicBezTo>
                  <a:lnTo>
                    <a:pt x="14730" y="4035"/>
                  </a:lnTo>
                  <a:lnTo>
                    <a:pt x="7633" y="0"/>
                  </a:ln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grpSp>
      <p:grpSp>
        <p:nvGrpSpPr>
          <p:cNvPr id="1475" name="Google Shape;1475;p44"/>
          <p:cNvGrpSpPr/>
          <p:nvPr/>
        </p:nvGrpSpPr>
        <p:grpSpPr>
          <a:xfrm rot="-1462290">
            <a:off x="-279194" y="1432978"/>
            <a:ext cx="2067112" cy="4087673"/>
            <a:chOff x="5567250" y="491925"/>
            <a:chExt cx="455150" cy="900050"/>
          </a:xfrm>
        </p:grpSpPr>
        <p:sp>
          <p:nvSpPr>
            <p:cNvPr id="1476" name="Google Shape;1476;p44"/>
            <p:cNvSpPr/>
            <p:nvPr/>
          </p:nvSpPr>
          <p:spPr>
            <a:xfrm>
              <a:off x="5567250" y="491925"/>
              <a:ext cx="277375" cy="483425"/>
            </a:xfrm>
            <a:custGeom>
              <a:avLst/>
              <a:gdLst/>
              <a:ahLst/>
              <a:cxnLst/>
              <a:rect l="l" t="t" r="r" b="b"/>
              <a:pathLst>
                <a:path w="11095" h="19337" extrusionOk="0">
                  <a:moveTo>
                    <a:pt x="7913" y="0"/>
                  </a:moveTo>
                  <a:lnTo>
                    <a:pt x="7913" y="649"/>
                  </a:lnTo>
                  <a:lnTo>
                    <a:pt x="9268" y="649"/>
                  </a:lnTo>
                  <a:cubicBezTo>
                    <a:pt x="9641" y="649"/>
                    <a:pt x="9936" y="782"/>
                    <a:pt x="10146" y="1046"/>
                  </a:cubicBezTo>
                  <a:cubicBezTo>
                    <a:pt x="10340" y="1288"/>
                    <a:pt x="10446" y="1626"/>
                    <a:pt x="10446" y="1994"/>
                  </a:cubicBezTo>
                  <a:cubicBezTo>
                    <a:pt x="10446" y="2699"/>
                    <a:pt x="10041" y="3413"/>
                    <a:pt x="9268" y="3413"/>
                  </a:cubicBezTo>
                  <a:lnTo>
                    <a:pt x="3201" y="3413"/>
                  </a:lnTo>
                  <a:cubicBezTo>
                    <a:pt x="2305" y="3413"/>
                    <a:pt x="1550" y="3666"/>
                    <a:pt x="1015" y="4141"/>
                  </a:cubicBezTo>
                  <a:cubicBezTo>
                    <a:pt x="527" y="4578"/>
                    <a:pt x="258" y="5170"/>
                    <a:pt x="258" y="5811"/>
                  </a:cubicBezTo>
                  <a:cubicBezTo>
                    <a:pt x="258" y="7028"/>
                    <a:pt x="1269" y="8260"/>
                    <a:pt x="3201" y="8260"/>
                  </a:cubicBezTo>
                  <a:lnTo>
                    <a:pt x="8179" y="8260"/>
                  </a:lnTo>
                  <a:cubicBezTo>
                    <a:pt x="9645" y="8260"/>
                    <a:pt x="10301" y="9428"/>
                    <a:pt x="10301" y="10587"/>
                  </a:cubicBezTo>
                  <a:cubicBezTo>
                    <a:pt x="10301" y="11742"/>
                    <a:pt x="9637" y="12986"/>
                    <a:pt x="8179" y="12986"/>
                  </a:cubicBezTo>
                  <a:lnTo>
                    <a:pt x="3144" y="12986"/>
                  </a:lnTo>
                  <a:cubicBezTo>
                    <a:pt x="2171" y="12986"/>
                    <a:pt x="1357" y="13270"/>
                    <a:pt x="789" y="13807"/>
                  </a:cubicBezTo>
                  <a:cubicBezTo>
                    <a:pt x="280" y="14287"/>
                    <a:pt x="0" y="14941"/>
                    <a:pt x="0" y="15649"/>
                  </a:cubicBezTo>
                  <a:cubicBezTo>
                    <a:pt x="0" y="16928"/>
                    <a:pt x="995" y="18289"/>
                    <a:pt x="2840" y="18289"/>
                  </a:cubicBezTo>
                  <a:cubicBezTo>
                    <a:pt x="4276" y="18289"/>
                    <a:pt x="4775" y="19295"/>
                    <a:pt x="4795" y="19336"/>
                  </a:cubicBezTo>
                  <a:lnTo>
                    <a:pt x="5382" y="19067"/>
                  </a:lnTo>
                  <a:cubicBezTo>
                    <a:pt x="5356" y="19009"/>
                    <a:pt x="4702" y="17643"/>
                    <a:pt x="2838" y="17643"/>
                  </a:cubicBezTo>
                  <a:cubicBezTo>
                    <a:pt x="1400" y="17643"/>
                    <a:pt x="648" y="16642"/>
                    <a:pt x="648" y="15653"/>
                  </a:cubicBezTo>
                  <a:cubicBezTo>
                    <a:pt x="648" y="15125"/>
                    <a:pt x="857" y="14639"/>
                    <a:pt x="1235" y="14281"/>
                  </a:cubicBezTo>
                  <a:cubicBezTo>
                    <a:pt x="1681" y="13860"/>
                    <a:pt x="2340" y="13638"/>
                    <a:pt x="3144" y="13638"/>
                  </a:cubicBezTo>
                  <a:lnTo>
                    <a:pt x="8180" y="13638"/>
                  </a:lnTo>
                  <a:cubicBezTo>
                    <a:pt x="9999" y="13638"/>
                    <a:pt x="10951" y="12105"/>
                    <a:pt x="10951" y="10590"/>
                  </a:cubicBezTo>
                  <a:cubicBezTo>
                    <a:pt x="10951" y="9157"/>
                    <a:pt x="10084" y="7613"/>
                    <a:pt x="8180" y="7613"/>
                  </a:cubicBezTo>
                  <a:lnTo>
                    <a:pt x="3203" y="7613"/>
                  </a:lnTo>
                  <a:cubicBezTo>
                    <a:pt x="1625" y="7613"/>
                    <a:pt x="908" y="6680"/>
                    <a:pt x="908" y="5813"/>
                  </a:cubicBezTo>
                  <a:cubicBezTo>
                    <a:pt x="908" y="5361"/>
                    <a:pt x="1099" y="4940"/>
                    <a:pt x="1448" y="4629"/>
                  </a:cubicBezTo>
                  <a:cubicBezTo>
                    <a:pt x="1861" y="4259"/>
                    <a:pt x="2467" y="4065"/>
                    <a:pt x="3201" y="4065"/>
                  </a:cubicBezTo>
                  <a:lnTo>
                    <a:pt x="9268" y="4065"/>
                  </a:lnTo>
                  <a:cubicBezTo>
                    <a:pt x="10467" y="4065"/>
                    <a:pt x="11094" y="3023"/>
                    <a:pt x="11094" y="1995"/>
                  </a:cubicBezTo>
                  <a:cubicBezTo>
                    <a:pt x="11094" y="1480"/>
                    <a:pt x="10937" y="1000"/>
                    <a:pt x="10653" y="642"/>
                  </a:cubicBezTo>
                  <a:cubicBezTo>
                    <a:pt x="10320" y="222"/>
                    <a:pt x="9840" y="0"/>
                    <a:pt x="9268"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77" name="Google Shape;1477;p44"/>
            <p:cNvSpPr/>
            <p:nvPr/>
          </p:nvSpPr>
          <p:spPr>
            <a:xfrm>
              <a:off x="5700700" y="684175"/>
              <a:ext cx="137850" cy="71425"/>
            </a:xfrm>
            <a:custGeom>
              <a:avLst/>
              <a:gdLst/>
              <a:ahLst/>
              <a:cxnLst/>
              <a:rect l="l" t="t" r="r" b="b"/>
              <a:pathLst>
                <a:path w="5514" h="2857" extrusionOk="0">
                  <a:moveTo>
                    <a:pt x="81" y="0"/>
                  </a:moveTo>
                  <a:cubicBezTo>
                    <a:pt x="37" y="0"/>
                    <a:pt x="0" y="37"/>
                    <a:pt x="0" y="81"/>
                  </a:cubicBezTo>
                  <a:cubicBezTo>
                    <a:pt x="0" y="126"/>
                    <a:pt x="37" y="163"/>
                    <a:pt x="81" y="163"/>
                  </a:cubicBezTo>
                  <a:lnTo>
                    <a:pt x="2879" y="163"/>
                  </a:lnTo>
                  <a:cubicBezTo>
                    <a:pt x="4287" y="163"/>
                    <a:pt x="5350" y="1286"/>
                    <a:pt x="5350" y="2774"/>
                  </a:cubicBezTo>
                  <a:cubicBezTo>
                    <a:pt x="5350" y="2820"/>
                    <a:pt x="5387" y="2856"/>
                    <a:pt x="5431" y="2856"/>
                  </a:cubicBezTo>
                  <a:cubicBezTo>
                    <a:pt x="5476" y="2856"/>
                    <a:pt x="5513" y="2821"/>
                    <a:pt x="5512" y="2773"/>
                  </a:cubicBezTo>
                  <a:cubicBezTo>
                    <a:pt x="5512" y="1193"/>
                    <a:pt x="4379" y="0"/>
                    <a:pt x="2879" y="0"/>
                  </a:cubicBez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78" name="Google Shape;1478;p44"/>
            <p:cNvSpPr/>
            <p:nvPr/>
          </p:nvSpPr>
          <p:spPr>
            <a:xfrm>
              <a:off x="5577000" y="579975"/>
              <a:ext cx="102575" cy="55500"/>
            </a:xfrm>
            <a:custGeom>
              <a:avLst/>
              <a:gdLst/>
              <a:ahLst/>
              <a:cxnLst/>
              <a:rect l="l" t="t" r="r" b="b"/>
              <a:pathLst>
                <a:path w="4103" h="2220" extrusionOk="0">
                  <a:moveTo>
                    <a:pt x="2652" y="1"/>
                  </a:moveTo>
                  <a:cubicBezTo>
                    <a:pt x="1942" y="1"/>
                    <a:pt x="1272" y="239"/>
                    <a:pt x="762" y="671"/>
                  </a:cubicBezTo>
                  <a:cubicBezTo>
                    <a:pt x="278" y="1081"/>
                    <a:pt x="0" y="1617"/>
                    <a:pt x="0" y="2139"/>
                  </a:cubicBezTo>
                  <a:cubicBezTo>
                    <a:pt x="0" y="2184"/>
                    <a:pt x="37" y="2220"/>
                    <a:pt x="82" y="2220"/>
                  </a:cubicBezTo>
                  <a:cubicBezTo>
                    <a:pt x="127" y="2220"/>
                    <a:pt x="162" y="2184"/>
                    <a:pt x="163" y="2140"/>
                  </a:cubicBezTo>
                  <a:cubicBezTo>
                    <a:pt x="163" y="1665"/>
                    <a:pt x="420" y="1175"/>
                    <a:pt x="867" y="796"/>
                  </a:cubicBezTo>
                  <a:cubicBezTo>
                    <a:pt x="1349" y="388"/>
                    <a:pt x="1981" y="164"/>
                    <a:pt x="2652" y="164"/>
                  </a:cubicBezTo>
                  <a:lnTo>
                    <a:pt x="4021" y="164"/>
                  </a:lnTo>
                  <a:cubicBezTo>
                    <a:pt x="4066" y="164"/>
                    <a:pt x="4102" y="127"/>
                    <a:pt x="4102" y="82"/>
                  </a:cubicBezTo>
                  <a:cubicBezTo>
                    <a:pt x="4102" y="37"/>
                    <a:pt x="4066" y="1"/>
                    <a:pt x="4021" y="1"/>
                  </a:cubicBez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79" name="Google Shape;1479;p44"/>
            <p:cNvSpPr/>
            <p:nvPr/>
          </p:nvSpPr>
          <p:spPr>
            <a:xfrm>
              <a:off x="5579675" y="901900"/>
              <a:ext cx="104575" cy="52575"/>
            </a:xfrm>
            <a:custGeom>
              <a:avLst/>
              <a:gdLst/>
              <a:ahLst/>
              <a:cxnLst/>
              <a:rect l="l" t="t" r="r" b="b"/>
              <a:pathLst>
                <a:path w="4183" h="2103" extrusionOk="0">
                  <a:moveTo>
                    <a:pt x="94" y="0"/>
                  </a:moveTo>
                  <a:cubicBezTo>
                    <a:pt x="82" y="0"/>
                    <a:pt x="69" y="3"/>
                    <a:pt x="56" y="10"/>
                  </a:cubicBezTo>
                  <a:cubicBezTo>
                    <a:pt x="16" y="31"/>
                    <a:pt x="1" y="80"/>
                    <a:pt x="22" y="119"/>
                  </a:cubicBezTo>
                  <a:cubicBezTo>
                    <a:pt x="460" y="975"/>
                    <a:pt x="1201" y="1479"/>
                    <a:pt x="2054" y="1501"/>
                  </a:cubicBezTo>
                  <a:cubicBezTo>
                    <a:pt x="2082" y="1501"/>
                    <a:pt x="2110" y="1501"/>
                    <a:pt x="2137" y="1501"/>
                  </a:cubicBezTo>
                  <a:cubicBezTo>
                    <a:pt x="3385" y="1501"/>
                    <a:pt x="3902" y="1941"/>
                    <a:pt x="4033" y="2077"/>
                  </a:cubicBezTo>
                  <a:cubicBezTo>
                    <a:pt x="4049" y="2095"/>
                    <a:pt x="4070" y="2102"/>
                    <a:pt x="4091" y="2102"/>
                  </a:cubicBezTo>
                  <a:cubicBezTo>
                    <a:pt x="4111" y="2102"/>
                    <a:pt x="4131" y="2094"/>
                    <a:pt x="4148" y="2080"/>
                  </a:cubicBezTo>
                  <a:cubicBezTo>
                    <a:pt x="4181" y="2049"/>
                    <a:pt x="4183" y="1997"/>
                    <a:pt x="4151" y="1965"/>
                  </a:cubicBezTo>
                  <a:cubicBezTo>
                    <a:pt x="4008" y="1817"/>
                    <a:pt x="3446" y="1339"/>
                    <a:pt x="2139" y="1339"/>
                  </a:cubicBezTo>
                  <a:cubicBezTo>
                    <a:pt x="2112" y="1339"/>
                    <a:pt x="2084" y="1339"/>
                    <a:pt x="2055" y="1339"/>
                  </a:cubicBezTo>
                  <a:cubicBezTo>
                    <a:pt x="1255" y="1318"/>
                    <a:pt x="582" y="860"/>
                    <a:pt x="166" y="45"/>
                  </a:cubicBezTo>
                  <a:cubicBezTo>
                    <a:pt x="151" y="17"/>
                    <a:pt x="123" y="0"/>
                    <a:pt x="94" y="0"/>
                  </a:cubicBez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80" name="Google Shape;1480;p44"/>
            <p:cNvSpPr/>
            <p:nvPr/>
          </p:nvSpPr>
          <p:spPr>
            <a:xfrm>
              <a:off x="5571600" y="942975"/>
              <a:ext cx="450800" cy="444925"/>
            </a:xfrm>
            <a:custGeom>
              <a:avLst/>
              <a:gdLst/>
              <a:ahLst/>
              <a:cxnLst/>
              <a:rect l="l" t="t" r="r" b="b"/>
              <a:pathLst>
                <a:path w="18032" h="17797" extrusionOk="0">
                  <a:moveTo>
                    <a:pt x="7057" y="0"/>
                  </a:moveTo>
                  <a:cubicBezTo>
                    <a:pt x="6224" y="0"/>
                    <a:pt x="5424" y="186"/>
                    <a:pt x="4675" y="542"/>
                  </a:cubicBezTo>
                  <a:cubicBezTo>
                    <a:pt x="1363" y="2116"/>
                    <a:pt x="1" y="6565"/>
                    <a:pt x="2661" y="13492"/>
                  </a:cubicBezTo>
                  <a:cubicBezTo>
                    <a:pt x="3767" y="16197"/>
                    <a:pt x="5661" y="17797"/>
                    <a:pt x="8293" y="17797"/>
                  </a:cubicBezTo>
                  <a:cubicBezTo>
                    <a:pt x="9501" y="17797"/>
                    <a:pt x="10864" y="17460"/>
                    <a:pt x="12377" y="16740"/>
                  </a:cubicBezTo>
                  <a:cubicBezTo>
                    <a:pt x="17194" y="14451"/>
                    <a:pt x="18032" y="10894"/>
                    <a:pt x="15990" y="7153"/>
                  </a:cubicBezTo>
                  <a:cubicBezTo>
                    <a:pt x="13133" y="2174"/>
                    <a:pt x="9905" y="0"/>
                    <a:pt x="7057"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dirty="0">
                <a:ea typeface="+mn-ea"/>
              </a:endParaRPr>
            </a:p>
          </p:txBody>
        </p:sp>
        <p:sp>
          <p:nvSpPr>
            <p:cNvPr id="1481" name="Google Shape;1481;p44"/>
            <p:cNvSpPr/>
            <p:nvPr/>
          </p:nvSpPr>
          <p:spPr>
            <a:xfrm>
              <a:off x="5591900" y="938900"/>
              <a:ext cx="416275" cy="453075"/>
            </a:xfrm>
            <a:custGeom>
              <a:avLst/>
              <a:gdLst/>
              <a:ahLst/>
              <a:cxnLst/>
              <a:rect l="l" t="t" r="r" b="b"/>
              <a:pathLst>
                <a:path w="16651" h="18123" extrusionOk="0">
                  <a:moveTo>
                    <a:pt x="6245" y="324"/>
                  </a:moveTo>
                  <a:cubicBezTo>
                    <a:pt x="9298" y="324"/>
                    <a:pt x="12420" y="2837"/>
                    <a:pt x="15035" y="7393"/>
                  </a:cubicBezTo>
                  <a:cubicBezTo>
                    <a:pt x="16051" y="9255"/>
                    <a:pt x="16313" y="10988"/>
                    <a:pt x="15809" y="12540"/>
                  </a:cubicBezTo>
                  <a:cubicBezTo>
                    <a:pt x="15258" y="14239"/>
                    <a:pt x="13807" y="15657"/>
                    <a:pt x="11496" y="16757"/>
                  </a:cubicBezTo>
                  <a:cubicBezTo>
                    <a:pt x="10044" y="17448"/>
                    <a:pt x="8694" y="17797"/>
                    <a:pt x="7482" y="17797"/>
                  </a:cubicBezTo>
                  <a:cubicBezTo>
                    <a:pt x="5019" y="17797"/>
                    <a:pt x="3122" y="16344"/>
                    <a:pt x="2000" y="13596"/>
                  </a:cubicBezTo>
                  <a:cubicBezTo>
                    <a:pt x="759" y="10368"/>
                    <a:pt x="335" y="7466"/>
                    <a:pt x="775" y="5204"/>
                  </a:cubicBezTo>
                  <a:cubicBezTo>
                    <a:pt x="1174" y="3148"/>
                    <a:pt x="2265" y="1643"/>
                    <a:pt x="3931" y="850"/>
                  </a:cubicBezTo>
                  <a:cubicBezTo>
                    <a:pt x="4667" y="502"/>
                    <a:pt x="5445" y="324"/>
                    <a:pt x="6245" y="324"/>
                  </a:cubicBezTo>
                  <a:close/>
                  <a:moveTo>
                    <a:pt x="6245" y="0"/>
                  </a:moveTo>
                  <a:cubicBezTo>
                    <a:pt x="5396" y="0"/>
                    <a:pt x="4572" y="187"/>
                    <a:pt x="3794" y="558"/>
                  </a:cubicBezTo>
                  <a:cubicBezTo>
                    <a:pt x="2031" y="1396"/>
                    <a:pt x="877" y="2981"/>
                    <a:pt x="459" y="5142"/>
                  </a:cubicBezTo>
                  <a:cubicBezTo>
                    <a:pt x="1" y="7497"/>
                    <a:pt x="419" y="10381"/>
                    <a:pt x="1700" y="13716"/>
                  </a:cubicBezTo>
                  <a:cubicBezTo>
                    <a:pt x="2878" y="16599"/>
                    <a:pt x="4878" y="18122"/>
                    <a:pt x="7483" y="18122"/>
                  </a:cubicBezTo>
                  <a:cubicBezTo>
                    <a:pt x="8744" y="18122"/>
                    <a:pt x="10141" y="17761"/>
                    <a:pt x="11635" y="17050"/>
                  </a:cubicBezTo>
                  <a:cubicBezTo>
                    <a:pt x="14030" y="15911"/>
                    <a:pt x="15538" y="14428"/>
                    <a:pt x="16118" y="12641"/>
                  </a:cubicBezTo>
                  <a:cubicBezTo>
                    <a:pt x="16651" y="11001"/>
                    <a:pt x="16383" y="9184"/>
                    <a:pt x="15319" y="7235"/>
                  </a:cubicBezTo>
                  <a:cubicBezTo>
                    <a:pt x="12641" y="2569"/>
                    <a:pt x="9419" y="0"/>
                    <a:pt x="6245"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82" name="Google Shape;1482;p44"/>
            <p:cNvSpPr/>
            <p:nvPr/>
          </p:nvSpPr>
          <p:spPr>
            <a:xfrm>
              <a:off x="5692325" y="946775"/>
              <a:ext cx="306975" cy="409450"/>
            </a:xfrm>
            <a:custGeom>
              <a:avLst/>
              <a:gdLst/>
              <a:ahLst/>
              <a:cxnLst/>
              <a:rect l="l" t="t" r="r" b="b"/>
              <a:pathLst>
                <a:path w="12279" h="16378" extrusionOk="0">
                  <a:moveTo>
                    <a:pt x="2295" y="0"/>
                  </a:moveTo>
                  <a:cubicBezTo>
                    <a:pt x="1536" y="0"/>
                    <a:pt x="792" y="166"/>
                    <a:pt x="77" y="506"/>
                  </a:cubicBezTo>
                  <a:cubicBezTo>
                    <a:pt x="24" y="531"/>
                    <a:pt x="1" y="594"/>
                    <a:pt x="26" y="648"/>
                  </a:cubicBezTo>
                  <a:cubicBezTo>
                    <a:pt x="44" y="687"/>
                    <a:pt x="83" y="709"/>
                    <a:pt x="123" y="709"/>
                  </a:cubicBezTo>
                  <a:cubicBezTo>
                    <a:pt x="138" y="709"/>
                    <a:pt x="154" y="706"/>
                    <a:pt x="168" y="700"/>
                  </a:cubicBezTo>
                  <a:cubicBezTo>
                    <a:pt x="852" y="374"/>
                    <a:pt x="1565" y="215"/>
                    <a:pt x="2294" y="215"/>
                  </a:cubicBezTo>
                  <a:cubicBezTo>
                    <a:pt x="5154" y="215"/>
                    <a:pt x="8251" y="2661"/>
                    <a:pt x="10781" y="7071"/>
                  </a:cubicBezTo>
                  <a:cubicBezTo>
                    <a:pt x="11791" y="8919"/>
                    <a:pt x="12056" y="10631"/>
                    <a:pt x="11568" y="12153"/>
                  </a:cubicBezTo>
                  <a:cubicBezTo>
                    <a:pt x="11050" y="13771"/>
                    <a:pt x="9690" y="15123"/>
                    <a:pt x="7526" y="16173"/>
                  </a:cubicBezTo>
                  <a:cubicBezTo>
                    <a:pt x="7472" y="16200"/>
                    <a:pt x="7449" y="16265"/>
                    <a:pt x="7476" y="16317"/>
                  </a:cubicBezTo>
                  <a:cubicBezTo>
                    <a:pt x="7494" y="16355"/>
                    <a:pt x="7532" y="16377"/>
                    <a:pt x="7572" y="16377"/>
                  </a:cubicBezTo>
                  <a:cubicBezTo>
                    <a:pt x="7588" y="16377"/>
                    <a:pt x="7604" y="16373"/>
                    <a:pt x="7621" y="16367"/>
                  </a:cubicBezTo>
                  <a:cubicBezTo>
                    <a:pt x="9841" y="15290"/>
                    <a:pt x="11237" y="13895"/>
                    <a:pt x="11773" y="12220"/>
                  </a:cubicBezTo>
                  <a:cubicBezTo>
                    <a:pt x="12278" y="10638"/>
                    <a:pt x="12009" y="8872"/>
                    <a:pt x="10968" y="6967"/>
                  </a:cubicBezTo>
                  <a:cubicBezTo>
                    <a:pt x="8397" y="2484"/>
                    <a:pt x="5233" y="0"/>
                    <a:pt x="2295" y="0"/>
                  </a:cubicBez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83" name="Google Shape;1483;p44"/>
            <p:cNvSpPr/>
            <p:nvPr/>
          </p:nvSpPr>
          <p:spPr>
            <a:xfrm>
              <a:off x="5577975" y="959650"/>
              <a:ext cx="300075" cy="418325"/>
            </a:xfrm>
            <a:custGeom>
              <a:avLst/>
              <a:gdLst/>
              <a:ahLst/>
              <a:cxnLst/>
              <a:rect l="l" t="t" r="r" b="b"/>
              <a:pathLst>
                <a:path w="12003" h="16733" extrusionOk="0">
                  <a:moveTo>
                    <a:pt x="4533" y="0"/>
                  </a:moveTo>
                  <a:cubicBezTo>
                    <a:pt x="1322" y="1527"/>
                    <a:pt x="0" y="5841"/>
                    <a:pt x="2580" y="12558"/>
                  </a:cubicBezTo>
                  <a:cubicBezTo>
                    <a:pt x="3652" y="15181"/>
                    <a:pt x="5489" y="16733"/>
                    <a:pt x="8043" y="16733"/>
                  </a:cubicBezTo>
                  <a:cubicBezTo>
                    <a:pt x="9214" y="16733"/>
                    <a:pt x="10535" y="16407"/>
                    <a:pt x="12002" y="15709"/>
                  </a:cubicBezTo>
                  <a:lnTo>
                    <a:pt x="4533" y="0"/>
                  </a:lnTo>
                  <a:close/>
                </a:path>
              </a:pathLst>
            </a:custGeom>
            <a:solidFill>
              <a:schemeClr val="accent3"/>
            </a:solidFill>
            <a:ln>
              <a:noFill/>
            </a:ln>
          </p:spPr>
          <p:txBody>
            <a:bodyPr spcFirstLastPara="1" wrap="square" lIns="91425" tIns="91425" rIns="91425" bIns="91425" anchor="ctr" anchorCtr="0">
              <a:noAutofit/>
            </a:bodyPr>
            <a:lstStyle/>
            <a:p>
              <a:pPr defTabSz="914378"/>
              <a:endParaRPr dirty="0">
                <a:ea typeface="+mn-ea"/>
              </a:endParaRPr>
            </a:p>
          </p:txBody>
        </p:sp>
        <p:sp>
          <p:nvSpPr>
            <p:cNvPr id="1484" name="Google Shape;1484;p44"/>
            <p:cNvSpPr/>
            <p:nvPr/>
          </p:nvSpPr>
          <p:spPr>
            <a:xfrm>
              <a:off x="5582000" y="960500"/>
              <a:ext cx="298550" cy="423825"/>
            </a:xfrm>
            <a:custGeom>
              <a:avLst/>
              <a:gdLst/>
              <a:ahLst/>
              <a:cxnLst/>
              <a:rect l="l" t="t" r="r" b="b"/>
              <a:pathLst>
                <a:path w="11942" h="16953" extrusionOk="0">
                  <a:moveTo>
                    <a:pt x="4305" y="0"/>
                  </a:moveTo>
                  <a:cubicBezTo>
                    <a:pt x="4281" y="0"/>
                    <a:pt x="4258" y="5"/>
                    <a:pt x="4235" y="16"/>
                  </a:cubicBezTo>
                  <a:cubicBezTo>
                    <a:pt x="725" y="1684"/>
                    <a:pt x="0" y="6511"/>
                    <a:pt x="2345" y="12614"/>
                  </a:cubicBezTo>
                  <a:cubicBezTo>
                    <a:pt x="3171" y="14635"/>
                    <a:pt x="4381" y="15970"/>
                    <a:pt x="5942" y="16582"/>
                  </a:cubicBezTo>
                  <a:cubicBezTo>
                    <a:pt x="6572" y="16828"/>
                    <a:pt x="7249" y="16952"/>
                    <a:pt x="7970" y="16952"/>
                  </a:cubicBezTo>
                  <a:cubicBezTo>
                    <a:pt x="9142" y="16952"/>
                    <a:pt x="10430" y="16627"/>
                    <a:pt x="11824" y="15976"/>
                  </a:cubicBezTo>
                  <a:cubicBezTo>
                    <a:pt x="11906" y="15938"/>
                    <a:pt x="11941" y="15842"/>
                    <a:pt x="11903" y="15760"/>
                  </a:cubicBezTo>
                  <a:cubicBezTo>
                    <a:pt x="11876" y="15701"/>
                    <a:pt x="11817" y="15666"/>
                    <a:pt x="11756" y="15666"/>
                  </a:cubicBezTo>
                  <a:cubicBezTo>
                    <a:pt x="11733" y="15666"/>
                    <a:pt x="11710" y="15671"/>
                    <a:pt x="11688" y="15681"/>
                  </a:cubicBezTo>
                  <a:cubicBezTo>
                    <a:pt x="10338" y="16310"/>
                    <a:pt x="9095" y="16626"/>
                    <a:pt x="7970" y="16626"/>
                  </a:cubicBezTo>
                  <a:cubicBezTo>
                    <a:pt x="7289" y="16626"/>
                    <a:pt x="6653" y="16510"/>
                    <a:pt x="6062" y="16279"/>
                  </a:cubicBezTo>
                  <a:cubicBezTo>
                    <a:pt x="4586" y="15701"/>
                    <a:pt x="3438" y="14427"/>
                    <a:pt x="2648" y="12493"/>
                  </a:cubicBezTo>
                  <a:cubicBezTo>
                    <a:pt x="371" y="6566"/>
                    <a:pt x="1031" y="1898"/>
                    <a:pt x="4375" y="308"/>
                  </a:cubicBezTo>
                  <a:cubicBezTo>
                    <a:pt x="4455" y="269"/>
                    <a:pt x="4489" y="174"/>
                    <a:pt x="4450" y="93"/>
                  </a:cubicBezTo>
                  <a:cubicBezTo>
                    <a:pt x="4423" y="34"/>
                    <a:pt x="4366" y="0"/>
                    <a:pt x="4305" y="0"/>
                  </a:cubicBezTo>
                  <a:close/>
                </a:path>
              </a:pathLst>
            </a:custGeom>
            <a:solidFill>
              <a:schemeClr val="accent4"/>
            </a:solidFill>
            <a:ln>
              <a:noFill/>
            </a:ln>
          </p:spPr>
          <p:txBody>
            <a:bodyPr spcFirstLastPara="1" wrap="square" lIns="91425" tIns="91425" rIns="91425" bIns="91425" anchor="ctr" anchorCtr="0">
              <a:noAutofit/>
            </a:bodyPr>
            <a:lstStyle/>
            <a:p>
              <a:pPr defTabSz="914378"/>
              <a:endParaRPr dirty="0">
                <a:ea typeface="+mn-ea"/>
              </a:endParaRPr>
            </a:p>
          </p:txBody>
        </p:sp>
        <p:sp>
          <p:nvSpPr>
            <p:cNvPr id="1485" name="Google Shape;1485;p44"/>
            <p:cNvSpPr/>
            <p:nvPr/>
          </p:nvSpPr>
          <p:spPr>
            <a:xfrm>
              <a:off x="5685500" y="956025"/>
              <a:ext cx="101625" cy="202375"/>
            </a:xfrm>
            <a:custGeom>
              <a:avLst/>
              <a:gdLst/>
              <a:ahLst/>
              <a:cxnLst/>
              <a:rect l="l" t="t" r="r" b="b"/>
              <a:pathLst>
                <a:path w="4065" h="8095" extrusionOk="0">
                  <a:moveTo>
                    <a:pt x="184" y="0"/>
                  </a:moveTo>
                  <a:cubicBezTo>
                    <a:pt x="161" y="0"/>
                    <a:pt x="137" y="5"/>
                    <a:pt x="115" y="16"/>
                  </a:cubicBezTo>
                  <a:cubicBezTo>
                    <a:pt x="35" y="54"/>
                    <a:pt x="0" y="151"/>
                    <a:pt x="38" y="232"/>
                  </a:cubicBezTo>
                  <a:lnTo>
                    <a:pt x="3734" y="8002"/>
                  </a:lnTo>
                  <a:cubicBezTo>
                    <a:pt x="3763" y="8060"/>
                    <a:pt x="3821" y="8095"/>
                    <a:pt x="3881" y="8095"/>
                  </a:cubicBezTo>
                  <a:cubicBezTo>
                    <a:pt x="3905" y="8095"/>
                    <a:pt x="3929" y="8090"/>
                    <a:pt x="3950" y="8079"/>
                  </a:cubicBezTo>
                  <a:cubicBezTo>
                    <a:pt x="4030" y="8041"/>
                    <a:pt x="4064" y="7944"/>
                    <a:pt x="4025" y="7863"/>
                  </a:cubicBezTo>
                  <a:lnTo>
                    <a:pt x="330" y="93"/>
                  </a:lnTo>
                  <a:cubicBezTo>
                    <a:pt x="303" y="34"/>
                    <a:pt x="245" y="0"/>
                    <a:pt x="184"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86" name="Google Shape;1486;p44"/>
            <p:cNvSpPr/>
            <p:nvPr/>
          </p:nvSpPr>
          <p:spPr>
            <a:xfrm>
              <a:off x="5650750" y="1005350"/>
              <a:ext cx="112350" cy="136325"/>
            </a:xfrm>
            <a:custGeom>
              <a:avLst/>
              <a:gdLst/>
              <a:ahLst/>
              <a:cxnLst/>
              <a:rect l="l" t="t" r="r" b="b"/>
              <a:pathLst>
                <a:path w="4494" h="5453" extrusionOk="0">
                  <a:moveTo>
                    <a:pt x="2331" y="1"/>
                  </a:moveTo>
                  <a:lnTo>
                    <a:pt x="604" y="822"/>
                  </a:lnTo>
                  <a:cubicBezTo>
                    <a:pt x="180" y="1024"/>
                    <a:pt x="0" y="1531"/>
                    <a:pt x="201" y="1954"/>
                  </a:cubicBezTo>
                  <a:lnTo>
                    <a:pt x="1635" y="4968"/>
                  </a:lnTo>
                  <a:cubicBezTo>
                    <a:pt x="1780" y="5274"/>
                    <a:pt x="2086" y="5453"/>
                    <a:pt x="2404" y="5453"/>
                  </a:cubicBezTo>
                  <a:cubicBezTo>
                    <a:pt x="2526" y="5453"/>
                    <a:pt x="2650" y="5426"/>
                    <a:pt x="2767" y="5371"/>
                  </a:cubicBezTo>
                  <a:lnTo>
                    <a:pt x="4494" y="4550"/>
                  </a:lnTo>
                  <a:lnTo>
                    <a:pt x="2331" y="1"/>
                  </a:lnTo>
                  <a:close/>
                </a:path>
              </a:pathLst>
            </a:custGeom>
            <a:solidFill>
              <a:srgbClr val="000000">
                <a:alpha val="20830"/>
              </a:srgbClr>
            </a:solidFill>
            <a:ln>
              <a:noFill/>
            </a:ln>
          </p:spPr>
          <p:txBody>
            <a:bodyPr spcFirstLastPara="1" wrap="square" lIns="91425" tIns="91425" rIns="91425" bIns="91425" anchor="ctr" anchorCtr="0">
              <a:noAutofit/>
            </a:bodyPr>
            <a:lstStyle/>
            <a:p>
              <a:pPr defTabSz="914378"/>
              <a:endParaRPr dirty="0">
                <a:ea typeface="+mn-ea"/>
              </a:endParaRPr>
            </a:p>
          </p:txBody>
        </p:sp>
        <p:sp>
          <p:nvSpPr>
            <p:cNvPr id="1487" name="Google Shape;1487;p44"/>
            <p:cNvSpPr/>
            <p:nvPr/>
          </p:nvSpPr>
          <p:spPr>
            <a:xfrm>
              <a:off x="5694150" y="957850"/>
              <a:ext cx="94600" cy="195425"/>
            </a:xfrm>
            <a:custGeom>
              <a:avLst/>
              <a:gdLst/>
              <a:ahLst/>
              <a:cxnLst/>
              <a:rect l="l" t="t" r="r" b="b"/>
              <a:pathLst>
                <a:path w="3784" h="7817" extrusionOk="0">
                  <a:moveTo>
                    <a:pt x="56" y="0"/>
                  </a:moveTo>
                  <a:cubicBezTo>
                    <a:pt x="49" y="0"/>
                    <a:pt x="42" y="2"/>
                    <a:pt x="36" y="5"/>
                  </a:cubicBezTo>
                  <a:cubicBezTo>
                    <a:pt x="11" y="16"/>
                    <a:pt x="0" y="46"/>
                    <a:pt x="12" y="69"/>
                  </a:cubicBezTo>
                  <a:lnTo>
                    <a:pt x="3684" y="7789"/>
                  </a:lnTo>
                  <a:cubicBezTo>
                    <a:pt x="3692" y="7806"/>
                    <a:pt x="3709" y="7817"/>
                    <a:pt x="3728" y="7817"/>
                  </a:cubicBezTo>
                  <a:cubicBezTo>
                    <a:pt x="3735" y="7817"/>
                    <a:pt x="3741" y="7816"/>
                    <a:pt x="3749" y="7812"/>
                  </a:cubicBezTo>
                  <a:cubicBezTo>
                    <a:pt x="3773" y="7802"/>
                    <a:pt x="3783" y="7771"/>
                    <a:pt x="3772" y="7748"/>
                  </a:cubicBezTo>
                  <a:lnTo>
                    <a:pt x="100" y="28"/>
                  </a:lnTo>
                  <a:cubicBezTo>
                    <a:pt x="93" y="11"/>
                    <a:pt x="74" y="0"/>
                    <a:pt x="56" y="0"/>
                  </a:cubicBez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88" name="Google Shape;1488;p44"/>
            <p:cNvSpPr/>
            <p:nvPr/>
          </p:nvSpPr>
          <p:spPr>
            <a:xfrm>
              <a:off x="5682950" y="962000"/>
              <a:ext cx="96400" cy="196975"/>
            </a:xfrm>
            <a:custGeom>
              <a:avLst/>
              <a:gdLst/>
              <a:ahLst/>
              <a:cxnLst/>
              <a:rect l="l" t="t" r="r" b="b"/>
              <a:pathLst>
                <a:path w="3856" h="7879" extrusionOk="0">
                  <a:moveTo>
                    <a:pt x="93" y="0"/>
                  </a:moveTo>
                  <a:cubicBezTo>
                    <a:pt x="81" y="0"/>
                    <a:pt x="69" y="3"/>
                    <a:pt x="58" y="8"/>
                  </a:cubicBezTo>
                  <a:cubicBezTo>
                    <a:pt x="17" y="27"/>
                    <a:pt x="0" y="76"/>
                    <a:pt x="20" y="117"/>
                  </a:cubicBezTo>
                  <a:lnTo>
                    <a:pt x="3690" y="7834"/>
                  </a:lnTo>
                  <a:cubicBezTo>
                    <a:pt x="3704" y="7862"/>
                    <a:pt x="3734" y="7879"/>
                    <a:pt x="3763" y="7879"/>
                  </a:cubicBezTo>
                  <a:cubicBezTo>
                    <a:pt x="3776" y="7879"/>
                    <a:pt x="3787" y="7877"/>
                    <a:pt x="3798" y="7872"/>
                  </a:cubicBezTo>
                  <a:cubicBezTo>
                    <a:pt x="3839" y="7853"/>
                    <a:pt x="3856" y="7804"/>
                    <a:pt x="3836" y="7763"/>
                  </a:cubicBezTo>
                  <a:lnTo>
                    <a:pt x="165" y="46"/>
                  </a:lnTo>
                  <a:cubicBezTo>
                    <a:pt x="152" y="18"/>
                    <a:pt x="124" y="0"/>
                    <a:pt x="93" y="0"/>
                  </a:cubicBezTo>
                  <a:close/>
                </a:path>
              </a:pathLst>
            </a:custGeom>
            <a:solidFill>
              <a:schemeClr val="accent4"/>
            </a:solidFill>
            <a:ln>
              <a:noFill/>
            </a:ln>
          </p:spPr>
          <p:txBody>
            <a:bodyPr spcFirstLastPara="1" wrap="square" lIns="91425" tIns="91425" rIns="91425" bIns="91425" anchor="ctr" anchorCtr="0">
              <a:noAutofit/>
            </a:bodyPr>
            <a:lstStyle/>
            <a:p>
              <a:pPr defTabSz="914378"/>
              <a:endParaRPr dirty="0">
                <a:ea typeface="+mn-ea"/>
              </a:endParaRPr>
            </a:p>
          </p:txBody>
        </p:sp>
        <p:sp>
          <p:nvSpPr>
            <p:cNvPr id="1489" name="Google Shape;1489;p44"/>
            <p:cNvSpPr/>
            <p:nvPr/>
          </p:nvSpPr>
          <p:spPr>
            <a:xfrm>
              <a:off x="5690175" y="1001450"/>
              <a:ext cx="96125" cy="119475"/>
            </a:xfrm>
            <a:custGeom>
              <a:avLst/>
              <a:gdLst/>
              <a:ahLst/>
              <a:cxnLst/>
              <a:rect l="l" t="t" r="r" b="b"/>
              <a:pathLst>
                <a:path w="3845" h="4779" extrusionOk="0">
                  <a:moveTo>
                    <a:pt x="1349" y="0"/>
                  </a:moveTo>
                  <a:cubicBezTo>
                    <a:pt x="1178" y="0"/>
                    <a:pt x="1005" y="37"/>
                    <a:pt x="841" y="115"/>
                  </a:cubicBezTo>
                  <a:cubicBezTo>
                    <a:pt x="250" y="396"/>
                    <a:pt x="0" y="1102"/>
                    <a:pt x="280" y="1692"/>
                  </a:cubicBezTo>
                  <a:lnTo>
                    <a:pt x="1427" y="4104"/>
                  </a:lnTo>
                  <a:cubicBezTo>
                    <a:pt x="1630" y="4530"/>
                    <a:pt x="2054" y="4779"/>
                    <a:pt x="2496" y="4779"/>
                  </a:cubicBezTo>
                  <a:cubicBezTo>
                    <a:pt x="2667" y="4779"/>
                    <a:pt x="2840" y="4742"/>
                    <a:pt x="3004" y="4664"/>
                  </a:cubicBezTo>
                  <a:cubicBezTo>
                    <a:pt x="3594" y="4384"/>
                    <a:pt x="3845" y="3678"/>
                    <a:pt x="3564" y="3087"/>
                  </a:cubicBezTo>
                  <a:lnTo>
                    <a:pt x="2417" y="676"/>
                  </a:lnTo>
                  <a:cubicBezTo>
                    <a:pt x="2215" y="249"/>
                    <a:pt x="1791" y="0"/>
                    <a:pt x="1349"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490" name="Google Shape;1490;p44"/>
            <p:cNvSpPr/>
            <p:nvPr/>
          </p:nvSpPr>
          <p:spPr>
            <a:xfrm>
              <a:off x="5739800" y="1013825"/>
              <a:ext cx="37050" cy="70375"/>
            </a:xfrm>
            <a:custGeom>
              <a:avLst/>
              <a:gdLst/>
              <a:ahLst/>
              <a:cxnLst/>
              <a:rect l="l" t="t" r="r" b="b"/>
              <a:pathLst>
                <a:path w="1482" h="2815" extrusionOk="0">
                  <a:moveTo>
                    <a:pt x="122" y="0"/>
                  </a:moveTo>
                  <a:cubicBezTo>
                    <a:pt x="107" y="0"/>
                    <a:pt x="92" y="4"/>
                    <a:pt x="77" y="10"/>
                  </a:cubicBezTo>
                  <a:cubicBezTo>
                    <a:pt x="23" y="35"/>
                    <a:pt x="1" y="99"/>
                    <a:pt x="26" y="153"/>
                  </a:cubicBezTo>
                  <a:lnTo>
                    <a:pt x="1263" y="2754"/>
                  </a:lnTo>
                  <a:cubicBezTo>
                    <a:pt x="1282" y="2792"/>
                    <a:pt x="1321" y="2815"/>
                    <a:pt x="1361" y="2815"/>
                  </a:cubicBezTo>
                  <a:cubicBezTo>
                    <a:pt x="1377" y="2815"/>
                    <a:pt x="1393" y="2812"/>
                    <a:pt x="1405" y="2805"/>
                  </a:cubicBezTo>
                  <a:cubicBezTo>
                    <a:pt x="1460" y="2780"/>
                    <a:pt x="1482" y="2717"/>
                    <a:pt x="1457" y="2663"/>
                  </a:cubicBezTo>
                  <a:lnTo>
                    <a:pt x="219" y="62"/>
                  </a:lnTo>
                  <a:cubicBezTo>
                    <a:pt x="201" y="23"/>
                    <a:pt x="162" y="0"/>
                    <a:pt x="122" y="0"/>
                  </a:cubicBez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grpSp>
      <p:grpSp>
        <p:nvGrpSpPr>
          <p:cNvPr id="1491" name="Google Shape;1491;p44"/>
          <p:cNvGrpSpPr/>
          <p:nvPr/>
        </p:nvGrpSpPr>
        <p:grpSpPr>
          <a:xfrm>
            <a:off x="7949388" y="828741"/>
            <a:ext cx="380623" cy="505928"/>
            <a:chOff x="5382225" y="1510350"/>
            <a:chExt cx="54075" cy="71875"/>
          </a:xfrm>
        </p:grpSpPr>
        <p:sp>
          <p:nvSpPr>
            <p:cNvPr id="1492" name="Google Shape;1492;p44"/>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defTabSz="914378"/>
              <a:endParaRPr dirty="0">
                <a:ea typeface="+mn-ea"/>
              </a:endParaRPr>
            </a:p>
          </p:txBody>
        </p:sp>
        <p:sp>
          <p:nvSpPr>
            <p:cNvPr id="1493" name="Google Shape;1493;p44"/>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grpSp>
      <p:sp>
        <p:nvSpPr>
          <p:cNvPr id="1494" name="Google Shape;1494;p44"/>
          <p:cNvSpPr/>
          <p:nvPr/>
        </p:nvSpPr>
        <p:spPr>
          <a:xfrm>
            <a:off x="6832162" y="3728973"/>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defTabSz="914378"/>
            <a:endParaRPr dirty="0">
              <a:ea typeface="+mn-ea"/>
            </a:endParaRPr>
          </a:p>
        </p:txBody>
      </p:sp>
      <p:grpSp>
        <p:nvGrpSpPr>
          <p:cNvPr id="1495" name="Google Shape;1495;p44"/>
          <p:cNvGrpSpPr/>
          <p:nvPr/>
        </p:nvGrpSpPr>
        <p:grpSpPr>
          <a:xfrm rot="641240">
            <a:off x="7596806" y="3184099"/>
            <a:ext cx="1244772" cy="1383512"/>
            <a:chOff x="2127075" y="2077400"/>
            <a:chExt cx="384225" cy="427050"/>
          </a:xfrm>
        </p:grpSpPr>
        <p:sp>
          <p:nvSpPr>
            <p:cNvPr id="1496" name="Google Shape;1496;p44"/>
            <p:cNvSpPr/>
            <p:nvPr/>
          </p:nvSpPr>
          <p:spPr>
            <a:xfrm>
              <a:off x="2127075" y="2077400"/>
              <a:ext cx="384225" cy="427050"/>
            </a:xfrm>
            <a:custGeom>
              <a:avLst/>
              <a:gdLst/>
              <a:ahLst/>
              <a:cxnLst/>
              <a:rect l="l" t="t" r="r" b="b"/>
              <a:pathLst>
                <a:path w="15369" h="17082" extrusionOk="0">
                  <a:moveTo>
                    <a:pt x="9520" y="1"/>
                  </a:moveTo>
                  <a:cubicBezTo>
                    <a:pt x="8673" y="1"/>
                    <a:pt x="7805" y="380"/>
                    <a:pt x="7445" y="1122"/>
                  </a:cubicBezTo>
                  <a:cubicBezTo>
                    <a:pt x="7412" y="1183"/>
                    <a:pt x="7391" y="1249"/>
                    <a:pt x="7384" y="1317"/>
                  </a:cubicBezTo>
                  <a:lnTo>
                    <a:pt x="7072" y="4555"/>
                  </a:lnTo>
                  <a:cubicBezTo>
                    <a:pt x="6854" y="4376"/>
                    <a:pt x="6658" y="4202"/>
                    <a:pt x="6487" y="4042"/>
                  </a:cubicBezTo>
                  <a:cubicBezTo>
                    <a:pt x="6891" y="3606"/>
                    <a:pt x="6524" y="3257"/>
                    <a:pt x="6168" y="2974"/>
                  </a:cubicBezTo>
                  <a:cubicBezTo>
                    <a:pt x="6038" y="2696"/>
                    <a:pt x="5916" y="2345"/>
                    <a:pt x="5552" y="2345"/>
                  </a:cubicBezTo>
                  <a:cubicBezTo>
                    <a:pt x="5543" y="2345"/>
                    <a:pt x="5533" y="2345"/>
                    <a:pt x="5524" y="2345"/>
                  </a:cubicBezTo>
                  <a:cubicBezTo>
                    <a:pt x="5512" y="2345"/>
                    <a:pt x="5501" y="2344"/>
                    <a:pt x="5489" y="2344"/>
                  </a:cubicBezTo>
                  <a:cubicBezTo>
                    <a:pt x="5123" y="2344"/>
                    <a:pt x="5006" y="2723"/>
                    <a:pt x="4859" y="2985"/>
                  </a:cubicBezTo>
                  <a:cubicBezTo>
                    <a:pt x="4403" y="3272"/>
                    <a:pt x="4051" y="3719"/>
                    <a:pt x="4606" y="4137"/>
                  </a:cubicBezTo>
                  <a:lnTo>
                    <a:pt x="1233" y="9678"/>
                  </a:lnTo>
                  <a:cubicBezTo>
                    <a:pt x="1182" y="9763"/>
                    <a:pt x="1158" y="9858"/>
                    <a:pt x="1161" y="9953"/>
                  </a:cubicBezTo>
                  <a:cubicBezTo>
                    <a:pt x="798" y="9963"/>
                    <a:pt x="702" y="10338"/>
                    <a:pt x="554" y="10588"/>
                  </a:cubicBezTo>
                  <a:cubicBezTo>
                    <a:pt x="338" y="10795"/>
                    <a:pt x="0" y="10892"/>
                    <a:pt x="24" y="11257"/>
                  </a:cubicBezTo>
                  <a:cubicBezTo>
                    <a:pt x="30" y="11805"/>
                    <a:pt x="519" y="11639"/>
                    <a:pt x="703" y="12174"/>
                  </a:cubicBezTo>
                  <a:cubicBezTo>
                    <a:pt x="784" y="12395"/>
                    <a:pt x="1001" y="12537"/>
                    <a:pt x="1228" y="12537"/>
                  </a:cubicBezTo>
                  <a:cubicBezTo>
                    <a:pt x="1275" y="12537"/>
                    <a:pt x="1324" y="12531"/>
                    <a:pt x="1371" y="12518"/>
                  </a:cubicBezTo>
                  <a:cubicBezTo>
                    <a:pt x="1513" y="12986"/>
                    <a:pt x="1791" y="13494"/>
                    <a:pt x="2291" y="13596"/>
                  </a:cubicBezTo>
                  <a:cubicBezTo>
                    <a:pt x="2035" y="14017"/>
                    <a:pt x="2631" y="14828"/>
                    <a:pt x="3164" y="14828"/>
                  </a:cubicBezTo>
                  <a:cubicBezTo>
                    <a:pt x="3234" y="14828"/>
                    <a:pt x="3304" y="14814"/>
                    <a:pt x="3370" y="14783"/>
                  </a:cubicBezTo>
                  <a:lnTo>
                    <a:pt x="3370" y="14783"/>
                  </a:lnTo>
                  <a:cubicBezTo>
                    <a:pt x="3337" y="15449"/>
                    <a:pt x="4095" y="16075"/>
                    <a:pt x="4743" y="16075"/>
                  </a:cubicBezTo>
                  <a:cubicBezTo>
                    <a:pt x="4770" y="16075"/>
                    <a:pt x="4798" y="16074"/>
                    <a:pt x="4825" y="16072"/>
                  </a:cubicBezTo>
                  <a:cubicBezTo>
                    <a:pt x="4887" y="16512"/>
                    <a:pt x="5490" y="16591"/>
                    <a:pt x="5840" y="16721"/>
                  </a:cubicBezTo>
                  <a:cubicBezTo>
                    <a:pt x="6020" y="16780"/>
                    <a:pt x="6203" y="16816"/>
                    <a:pt x="6380" y="16816"/>
                  </a:cubicBezTo>
                  <a:cubicBezTo>
                    <a:pt x="6634" y="16816"/>
                    <a:pt x="6874" y="16742"/>
                    <a:pt x="7072" y="16559"/>
                  </a:cubicBezTo>
                  <a:cubicBezTo>
                    <a:pt x="7116" y="16926"/>
                    <a:pt x="7438" y="17081"/>
                    <a:pt x="7796" y="17081"/>
                  </a:cubicBezTo>
                  <a:cubicBezTo>
                    <a:pt x="7819" y="17081"/>
                    <a:pt x="7842" y="17081"/>
                    <a:pt x="7865" y="17079"/>
                  </a:cubicBezTo>
                  <a:cubicBezTo>
                    <a:pt x="9059" y="17075"/>
                    <a:pt x="8509" y="16402"/>
                    <a:pt x="8962" y="15796"/>
                  </a:cubicBezTo>
                  <a:lnTo>
                    <a:pt x="8962" y="15796"/>
                  </a:lnTo>
                  <a:cubicBezTo>
                    <a:pt x="9091" y="15916"/>
                    <a:pt x="9228" y="15944"/>
                    <a:pt x="9316" y="15948"/>
                  </a:cubicBezTo>
                  <a:cubicBezTo>
                    <a:pt x="9427" y="16281"/>
                    <a:pt x="9537" y="16807"/>
                    <a:pt x="9977" y="16807"/>
                  </a:cubicBezTo>
                  <a:cubicBezTo>
                    <a:pt x="9988" y="16807"/>
                    <a:pt x="10000" y="16807"/>
                    <a:pt x="10012" y="16806"/>
                  </a:cubicBezTo>
                  <a:cubicBezTo>
                    <a:pt x="10317" y="16789"/>
                    <a:pt x="10944" y="16554"/>
                    <a:pt x="11042" y="16255"/>
                  </a:cubicBezTo>
                  <a:cubicBezTo>
                    <a:pt x="11105" y="16279"/>
                    <a:pt x="11170" y="16290"/>
                    <a:pt x="11237" y="16290"/>
                  </a:cubicBezTo>
                  <a:cubicBezTo>
                    <a:pt x="11581" y="16290"/>
                    <a:pt x="11948" y="15997"/>
                    <a:pt x="12165" y="15759"/>
                  </a:cubicBezTo>
                  <a:cubicBezTo>
                    <a:pt x="12168" y="15759"/>
                    <a:pt x="12171" y="15759"/>
                    <a:pt x="12173" y="15759"/>
                  </a:cubicBezTo>
                  <a:cubicBezTo>
                    <a:pt x="12526" y="15759"/>
                    <a:pt x="12855" y="15359"/>
                    <a:pt x="13025" y="15090"/>
                  </a:cubicBezTo>
                  <a:cubicBezTo>
                    <a:pt x="13357" y="14774"/>
                    <a:pt x="13894" y="14472"/>
                    <a:pt x="13952" y="14004"/>
                  </a:cubicBezTo>
                  <a:cubicBezTo>
                    <a:pt x="14266" y="13886"/>
                    <a:pt x="14567" y="13062"/>
                    <a:pt x="14746" y="12798"/>
                  </a:cubicBezTo>
                  <a:cubicBezTo>
                    <a:pt x="14843" y="12616"/>
                    <a:pt x="14856" y="12339"/>
                    <a:pt x="14603" y="12100"/>
                  </a:cubicBezTo>
                  <a:cubicBezTo>
                    <a:pt x="14710" y="11952"/>
                    <a:pt x="14752" y="11672"/>
                    <a:pt x="14963" y="11542"/>
                  </a:cubicBezTo>
                  <a:cubicBezTo>
                    <a:pt x="15369" y="11348"/>
                    <a:pt x="15362" y="10720"/>
                    <a:pt x="14953" y="10536"/>
                  </a:cubicBezTo>
                  <a:cubicBezTo>
                    <a:pt x="14632" y="10338"/>
                    <a:pt x="14649" y="9744"/>
                    <a:pt x="14183" y="9744"/>
                  </a:cubicBezTo>
                  <a:cubicBezTo>
                    <a:pt x="14168" y="9744"/>
                    <a:pt x="14152" y="9744"/>
                    <a:pt x="14136" y="9745"/>
                  </a:cubicBezTo>
                  <a:cubicBezTo>
                    <a:pt x="14125" y="9745"/>
                    <a:pt x="14114" y="9745"/>
                    <a:pt x="14104" y="9745"/>
                  </a:cubicBezTo>
                  <a:cubicBezTo>
                    <a:pt x="13581" y="9745"/>
                    <a:pt x="13629" y="10453"/>
                    <a:pt x="13186" y="10590"/>
                  </a:cubicBezTo>
                  <a:lnTo>
                    <a:pt x="14446" y="7526"/>
                  </a:lnTo>
                  <a:cubicBezTo>
                    <a:pt x="14656" y="6649"/>
                    <a:pt x="13701" y="6852"/>
                    <a:pt x="13067" y="6801"/>
                  </a:cubicBezTo>
                  <a:cubicBezTo>
                    <a:pt x="13238" y="6562"/>
                    <a:pt x="13563" y="6470"/>
                    <a:pt x="13535" y="6122"/>
                  </a:cubicBezTo>
                  <a:cubicBezTo>
                    <a:pt x="13556" y="5775"/>
                    <a:pt x="13237" y="5683"/>
                    <a:pt x="13048" y="5460"/>
                  </a:cubicBezTo>
                  <a:cubicBezTo>
                    <a:pt x="12918" y="5182"/>
                    <a:pt x="12795" y="4831"/>
                    <a:pt x="12431" y="4831"/>
                  </a:cubicBezTo>
                  <a:cubicBezTo>
                    <a:pt x="12421" y="4831"/>
                    <a:pt x="12412" y="4831"/>
                    <a:pt x="12402" y="4831"/>
                  </a:cubicBezTo>
                  <a:cubicBezTo>
                    <a:pt x="12391" y="4831"/>
                    <a:pt x="12380" y="4830"/>
                    <a:pt x="12369" y="4830"/>
                  </a:cubicBezTo>
                  <a:cubicBezTo>
                    <a:pt x="12003" y="4830"/>
                    <a:pt x="11885" y="5210"/>
                    <a:pt x="11738" y="5472"/>
                  </a:cubicBezTo>
                  <a:cubicBezTo>
                    <a:pt x="11311" y="5746"/>
                    <a:pt x="10943" y="6157"/>
                    <a:pt x="11439" y="6591"/>
                  </a:cubicBezTo>
                  <a:cubicBezTo>
                    <a:pt x="11273" y="6560"/>
                    <a:pt x="11102" y="6524"/>
                    <a:pt x="10927" y="6482"/>
                  </a:cubicBezTo>
                  <a:cubicBezTo>
                    <a:pt x="11097" y="4949"/>
                    <a:pt x="11400" y="2941"/>
                    <a:pt x="11534" y="1406"/>
                  </a:cubicBezTo>
                  <a:cubicBezTo>
                    <a:pt x="11360" y="462"/>
                    <a:pt x="10453" y="1"/>
                    <a:pt x="9520" y="1"/>
                  </a:cubicBezTo>
                  <a:close/>
                </a:path>
              </a:pathLst>
            </a:custGeom>
            <a:solidFill>
              <a:srgbClr val="FFFFFF"/>
            </a:solidFill>
            <a:ln>
              <a:noFill/>
            </a:ln>
            <a:effectLst>
              <a:outerShdw blurRad="28575" dist="47625" dir="6840000" algn="bl" rotWithShape="0">
                <a:srgbClr val="000000">
                  <a:alpha val="13000"/>
                </a:srgbClr>
              </a:outerShdw>
            </a:effectLst>
          </p:spPr>
          <p:txBody>
            <a:bodyPr spcFirstLastPara="1" wrap="square" lIns="91425" tIns="91425" rIns="91425" bIns="91425" anchor="ctr" anchorCtr="0">
              <a:noAutofit/>
            </a:bodyPr>
            <a:lstStyle/>
            <a:p>
              <a:pPr defTabSz="914378"/>
              <a:endParaRPr dirty="0">
                <a:ea typeface="+mn-ea"/>
              </a:endParaRPr>
            </a:p>
          </p:txBody>
        </p:sp>
        <p:sp>
          <p:nvSpPr>
            <p:cNvPr id="1497" name="Google Shape;1497;p44"/>
            <p:cNvSpPr/>
            <p:nvPr/>
          </p:nvSpPr>
          <p:spPr>
            <a:xfrm>
              <a:off x="2167125" y="2168400"/>
              <a:ext cx="307700" cy="255675"/>
            </a:xfrm>
            <a:custGeom>
              <a:avLst/>
              <a:gdLst/>
              <a:ahLst/>
              <a:cxnLst/>
              <a:rect l="l" t="t" r="r" b="b"/>
              <a:pathLst>
                <a:path w="12308" h="10227" extrusionOk="0">
                  <a:moveTo>
                    <a:pt x="3786" y="0"/>
                  </a:moveTo>
                  <a:lnTo>
                    <a:pt x="0" y="6216"/>
                  </a:lnTo>
                  <a:cubicBezTo>
                    <a:pt x="0" y="6216"/>
                    <a:pt x="1935" y="8413"/>
                    <a:pt x="4512" y="9632"/>
                  </a:cubicBezTo>
                  <a:cubicBezTo>
                    <a:pt x="5456" y="10078"/>
                    <a:pt x="6368" y="10226"/>
                    <a:pt x="7162" y="10226"/>
                  </a:cubicBezTo>
                  <a:cubicBezTo>
                    <a:pt x="8718" y="10226"/>
                    <a:pt x="9819" y="9658"/>
                    <a:pt x="9819" y="9658"/>
                  </a:cubicBezTo>
                  <a:lnTo>
                    <a:pt x="12308" y="3605"/>
                  </a:lnTo>
                  <a:lnTo>
                    <a:pt x="12308" y="3605"/>
                  </a:lnTo>
                  <a:cubicBezTo>
                    <a:pt x="12307" y="3605"/>
                    <a:pt x="12233" y="3608"/>
                    <a:pt x="12098" y="3608"/>
                  </a:cubicBezTo>
                  <a:cubicBezTo>
                    <a:pt x="11519" y="3608"/>
                    <a:pt x="9816" y="3548"/>
                    <a:pt x="7957" y="2915"/>
                  </a:cubicBezTo>
                  <a:cubicBezTo>
                    <a:pt x="5664" y="2134"/>
                    <a:pt x="3786" y="0"/>
                    <a:pt x="3786" y="0"/>
                  </a:cubicBezTo>
                  <a:close/>
                </a:path>
              </a:pathLst>
            </a:custGeom>
            <a:solidFill>
              <a:srgbClr val="FFDF6B">
                <a:alpha val="41070"/>
              </a:srgbClr>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defTabSz="914378"/>
              <a:endParaRPr dirty="0">
                <a:ea typeface="+mn-ea"/>
              </a:endParaRPr>
            </a:p>
          </p:txBody>
        </p:sp>
        <p:sp>
          <p:nvSpPr>
            <p:cNvPr id="1498" name="Google Shape;1498;p44"/>
            <p:cNvSpPr/>
            <p:nvPr/>
          </p:nvSpPr>
          <p:spPr>
            <a:xfrm>
              <a:off x="2299475" y="2087475"/>
              <a:ext cx="101725" cy="292675"/>
            </a:xfrm>
            <a:custGeom>
              <a:avLst/>
              <a:gdLst/>
              <a:ahLst/>
              <a:cxnLst/>
              <a:rect l="l" t="t" r="r" b="b"/>
              <a:pathLst>
                <a:path w="4069" h="11707" extrusionOk="0">
                  <a:moveTo>
                    <a:pt x="2510" y="0"/>
                  </a:moveTo>
                  <a:cubicBezTo>
                    <a:pt x="2364" y="0"/>
                    <a:pt x="2229" y="17"/>
                    <a:pt x="2105" y="43"/>
                  </a:cubicBezTo>
                  <a:cubicBezTo>
                    <a:pt x="1292" y="217"/>
                    <a:pt x="927" y="881"/>
                    <a:pt x="927" y="881"/>
                  </a:cubicBezTo>
                  <a:lnTo>
                    <a:pt x="816" y="2040"/>
                  </a:lnTo>
                  <a:lnTo>
                    <a:pt x="800" y="2206"/>
                  </a:lnTo>
                  <a:lnTo>
                    <a:pt x="739" y="2829"/>
                  </a:lnTo>
                  <a:lnTo>
                    <a:pt x="563" y="4665"/>
                  </a:lnTo>
                  <a:lnTo>
                    <a:pt x="485" y="5483"/>
                  </a:lnTo>
                  <a:lnTo>
                    <a:pt x="485" y="5485"/>
                  </a:lnTo>
                  <a:lnTo>
                    <a:pt x="16" y="10364"/>
                  </a:lnTo>
                  <a:lnTo>
                    <a:pt x="0" y="10523"/>
                  </a:lnTo>
                  <a:lnTo>
                    <a:pt x="585" y="11408"/>
                  </a:lnTo>
                  <a:lnTo>
                    <a:pt x="1337" y="11706"/>
                  </a:lnTo>
                  <a:lnTo>
                    <a:pt x="1348" y="11704"/>
                  </a:lnTo>
                  <a:lnTo>
                    <a:pt x="1985" y="11549"/>
                  </a:lnTo>
                  <a:lnTo>
                    <a:pt x="2868" y="10579"/>
                  </a:lnTo>
                  <a:lnTo>
                    <a:pt x="2886" y="10559"/>
                  </a:lnTo>
                  <a:lnTo>
                    <a:pt x="3488" y="5687"/>
                  </a:lnTo>
                  <a:lnTo>
                    <a:pt x="3489" y="5687"/>
                  </a:lnTo>
                  <a:lnTo>
                    <a:pt x="3605" y="4741"/>
                  </a:lnTo>
                  <a:lnTo>
                    <a:pt x="3851" y="2753"/>
                  </a:lnTo>
                  <a:lnTo>
                    <a:pt x="3883" y="2504"/>
                  </a:lnTo>
                  <a:lnTo>
                    <a:pt x="3936" y="2067"/>
                  </a:lnTo>
                  <a:lnTo>
                    <a:pt x="4069" y="995"/>
                  </a:lnTo>
                  <a:cubicBezTo>
                    <a:pt x="4069" y="995"/>
                    <a:pt x="3933" y="126"/>
                    <a:pt x="2701" y="10"/>
                  </a:cubicBezTo>
                  <a:cubicBezTo>
                    <a:pt x="2635" y="3"/>
                    <a:pt x="2572" y="0"/>
                    <a:pt x="2510" y="0"/>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defTabSz="914378"/>
              <a:endParaRPr dirty="0">
                <a:ea typeface="+mn-ea"/>
              </a:endParaRPr>
            </a:p>
          </p:txBody>
        </p:sp>
        <p:sp>
          <p:nvSpPr>
            <p:cNvPr id="1499" name="Google Shape;1499;p44"/>
            <p:cNvSpPr/>
            <p:nvPr/>
          </p:nvSpPr>
          <p:spPr>
            <a:xfrm>
              <a:off x="2320000" y="2143000"/>
              <a:ext cx="23200" cy="211525"/>
            </a:xfrm>
            <a:custGeom>
              <a:avLst/>
              <a:gdLst/>
              <a:ahLst/>
              <a:cxnLst/>
              <a:rect l="l" t="t" r="r" b="b"/>
              <a:pathLst>
                <a:path w="928" h="8461" extrusionOk="0">
                  <a:moveTo>
                    <a:pt x="865" y="0"/>
                  </a:moveTo>
                  <a:lnTo>
                    <a:pt x="0" y="8454"/>
                  </a:lnTo>
                  <a:lnTo>
                    <a:pt x="63" y="8461"/>
                  </a:lnTo>
                  <a:lnTo>
                    <a:pt x="928" y="6"/>
                  </a:lnTo>
                  <a:lnTo>
                    <a:pt x="865" y="0"/>
                  </a:lnTo>
                  <a:close/>
                </a:path>
              </a:pathLst>
            </a:custGeom>
            <a:solidFill>
              <a:schemeClr val="accent4"/>
            </a:solidFill>
            <a:ln>
              <a:noFill/>
            </a:ln>
          </p:spPr>
          <p:txBody>
            <a:bodyPr spcFirstLastPara="1" wrap="square" lIns="91425" tIns="91425" rIns="91425" bIns="91425" anchor="ctr" anchorCtr="0">
              <a:noAutofit/>
            </a:bodyPr>
            <a:lstStyle/>
            <a:p>
              <a:pPr defTabSz="914378"/>
              <a:endParaRPr dirty="0">
                <a:ea typeface="+mn-ea"/>
              </a:endParaRPr>
            </a:p>
          </p:txBody>
        </p:sp>
        <p:sp>
          <p:nvSpPr>
            <p:cNvPr id="1500" name="Google Shape;1500;p44"/>
            <p:cNvSpPr/>
            <p:nvPr/>
          </p:nvSpPr>
          <p:spPr>
            <a:xfrm>
              <a:off x="2348700" y="2146400"/>
              <a:ext cx="25950" cy="212975"/>
            </a:xfrm>
            <a:custGeom>
              <a:avLst/>
              <a:gdLst/>
              <a:ahLst/>
              <a:cxnLst/>
              <a:rect l="l" t="t" r="r" b="b"/>
              <a:pathLst>
                <a:path w="1038" h="8519" extrusionOk="0">
                  <a:moveTo>
                    <a:pt x="974" y="1"/>
                  </a:moveTo>
                  <a:lnTo>
                    <a:pt x="1" y="8511"/>
                  </a:lnTo>
                  <a:lnTo>
                    <a:pt x="64" y="8518"/>
                  </a:lnTo>
                  <a:lnTo>
                    <a:pt x="1037" y="8"/>
                  </a:lnTo>
                  <a:lnTo>
                    <a:pt x="974" y="1"/>
                  </a:lnTo>
                  <a:close/>
                </a:path>
              </a:pathLst>
            </a:custGeom>
            <a:solidFill>
              <a:schemeClr val="accent4"/>
            </a:solidFill>
            <a:ln>
              <a:noFill/>
            </a:ln>
          </p:spPr>
          <p:txBody>
            <a:bodyPr spcFirstLastPara="1" wrap="square" lIns="91425" tIns="91425" rIns="91425" bIns="91425" anchor="ctr" anchorCtr="0">
              <a:noAutofit/>
            </a:bodyPr>
            <a:lstStyle/>
            <a:p>
              <a:pPr defTabSz="914378"/>
              <a:endParaRPr dirty="0">
                <a:ea typeface="+mn-ea"/>
              </a:endParaRPr>
            </a:p>
          </p:txBody>
        </p:sp>
        <p:sp>
          <p:nvSpPr>
            <p:cNvPr id="1501" name="Google Shape;1501;p44"/>
            <p:cNvSpPr/>
            <p:nvPr/>
          </p:nvSpPr>
          <p:spPr>
            <a:xfrm>
              <a:off x="2299500" y="2339900"/>
              <a:ext cx="71725" cy="44150"/>
            </a:xfrm>
            <a:custGeom>
              <a:avLst/>
              <a:gdLst/>
              <a:ahLst/>
              <a:cxnLst/>
              <a:rect l="l" t="t" r="r" b="b"/>
              <a:pathLst>
                <a:path w="2869" h="1766" extrusionOk="0">
                  <a:moveTo>
                    <a:pt x="1441" y="1"/>
                  </a:moveTo>
                  <a:cubicBezTo>
                    <a:pt x="1400" y="1"/>
                    <a:pt x="1359" y="6"/>
                    <a:pt x="1320" y="17"/>
                  </a:cubicBezTo>
                  <a:cubicBezTo>
                    <a:pt x="1086" y="80"/>
                    <a:pt x="939" y="314"/>
                    <a:pt x="863" y="543"/>
                  </a:cubicBezTo>
                  <a:cubicBezTo>
                    <a:pt x="862" y="541"/>
                    <a:pt x="860" y="536"/>
                    <a:pt x="859" y="532"/>
                  </a:cubicBezTo>
                  <a:cubicBezTo>
                    <a:pt x="790" y="284"/>
                    <a:pt x="584" y="174"/>
                    <a:pt x="365" y="174"/>
                  </a:cubicBezTo>
                  <a:cubicBezTo>
                    <a:pt x="246" y="174"/>
                    <a:pt x="124" y="206"/>
                    <a:pt x="16" y="267"/>
                  </a:cubicBezTo>
                  <a:lnTo>
                    <a:pt x="1" y="426"/>
                  </a:lnTo>
                  <a:lnTo>
                    <a:pt x="585" y="1311"/>
                  </a:lnTo>
                  <a:lnTo>
                    <a:pt x="1279" y="1765"/>
                  </a:lnTo>
                  <a:lnTo>
                    <a:pt x="1339" y="1739"/>
                  </a:lnTo>
                  <a:lnTo>
                    <a:pt x="1985" y="1452"/>
                  </a:lnTo>
                  <a:lnTo>
                    <a:pt x="2868" y="482"/>
                  </a:lnTo>
                  <a:cubicBezTo>
                    <a:pt x="2790" y="432"/>
                    <a:pt x="2699" y="404"/>
                    <a:pt x="2605" y="399"/>
                  </a:cubicBezTo>
                  <a:cubicBezTo>
                    <a:pt x="2591" y="397"/>
                    <a:pt x="2576" y="397"/>
                    <a:pt x="2562" y="397"/>
                  </a:cubicBezTo>
                  <a:cubicBezTo>
                    <a:pt x="2335" y="397"/>
                    <a:pt x="2113" y="533"/>
                    <a:pt x="2011" y="735"/>
                  </a:cubicBezTo>
                  <a:cubicBezTo>
                    <a:pt x="2014" y="711"/>
                    <a:pt x="2015" y="688"/>
                    <a:pt x="2015" y="664"/>
                  </a:cubicBezTo>
                  <a:lnTo>
                    <a:pt x="2015" y="663"/>
                  </a:lnTo>
                  <a:cubicBezTo>
                    <a:pt x="2015" y="490"/>
                    <a:pt x="1962" y="316"/>
                    <a:pt x="1847" y="189"/>
                  </a:cubicBezTo>
                  <a:cubicBezTo>
                    <a:pt x="1747" y="78"/>
                    <a:pt x="1601" y="5"/>
                    <a:pt x="1452" y="1"/>
                  </a:cubicBezTo>
                  <a:cubicBezTo>
                    <a:pt x="1449" y="1"/>
                    <a:pt x="1445" y="1"/>
                    <a:pt x="1441" y="1"/>
                  </a:cubicBezTo>
                  <a:close/>
                </a:path>
              </a:pathLst>
            </a:custGeom>
            <a:solidFill>
              <a:schemeClr val="dk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defTabSz="914378"/>
              <a:endParaRPr dirty="0">
                <a:ea typeface="+mn-ea"/>
              </a:endParaRPr>
            </a:p>
          </p:txBody>
        </p:sp>
        <p:sp>
          <p:nvSpPr>
            <p:cNvPr id="1502" name="Google Shape;1502;p44"/>
            <p:cNvSpPr/>
            <p:nvPr/>
          </p:nvSpPr>
          <p:spPr>
            <a:xfrm>
              <a:off x="2314125" y="2366650"/>
              <a:ext cx="35000" cy="30325"/>
            </a:xfrm>
            <a:custGeom>
              <a:avLst/>
              <a:gdLst/>
              <a:ahLst/>
              <a:cxnLst/>
              <a:rect l="l" t="t" r="r" b="b"/>
              <a:pathLst>
                <a:path w="1400" h="1213" extrusionOk="0">
                  <a:moveTo>
                    <a:pt x="586" y="0"/>
                  </a:moveTo>
                  <a:cubicBezTo>
                    <a:pt x="365" y="0"/>
                    <a:pt x="152" y="75"/>
                    <a:pt x="0" y="241"/>
                  </a:cubicBezTo>
                  <a:lnTo>
                    <a:pt x="643" y="1213"/>
                  </a:lnTo>
                  <a:lnTo>
                    <a:pt x="725" y="1123"/>
                  </a:lnTo>
                  <a:lnTo>
                    <a:pt x="1400" y="382"/>
                  </a:lnTo>
                  <a:cubicBezTo>
                    <a:pt x="1248" y="197"/>
                    <a:pt x="1027" y="71"/>
                    <a:pt x="796" y="22"/>
                  </a:cubicBezTo>
                  <a:cubicBezTo>
                    <a:pt x="726" y="8"/>
                    <a:pt x="656" y="0"/>
                    <a:pt x="586"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03" name="Google Shape;1503;p44"/>
            <p:cNvSpPr/>
            <p:nvPr/>
          </p:nvSpPr>
          <p:spPr>
            <a:xfrm>
              <a:off x="2319475" y="2087425"/>
              <a:ext cx="81725" cy="62675"/>
            </a:xfrm>
            <a:custGeom>
              <a:avLst/>
              <a:gdLst/>
              <a:ahLst/>
              <a:cxnLst/>
              <a:rect l="l" t="t" r="r" b="b"/>
              <a:pathLst>
                <a:path w="3269" h="2507" extrusionOk="0">
                  <a:moveTo>
                    <a:pt x="1706" y="0"/>
                  </a:moveTo>
                  <a:cubicBezTo>
                    <a:pt x="1561" y="0"/>
                    <a:pt x="1428" y="16"/>
                    <a:pt x="1305" y="42"/>
                  </a:cubicBezTo>
                  <a:cubicBezTo>
                    <a:pt x="492" y="216"/>
                    <a:pt x="127" y="880"/>
                    <a:pt x="127" y="880"/>
                  </a:cubicBezTo>
                  <a:lnTo>
                    <a:pt x="16" y="2040"/>
                  </a:lnTo>
                  <a:lnTo>
                    <a:pt x="0" y="2206"/>
                  </a:lnTo>
                  <a:cubicBezTo>
                    <a:pt x="349" y="2202"/>
                    <a:pt x="711" y="2082"/>
                    <a:pt x="1065" y="2077"/>
                  </a:cubicBezTo>
                  <a:cubicBezTo>
                    <a:pt x="1100" y="2077"/>
                    <a:pt x="1136" y="2077"/>
                    <a:pt x="1173" y="2078"/>
                  </a:cubicBezTo>
                  <a:cubicBezTo>
                    <a:pt x="1544" y="2082"/>
                    <a:pt x="1916" y="2130"/>
                    <a:pt x="2276" y="2220"/>
                  </a:cubicBezTo>
                  <a:cubicBezTo>
                    <a:pt x="2553" y="2290"/>
                    <a:pt x="2823" y="2385"/>
                    <a:pt x="3083" y="2506"/>
                  </a:cubicBezTo>
                  <a:lnTo>
                    <a:pt x="3136" y="2069"/>
                  </a:lnTo>
                  <a:lnTo>
                    <a:pt x="3269" y="997"/>
                  </a:lnTo>
                  <a:cubicBezTo>
                    <a:pt x="3269" y="997"/>
                    <a:pt x="3133" y="128"/>
                    <a:pt x="1901" y="9"/>
                  </a:cubicBezTo>
                  <a:cubicBezTo>
                    <a:pt x="1834" y="3"/>
                    <a:pt x="1769" y="0"/>
                    <a:pt x="1706" y="0"/>
                  </a:cubicBezTo>
                  <a:close/>
                </a:path>
              </a:pathLst>
            </a:custGeom>
            <a:solidFill>
              <a:schemeClr val="dk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defTabSz="914378"/>
              <a:endParaRPr dirty="0">
                <a:ea typeface="+mn-ea"/>
              </a:endParaRPr>
            </a:p>
          </p:txBody>
        </p:sp>
        <p:sp>
          <p:nvSpPr>
            <p:cNvPr id="1504" name="Google Shape;1504;p44"/>
            <p:cNvSpPr/>
            <p:nvPr/>
          </p:nvSpPr>
          <p:spPr>
            <a:xfrm>
              <a:off x="2317975" y="2133575"/>
              <a:ext cx="79925" cy="24600"/>
            </a:xfrm>
            <a:custGeom>
              <a:avLst/>
              <a:gdLst/>
              <a:ahLst/>
              <a:cxnLst/>
              <a:rect l="l" t="t" r="r" b="b"/>
              <a:pathLst>
                <a:path w="3197" h="984" extrusionOk="0">
                  <a:moveTo>
                    <a:pt x="1500" y="1"/>
                  </a:moveTo>
                  <a:cubicBezTo>
                    <a:pt x="1414" y="1"/>
                    <a:pt x="1329" y="3"/>
                    <a:pt x="1247" y="8"/>
                  </a:cubicBezTo>
                  <a:cubicBezTo>
                    <a:pt x="778" y="31"/>
                    <a:pt x="374" y="114"/>
                    <a:pt x="77" y="194"/>
                  </a:cubicBezTo>
                  <a:lnTo>
                    <a:pt x="61" y="360"/>
                  </a:lnTo>
                  <a:lnTo>
                    <a:pt x="0" y="983"/>
                  </a:lnTo>
                  <a:cubicBezTo>
                    <a:pt x="240" y="908"/>
                    <a:pt x="577" y="818"/>
                    <a:pt x="940" y="761"/>
                  </a:cubicBezTo>
                  <a:cubicBezTo>
                    <a:pt x="1025" y="746"/>
                    <a:pt x="1113" y="736"/>
                    <a:pt x="1202" y="726"/>
                  </a:cubicBezTo>
                  <a:cubicBezTo>
                    <a:pt x="1296" y="718"/>
                    <a:pt x="1393" y="711"/>
                    <a:pt x="1489" y="708"/>
                  </a:cubicBezTo>
                  <a:cubicBezTo>
                    <a:pt x="1523" y="708"/>
                    <a:pt x="1557" y="707"/>
                    <a:pt x="1591" y="707"/>
                  </a:cubicBezTo>
                  <a:cubicBezTo>
                    <a:pt x="1798" y="707"/>
                    <a:pt x="2009" y="723"/>
                    <a:pt x="2211" y="746"/>
                  </a:cubicBezTo>
                  <a:cubicBezTo>
                    <a:pt x="2559" y="788"/>
                    <a:pt x="2882" y="856"/>
                    <a:pt x="3111" y="909"/>
                  </a:cubicBezTo>
                  <a:lnTo>
                    <a:pt x="3143" y="660"/>
                  </a:lnTo>
                  <a:lnTo>
                    <a:pt x="3196" y="223"/>
                  </a:lnTo>
                  <a:cubicBezTo>
                    <a:pt x="2885" y="134"/>
                    <a:pt x="2360" y="19"/>
                    <a:pt x="1639" y="2"/>
                  </a:cubicBezTo>
                  <a:cubicBezTo>
                    <a:pt x="1592" y="1"/>
                    <a:pt x="1546" y="1"/>
                    <a:pt x="1500" y="1"/>
                  </a:cubicBezTo>
                  <a:close/>
                </a:path>
              </a:pathLst>
            </a:custGeom>
            <a:solidFill>
              <a:schemeClr val="accent4"/>
            </a:solidFill>
            <a:ln>
              <a:noFill/>
            </a:ln>
          </p:spPr>
          <p:txBody>
            <a:bodyPr spcFirstLastPara="1" wrap="square" lIns="91425" tIns="91425" rIns="91425" bIns="91425" anchor="ctr" anchorCtr="0">
              <a:noAutofit/>
            </a:bodyPr>
            <a:lstStyle/>
            <a:p>
              <a:pPr defTabSz="914378"/>
              <a:endParaRPr dirty="0">
                <a:ea typeface="+mn-ea"/>
              </a:endParaRPr>
            </a:p>
          </p:txBody>
        </p:sp>
        <p:sp>
          <p:nvSpPr>
            <p:cNvPr id="1505" name="Google Shape;1505;p44"/>
            <p:cNvSpPr/>
            <p:nvPr/>
          </p:nvSpPr>
          <p:spPr>
            <a:xfrm>
              <a:off x="2311600" y="2202475"/>
              <a:ext cx="20125" cy="25025"/>
            </a:xfrm>
            <a:custGeom>
              <a:avLst/>
              <a:gdLst/>
              <a:ahLst/>
              <a:cxnLst/>
              <a:rect l="l" t="t" r="r" b="b"/>
              <a:pathLst>
                <a:path w="805" h="1001" extrusionOk="0">
                  <a:moveTo>
                    <a:pt x="320" y="1"/>
                  </a:moveTo>
                  <a:cubicBezTo>
                    <a:pt x="232" y="1"/>
                    <a:pt x="149" y="24"/>
                    <a:pt x="78" y="64"/>
                  </a:cubicBezTo>
                  <a:lnTo>
                    <a:pt x="0" y="882"/>
                  </a:lnTo>
                  <a:lnTo>
                    <a:pt x="0" y="883"/>
                  </a:lnTo>
                  <a:cubicBezTo>
                    <a:pt x="80" y="953"/>
                    <a:pt x="184" y="997"/>
                    <a:pt x="296" y="1000"/>
                  </a:cubicBezTo>
                  <a:cubicBezTo>
                    <a:pt x="302" y="1000"/>
                    <a:pt x="307" y="1001"/>
                    <a:pt x="313" y="1001"/>
                  </a:cubicBezTo>
                  <a:cubicBezTo>
                    <a:pt x="574" y="1001"/>
                    <a:pt x="790" y="788"/>
                    <a:pt x="799" y="518"/>
                  </a:cubicBezTo>
                  <a:cubicBezTo>
                    <a:pt x="804" y="397"/>
                    <a:pt x="765" y="284"/>
                    <a:pt x="700" y="194"/>
                  </a:cubicBezTo>
                  <a:cubicBezTo>
                    <a:pt x="699" y="194"/>
                    <a:pt x="699" y="193"/>
                    <a:pt x="699" y="193"/>
                  </a:cubicBezTo>
                  <a:cubicBezTo>
                    <a:pt x="631" y="103"/>
                    <a:pt x="533" y="37"/>
                    <a:pt x="420" y="11"/>
                  </a:cubicBezTo>
                  <a:lnTo>
                    <a:pt x="418" y="11"/>
                  </a:lnTo>
                  <a:cubicBezTo>
                    <a:pt x="391" y="5"/>
                    <a:pt x="362" y="3"/>
                    <a:pt x="332" y="1"/>
                  </a:cubicBezTo>
                  <a:cubicBezTo>
                    <a:pt x="328" y="1"/>
                    <a:pt x="324" y="1"/>
                    <a:pt x="320" y="1"/>
                  </a:cubicBezTo>
                  <a:close/>
                </a:path>
              </a:pathLst>
            </a:custGeom>
            <a:solidFill>
              <a:schemeClr val="dk2"/>
            </a:solidFill>
            <a:ln>
              <a:noFill/>
            </a:ln>
          </p:spPr>
          <p:txBody>
            <a:bodyPr spcFirstLastPara="1" wrap="square" lIns="91425" tIns="91425" rIns="91425" bIns="91425" anchor="ctr" anchorCtr="0">
              <a:noAutofit/>
            </a:bodyPr>
            <a:lstStyle/>
            <a:p>
              <a:pPr defTabSz="914378"/>
              <a:endParaRPr dirty="0">
                <a:ea typeface="+mn-ea"/>
              </a:endParaRPr>
            </a:p>
          </p:txBody>
        </p:sp>
        <p:sp>
          <p:nvSpPr>
            <p:cNvPr id="1506" name="Google Shape;1506;p44"/>
            <p:cNvSpPr/>
            <p:nvPr/>
          </p:nvSpPr>
          <p:spPr>
            <a:xfrm>
              <a:off x="2372125" y="2204825"/>
              <a:ext cx="17500" cy="25025"/>
            </a:xfrm>
            <a:custGeom>
              <a:avLst/>
              <a:gdLst/>
              <a:ahLst/>
              <a:cxnLst/>
              <a:rect l="l" t="t" r="r" b="b"/>
              <a:pathLst>
                <a:path w="700" h="1001" extrusionOk="0">
                  <a:moveTo>
                    <a:pt x="493" y="0"/>
                  </a:moveTo>
                  <a:cubicBezTo>
                    <a:pt x="474" y="0"/>
                    <a:pt x="456" y="1"/>
                    <a:pt x="437" y="5"/>
                  </a:cubicBezTo>
                  <a:cubicBezTo>
                    <a:pt x="319" y="19"/>
                    <a:pt x="212" y="76"/>
                    <a:pt x="136" y="164"/>
                  </a:cubicBezTo>
                  <a:cubicBezTo>
                    <a:pt x="62" y="248"/>
                    <a:pt x="15" y="359"/>
                    <a:pt x="10" y="483"/>
                  </a:cubicBezTo>
                  <a:cubicBezTo>
                    <a:pt x="0" y="759"/>
                    <a:pt x="209" y="990"/>
                    <a:pt x="477" y="1000"/>
                  </a:cubicBezTo>
                  <a:cubicBezTo>
                    <a:pt x="482" y="1000"/>
                    <a:pt x="488" y="1000"/>
                    <a:pt x="494" y="1000"/>
                  </a:cubicBezTo>
                  <a:cubicBezTo>
                    <a:pt x="523" y="1000"/>
                    <a:pt x="554" y="998"/>
                    <a:pt x="583" y="993"/>
                  </a:cubicBezTo>
                  <a:lnTo>
                    <a:pt x="584" y="993"/>
                  </a:lnTo>
                  <a:lnTo>
                    <a:pt x="700" y="47"/>
                  </a:lnTo>
                  <a:cubicBezTo>
                    <a:pt x="642" y="19"/>
                    <a:pt x="579" y="1"/>
                    <a:pt x="512" y="0"/>
                  </a:cubicBezTo>
                  <a:cubicBezTo>
                    <a:pt x="505" y="0"/>
                    <a:pt x="499" y="0"/>
                    <a:pt x="493" y="0"/>
                  </a:cubicBezTo>
                  <a:close/>
                </a:path>
              </a:pathLst>
            </a:custGeom>
            <a:solidFill>
              <a:schemeClr val="dk2"/>
            </a:solidFill>
            <a:ln>
              <a:noFill/>
            </a:ln>
          </p:spPr>
          <p:txBody>
            <a:bodyPr spcFirstLastPara="1" wrap="square" lIns="91425" tIns="91425" rIns="91425" bIns="91425" anchor="ctr" anchorCtr="0">
              <a:noAutofit/>
            </a:bodyPr>
            <a:lstStyle/>
            <a:p>
              <a:pPr defTabSz="914378"/>
              <a:endParaRPr dirty="0">
                <a:ea typeface="+mn-ea"/>
              </a:endParaRPr>
            </a:p>
          </p:txBody>
        </p:sp>
        <p:sp>
          <p:nvSpPr>
            <p:cNvPr id="1507" name="Google Shape;1507;p44"/>
            <p:cNvSpPr/>
            <p:nvPr/>
          </p:nvSpPr>
          <p:spPr>
            <a:xfrm>
              <a:off x="2321875" y="2196350"/>
              <a:ext cx="11175" cy="11275"/>
            </a:xfrm>
            <a:custGeom>
              <a:avLst/>
              <a:gdLst/>
              <a:ahLst/>
              <a:cxnLst/>
              <a:rect l="l" t="t" r="r" b="b"/>
              <a:pathLst>
                <a:path w="447" h="451" extrusionOk="0">
                  <a:moveTo>
                    <a:pt x="225" y="1"/>
                  </a:moveTo>
                  <a:cubicBezTo>
                    <a:pt x="107" y="1"/>
                    <a:pt x="10" y="96"/>
                    <a:pt x="6" y="217"/>
                  </a:cubicBezTo>
                  <a:cubicBezTo>
                    <a:pt x="1" y="343"/>
                    <a:pt x="95" y="446"/>
                    <a:pt x="215" y="450"/>
                  </a:cubicBezTo>
                  <a:cubicBezTo>
                    <a:pt x="218" y="450"/>
                    <a:pt x="220" y="450"/>
                    <a:pt x="223" y="450"/>
                  </a:cubicBezTo>
                  <a:cubicBezTo>
                    <a:pt x="341" y="450"/>
                    <a:pt x="438" y="354"/>
                    <a:pt x="442" y="233"/>
                  </a:cubicBezTo>
                  <a:cubicBezTo>
                    <a:pt x="447" y="109"/>
                    <a:pt x="352" y="6"/>
                    <a:pt x="232" y="1"/>
                  </a:cubicBezTo>
                  <a:cubicBezTo>
                    <a:pt x="230" y="1"/>
                    <a:pt x="227" y="1"/>
                    <a:pt x="225"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08" name="Google Shape;1508;p44"/>
            <p:cNvSpPr/>
            <p:nvPr/>
          </p:nvSpPr>
          <p:spPr>
            <a:xfrm>
              <a:off x="2372150" y="2198150"/>
              <a:ext cx="11150" cy="11275"/>
            </a:xfrm>
            <a:custGeom>
              <a:avLst/>
              <a:gdLst/>
              <a:ahLst/>
              <a:cxnLst/>
              <a:rect l="l" t="t" r="r" b="b"/>
              <a:pathLst>
                <a:path w="446" h="451" extrusionOk="0">
                  <a:moveTo>
                    <a:pt x="226" y="0"/>
                  </a:moveTo>
                  <a:cubicBezTo>
                    <a:pt x="108" y="0"/>
                    <a:pt x="10" y="96"/>
                    <a:pt x="6" y="218"/>
                  </a:cubicBezTo>
                  <a:cubicBezTo>
                    <a:pt x="0" y="342"/>
                    <a:pt x="95" y="446"/>
                    <a:pt x="215" y="451"/>
                  </a:cubicBezTo>
                  <a:cubicBezTo>
                    <a:pt x="217" y="451"/>
                    <a:pt x="220" y="451"/>
                    <a:pt x="222" y="451"/>
                  </a:cubicBezTo>
                  <a:cubicBezTo>
                    <a:pt x="340" y="451"/>
                    <a:pt x="437" y="354"/>
                    <a:pt x="441" y="234"/>
                  </a:cubicBezTo>
                  <a:cubicBezTo>
                    <a:pt x="445" y="110"/>
                    <a:pt x="352" y="5"/>
                    <a:pt x="232" y="0"/>
                  </a:cubicBezTo>
                  <a:cubicBezTo>
                    <a:pt x="230" y="0"/>
                    <a:pt x="228" y="0"/>
                    <a:pt x="226"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09" name="Google Shape;1509;p44"/>
            <p:cNvSpPr/>
            <p:nvPr/>
          </p:nvSpPr>
          <p:spPr>
            <a:xfrm>
              <a:off x="2344400" y="2201875"/>
              <a:ext cx="16825" cy="15050"/>
            </a:xfrm>
            <a:custGeom>
              <a:avLst/>
              <a:gdLst/>
              <a:ahLst/>
              <a:cxnLst/>
              <a:rect l="l" t="t" r="r" b="b"/>
              <a:pathLst>
                <a:path w="673" h="602" extrusionOk="0">
                  <a:moveTo>
                    <a:pt x="40" y="1"/>
                  </a:moveTo>
                  <a:cubicBezTo>
                    <a:pt x="19" y="1"/>
                    <a:pt x="2" y="16"/>
                    <a:pt x="2" y="37"/>
                  </a:cubicBezTo>
                  <a:cubicBezTo>
                    <a:pt x="2" y="60"/>
                    <a:pt x="0" y="582"/>
                    <a:pt x="323" y="601"/>
                  </a:cubicBezTo>
                  <a:lnTo>
                    <a:pt x="339" y="601"/>
                  </a:lnTo>
                  <a:cubicBezTo>
                    <a:pt x="400" y="601"/>
                    <a:pt x="456" y="579"/>
                    <a:pt x="502" y="538"/>
                  </a:cubicBezTo>
                  <a:cubicBezTo>
                    <a:pt x="658" y="396"/>
                    <a:pt x="673" y="62"/>
                    <a:pt x="673" y="48"/>
                  </a:cubicBezTo>
                  <a:cubicBezTo>
                    <a:pt x="673" y="27"/>
                    <a:pt x="657" y="9"/>
                    <a:pt x="636" y="8"/>
                  </a:cubicBezTo>
                  <a:cubicBezTo>
                    <a:pt x="615" y="8"/>
                    <a:pt x="598" y="24"/>
                    <a:pt x="597" y="45"/>
                  </a:cubicBezTo>
                  <a:cubicBezTo>
                    <a:pt x="597" y="48"/>
                    <a:pt x="583" y="360"/>
                    <a:pt x="451" y="481"/>
                  </a:cubicBezTo>
                  <a:cubicBezTo>
                    <a:pt x="417" y="512"/>
                    <a:pt x="379" y="527"/>
                    <a:pt x="335" y="527"/>
                  </a:cubicBezTo>
                  <a:cubicBezTo>
                    <a:pt x="332" y="527"/>
                    <a:pt x="329" y="527"/>
                    <a:pt x="327" y="527"/>
                  </a:cubicBezTo>
                  <a:cubicBezTo>
                    <a:pt x="76" y="512"/>
                    <a:pt x="77" y="44"/>
                    <a:pt x="77" y="38"/>
                  </a:cubicBezTo>
                  <a:cubicBezTo>
                    <a:pt x="78" y="17"/>
                    <a:pt x="61" y="1"/>
                    <a:pt x="40"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0" name="Google Shape;1510;p44"/>
            <p:cNvSpPr/>
            <p:nvPr/>
          </p:nvSpPr>
          <p:spPr>
            <a:xfrm>
              <a:off x="2170275" y="2363150"/>
              <a:ext cx="46200" cy="39800"/>
            </a:xfrm>
            <a:custGeom>
              <a:avLst/>
              <a:gdLst/>
              <a:ahLst/>
              <a:cxnLst/>
              <a:rect l="l" t="t" r="r" b="b"/>
              <a:pathLst>
                <a:path w="1848" h="1592" extrusionOk="0">
                  <a:moveTo>
                    <a:pt x="1194" y="0"/>
                  </a:moveTo>
                  <a:cubicBezTo>
                    <a:pt x="1120" y="0"/>
                    <a:pt x="1039" y="20"/>
                    <a:pt x="954" y="59"/>
                  </a:cubicBezTo>
                  <a:cubicBezTo>
                    <a:pt x="882" y="91"/>
                    <a:pt x="824" y="138"/>
                    <a:pt x="782" y="193"/>
                  </a:cubicBezTo>
                  <a:cubicBezTo>
                    <a:pt x="740" y="248"/>
                    <a:pt x="714" y="306"/>
                    <a:pt x="705" y="367"/>
                  </a:cubicBezTo>
                  <a:cubicBezTo>
                    <a:pt x="694" y="426"/>
                    <a:pt x="689" y="489"/>
                    <a:pt x="689" y="553"/>
                  </a:cubicBezTo>
                  <a:cubicBezTo>
                    <a:pt x="688" y="617"/>
                    <a:pt x="692" y="675"/>
                    <a:pt x="699" y="728"/>
                  </a:cubicBezTo>
                  <a:cubicBezTo>
                    <a:pt x="707" y="779"/>
                    <a:pt x="710" y="826"/>
                    <a:pt x="706" y="864"/>
                  </a:cubicBezTo>
                  <a:cubicBezTo>
                    <a:pt x="703" y="901"/>
                    <a:pt x="690" y="926"/>
                    <a:pt x="668" y="936"/>
                  </a:cubicBezTo>
                  <a:cubicBezTo>
                    <a:pt x="657" y="941"/>
                    <a:pt x="647" y="944"/>
                    <a:pt x="637" y="944"/>
                  </a:cubicBezTo>
                  <a:cubicBezTo>
                    <a:pt x="626" y="944"/>
                    <a:pt x="616" y="941"/>
                    <a:pt x="606" y="935"/>
                  </a:cubicBezTo>
                  <a:cubicBezTo>
                    <a:pt x="587" y="925"/>
                    <a:pt x="564" y="890"/>
                    <a:pt x="539" y="835"/>
                  </a:cubicBezTo>
                  <a:cubicBezTo>
                    <a:pt x="514" y="779"/>
                    <a:pt x="494" y="688"/>
                    <a:pt x="483" y="562"/>
                  </a:cubicBezTo>
                  <a:cubicBezTo>
                    <a:pt x="471" y="435"/>
                    <a:pt x="463" y="368"/>
                    <a:pt x="460" y="363"/>
                  </a:cubicBezTo>
                  <a:cubicBezTo>
                    <a:pt x="452" y="343"/>
                    <a:pt x="426" y="333"/>
                    <a:pt x="383" y="333"/>
                  </a:cubicBezTo>
                  <a:cubicBezTo>
                    <a:pt x="360" y="333"/>
                    <a:pt x="332" y="336"/>
                    <a:pt x="298" y="342"/>
                  </a:cubicBezTo>
                  <a:cubicBezTo>
                    <a:pt x="205" y="358"/>
                    <a:pt x="119" y="384"/>
                    <a:pt x="41" y="419"/>
                  </a:cubicBezTo>
                  <a:cubicBezTo>
                    <a:pt x="20" y="428"/>
                    <a:pt x="6" y="463"/>
                    <a:pt x="4" y="519"/>
                  </a:cubicBezTo>
                  <a:cubicBezTo>
                    <a:pt x="1" y="575"/>
                    <a:pt x="14" y="661"/>
                    <a:pt x="43" y="775"/>
                  </a:cubicBezTo>
                  <a:cubicBezTo>
                    <a:pt x="72" y="890"/>
                    <a:pt x="113" y="1007"/>
                    <a:pt x="167" y="1123"/>
                  </a:cubicBezTo>
                  <a:cubicBezTo>
                    <a:pt x="221" y="1241"/>
                    <a:pt x="274" y="1332"/>
                    <a:pt x="329" y="1397"/>
                  </a:cubicBezTo>
                  <a:cubicBezTo>
                    <a:pt x="383" y="1463"/>
                    <a:pt x="434" y="1510"/>
                    <a:pt x="484" y="1537"/>
                  </a:cubicBezTo>
                  <a:cubicBezTo>
                    <a:pt x="534" y="1564"/>
                    <a:pt x="585" y="1582"/>
                    <a:pt x="635" y="1587"/>
                  </a:cubicBezTo>
                  <a:cubicBezTo>
                    <a:pt x="655" y="1590"/>
                    <a:pt x="675" y="1591"/>
                    <a:pt x="695" y="1591"/>
                  </a:cubicBezTo>
                  <a:cubicBezTo>
                    <a:pt x="762" y="1591"/>
                    <a:pt x="828" y="1577"/>
                    <a:pt x="891" y="1547"/>
                  </a:cubicBezTo>
                  <a:cubicBezTo>
                    <a:pt x="972" y="1512"/>
                    <a:pt x="1034" y="1464"/>
                    <a:pt x="1079" y="1406"/>
                  </a:cubicBezTo>
                  <a:cubicBezTo>
                    <a:pt x="1125" y="1349"/>
                    <a:pt x="1154" y="1290"/>
                    <a:pt x="1166" y="1230"/>
                  </a:cubicBezTo>
                  <a:cubicBezTo>
                    <a:pt x="1178" y="1169"/>
                    <a:pt x="1183" y="1106"/>
                    <a:pt x="1183" y="1041"/>
                  </a:cubicBezTo>
                  <a:cubicBezTo>
                    <a:pt x="1183" y="977"/>
                    <a:pt x="1179" y="919"/>
                    <a:pt x="1171" y="869"/>
                  </a:cubicBezTo>
                  <a:cubicBezTo>
                    <a:pt x="1162" y="819"/>
                    <a:pt x="1158" y="774"/>
                    <a:pt x="1158" y="737"/>
                  </a:cubicBezTo>
                  <a:cubicBezTo>
                    <a:pt x="1160" y="701"/>
                    <a:pt x="1172" y="677"/>
                    <a:pt x="1194" y="667"/>
                  </a:cubicBezTo>
                  <a:cubicBezTo>
                    <a:pt x="1203" y="663"/>
                    <a:pt x="1212" y="660"/>
                    <a:pt x="1221" y="660"/>
                  </a:cubicBezTo>
                  <a:cubicBezTo>
                    <a:pt x="1234" y="660"/>
                    <a:pt x="1247" y="665"/>
                    <a:pt x="1259" y="675"/>
                  </a:cubicBezTo>
                  <a:cubicBezTo>
                    <a:pt x="1279" y="693"/>
                    <a:pt x="1304" y="731"/>
                    <a:pt x="1332" y="791"/>
                  </a:cubicBezTo>
                  <a:cubicBezTo>
                    <a:pt x="1360" y="852"/>
                    <a:pt x="1374" y="937"/>
                    <a:pt x="1376" y="1048"/>
                  </a:cubicBezTo>
                  <a:cubicBezTo>
                    <a:pt x="1378" y="1085"/>
                    <a:pt x="1379" y="1106"/>
                    <a:pt x="1382" y="1111"/>
                  </a:cubicBezTo>
                  <a:cubicBezTo>
                    <a:pt x="1396" y="1139"/>
                    <a:pt x="1442" y="1154"/>
                    <a:pt x="1521" y="1154"/>
                  </a:cubicBezTo>
                  <a:cubicBezTo>
                    <a:pt x="1531" y="1154"/>
                    <a:pt x="1542" y="1153"/>
                    <a:pt x="1553" y="1153"/>
                  </a:cubicBezTo>
                  <a:cubicBezTo>
                    <a:pt x="1651" y="1149"/>
                    <a:pt x="1737" y="1131"/>
                    <a:pt x="1809" y="1098"/>
                  </a:cubicBezTo>
                  <a:cubicBezTo>
                    <a:pt x="1830" y="1089"/>
                    <a:pt x="1842" y="1057"/>
                    <a:pt x="1845" y="1007"/>
                  </a:cubicBezTo>
                  <a:cubicBezTo>
                    <a:pt x="1847" y="957"/>
                    <a:pt x="1836" y="877"/>
                    <a:pt x="1806" y="769"/>
                  </a:cubicBezTo>
                  <a:cubicBezTo>
                    <a:pt x="1778" y="662"/>
                    <a:pt x="1732" y="539"/>
                    <a:pt x="1669" y="401"/>
                  </a:cubicBezTo>
                  <a:cubicBezTo>
                    <a:pt x="1548" y="134"/>
                    <a:pt x="1389" y="0"/>
                    <a:pt x="1194"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1" name="Google Shape;1511;p44"/>
            <p:cNvSpPr/>
            <p:nvPr/>
          </p:nvSpPr>
          <p:spPr>
            <a:xfrm>
              <a:off x="2193700" y="2390400"/>
              <a:ext cx="46425" cy="43225"/>
            </a:xfrm>
            <a:custGeom>
              <a:avLst/>
              <a:gdLst/>
              <a:ahLst/>
              <a:cxnLst/>
              <a:rect l="l" t="t" r="r" b="b"/>
              <a:pathLst>
                <a:path w="1857" h="1729" extrusionOk="0">
                  <a:moveTo>
                    <a:pt x="1016" y="1"/>
                  </a:moveTo>
                  <a:cubicBezTo>
                    <a:pt x="994" y="1"/>
                    <a:pt x="965" y="9"/>
                    <a:pt x="930" y="25"/>
                  </a:cubicBezTo>
                  <a:cubicBezTo>
                    <a:pt x="866" y="53"/>
                    <a:pt x="802" y="96"/>
                    <a:pt x="735" y="149"/>
                  </a:cubicBezTo>
                  <a:cubicBezTo>
                    <a:pt x="671" y="204"/>
                    <a:pt x="625" y="248"/>
                    <a:pt x="600" y="285"/>
                  </a:cubicBezTo>
                  <a:cubicBezTo>
                    <a:pt x="573" y="322"/>
                    <a:pt x="567" y="347"/>
                    <a:pt x="578" y="360"/>
                  </a:cubicBezTo>
                  <a:lnTo>
                    <a:pt x="781" y="606"/>
                  </a:lnTo>
                  <a:lnTo>
                    <a:pt x="19" y="1232"/>
                  </a:lnTo>
                  <a:cubicBezTo>
                    <a:pt x="3" y="1245"/>
                    <a:pt x="0" y="1263"/>
                    <a:pt x="10" y="1289"/>
                  </a:cubicBezTo>
                  <a:cubicBezTo>
                    <a:pt x="19" y="1314"/>
                    <a:pt x="55" y="1362"/>
                    <a:pt x="114" y="1435"/>
                  </a:cubicBezTo>
                  <a:cubicBezTo>
                    <a:pt x="173" y="1507"/>
                    <a:pt x="237" y="1577"/>
                    <a:pt x="304" y="1642"/>
                  </a:cubicBezTo>
                  <a:cubicBezTo>
                    <a:pt x="363" y="1700"/>
                    <a:pt x="402" y="1728"/>
                    <a:pt x="418" y="1728"/>
                  </a:cubicBezTo>
                  <a:cubicBezTo>
                    <a:pt x="421" y="1728"/>
                    <a:pt x="423" y="1727"/>
                    <a:pt x="424" y="1726"/>
                  </a:cubicBezTo>
                  <a:lnTo>
                    <a:pt x="1186" y="1100"/>
                  </a:lnTo>
                  <a:lnTo>
                    <a:pt x="1367" y="1321"/>
                  </a:lnTo>
                  <a:cubicBezTo>
                    <a:pt x="1375" y="1330"/>
                    <a:pt x="1386" y="1335"/>
                    <a:pt x="1402" y="1335"/>
                  </a:cubicBezTo>
                  <a:cubicBezTo>
                    <a:pt x="1424" y="1335"/>
                    <a:pt x="1455" y="1325"/>
                    <a:pt x="1494" y="1305"/>
                  </a:cubicBezTo>
                  <a:cubicBezTo>
                    <a:pt x="1561" y="1273"/>
                    <a:pt x="1624" y="1231"/>
                    <a:pt x="1688" y="1179"/>
                  </a:cubicBezTo>
                  <a:cubicBezTo>
                    <a:pt x="1751" y="1128"/>
                    <a:pt x="1796" y="1086"/>
                    <a:pt x="1823" y="1052"/>
                  </a:cubicBezTo>
                  <a:cubicBezTo>
                    <a:pt x="1851" y="1017"/>
                    <a:pt x="1857" y="991"/>
                    <a:pt x="1843" y="974"/>
                  </a:cubicBezTo>
                  <a:lnTo>
                    <a:pt x="1055" y="17"/>
                  </a:lnTo>
                  <a:cubicBezTo>
                    <a:pt x="1047" y="6"/>
                    <a:pt x="1034" y="1"/>
                    <a:pt x="1016"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2" name="Google Shape;1512;p44"/>
            <p:cNvSpPr/>
            <p:nvPr/>
          </p:nvSpPr>
          <p:spPr>
            <a:xfrm>
              <a:off x="2222000" y="2418025"/>
              <a:ext cx="47450" cy="46575"/>
            </a:xfrm>
            <a:custGeom>
              <a:avLst/>
              <a:gdLst/>
              <a:ahLst/>
              <a:cxnLst/>
              <a:rect l="l" t="t" r="r" b="b"/>
              <a:pathLst>
                <a:path w="1898" h="1863" extrusionOk="0">
                  <a:moveTo>
                    <a:pt x="716" y="0"/>
                  </a:moveTo>
                  <a:cubicBezTo>
                    <a:pt x="683" y="0"/>
                    <a:pt x="661" y="9"/>
                    <a:pt x="648" y="27"/>
                  </a:cubicBezTo>
                  <a:lnTo>
                    <a:pt x="167" y="718"/>
                  </a:lnTo>
                  <a:cubicBezTo>
                    <a:pt x="43" y="898"/>
                    <a:pt x="0" y="1070"/>
                    <a:pt x="44" y="1234"/>
                  </a:cubicBezTo>
                  <a:cubicBezTo>
                    <a:pt x="86" y="1397"/>
                    <a:pt x="207" y="1545"/>
                    <a:pt x="403" y="1682"/>
                  </a:cubicBezTo>
                  <a:cubicBezTo>
                    <a:pt x="576" y="1802"/>
                    <a:pt x="739" y="1863"/>
                    <a:pt x="888" y="1863"/>
                  </a:cubicBezTo>
                  <a:cubicBezTo>
                    <a:pt x="908" y="1863"/>
                    <a:pt x="927" y="1862"/>
                    <a:pt x="946" y="1860"/>
                  </a:cubicBezTo>
                  <a:cubicBezTo>
                    <a:pt x="1112" y="1841"/>
                    <a:pt x="1258" y="1742"/>
                    <a:pt x="1386" y="1562"/>
                  </a:cubicBezTo>
                  <a:lnTo>
                    <a:pt x="1880" y="851"/>
                  </a:lnTo>
                  <a:cubicBezTo>
                    <a:pt x="1892" y="835"/>
                    <a:pt x="1897" y="810"/>
                    <a:pt x="1898" y="777"/>
                  </a:cubicBezTo>
                  <a:cubicBezTo>
                    <a:pt x="1897" y="733"/>
                    <a:pt x="1856" y="684"/>
                    <a:pt x="1777" y="630"/>
                  </a:cubicBezTo>
                  <a:cubicBezTo>
                    <a:pt x="1684" y="564"/>
                    <a:pt x="1593" y="520"/>
                    <a:pt x="1506" y="496"/>
                  </a:cubicBezTo>
                  <a:cubicBezTo>
                    <a:pt x="1467" y="486"/>
                    <a:pt x="1435" y="480"/>
                    <a:pt x="1409" y="480"/>
                  </a:cubicBezTo>
                  <a:cubicBezTo>
                    <a:pt x="1375" y="480"/>
                    <a:pt x="1352" y="489"/>
                    <a:pt x="1339" y="507"/>
                  </a:cubicBezTo>
                  <a:lnTo>
                    <a:pt x="966" y="1045"/>
                  </a:lnTo>
                  <a:cubicBezTo>
                    <a:pt x="865" y="1190"/>
                    <a:pt x="795" y="1283"/>
                    <a:pt x="754" y="1321"/>
                  </a:cubicBezTo>
                  <a:cubicBezTo>
                    <a:pt x="729" y="1344"/>
                    <a:pt x="705" y="1356"/>
                    <a:pt x="683" y="1356"/>
                  </a:cubicBezTo>
                  <a:cubicBezTo>
                    <a:pt x="668" y="1356"/>
                    <a:pt x="655" y="1352"/>
                    <a:pt x="641" y="1342"/>
                  </a:cubicBezTo>
                  <a:cubicBezTo>
                    <a:pt x="606" y="1318"/>
                    <a:pt x="599" y="1278"/>
                    <a:pt x="620" y="1225"/>
                  </a:cubicBezTo>
                  <a:cubicBezTo>
                    <a:pt x="641" y="1171"/>
                    <a:pt x="701" y="1074"/>
                    <a:pt x="799" y="932"/>
                  </a:cubicBezTo>
                  <a:lnTo>
                    <a:pt x="1188" y="371"/>
                  </a:lnTo>
                  <a:cubicBezTo>
                    <a:pt x="1198" y="355"/>
                    <a:pt x="1206" y="330"/>
                    <a:pt x="1204" y="295"/>
                  </a:cubicBezTo>
                  <a:cubicBezTo>
                    <a:pt x="1202" y="252"/>
                    <a:pt x="1162" y="204"/>
                    <a:pt x="1087" y="151"/>
                  </a:cubicBezTo>
                  <a:cubicBezTo>
                    <a:pt x="993" y="85"/>
                    <a:pt x="902" y="40"/>
                    <a:pt x="813" y="16"/>
                  </a:cubicBezTo>
                  <a:cubicBezTo>
                    <a:pt x="774" y="6"/>
                    <a:pt x="742" y="0"/>
                    <a:pt x="716"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3" name="Google Shape;1513;p44"/>
            <p:cNvSpPr/>
            <p:nvPr/>
          </p:nvSpPr>
          <p:spPr>
            <a:xfrm>
              <a:off x="2258750" y="2437900"/>
              <a:ext cx="44725" cy="45150"/>
            </a:xfrm>
            <a:custGeom>
              <a:avLst/>
              <a:gdLst/>
              <a:ahLst/>
              <a:cxnLst/>
              <a:rect l="l" t="t" r="r" b="b"/>
              <a:pathLst>
                <a:path w="1789" h="1806" extrusionOk="0">
                  <a:moveTo>
                    <a:pt x="1000" y="491"/>
                  </a:moveTo>
                  <a:cubicBezTo>
                    <a:pt x="1014" y="491"/>
                    <a:pt x="1034" y="496"/>
                    <a:pt x="1062" y="505"/>
                  </a:cubicBezTo>
                  <a:cubicBezTo>
                    <a:pt x="1112" y="523"/>
                    <a:pt x="1140" y="563"/>
                    <a:pt x="1147" y="629"/>
                  </a:cubicBezTo>
                  <a:cubicBezTo>
                    <a:pt x="1152" y="694"/>
                    <a:pt x="1126" y="814"/>
                    <a:pt x="1070" y="986"/>
                  </a:cubicBezTo>
                  <a:cubicBezTo>
                    <a:pt x="1015" y="1156"/>
                    <a:pt x="963" y="1275"/>
                    <a:pt x="919" y="1336"/>
                  </a:cubicBezTo>
                  <a:cubicBezTo>
                    <a:pt x="882" y="1387"/>
                    <a:pt x="846" y="1413"/>
                    <a:pt x="810" y="1413"/>
                  </a:cubicBezTo>
                  <a:cubicBezTo>
                    <a:pt x="802" y="1413"/>
                    <a:pt x="794" y="1411"/>
                    <a:pt x="786" y="1409"/>
                  </a:cubicBezTo>
                  <a:lnTo>
                    <a:pt x="706" y="1373"/>
                  </a:lnTo>
                  <a:lnTo>
                    <a:pt x="990" y="492"/>
                  </a:lnTo>
                  <a:cubicBezTo>
                    <a:pt x="993" y="492"/>
                    <a:pt x="996" y="491"/>
                    <a:pt x="1000" y="491"/>
                  </a:cubicBezTo>
                  <a:close/>
                  <a:moveTo>
                    <a:pt x="554" y="1"/>
                  </a:moveTo>
                  <a:cubicBezTo>
                    <a:pt x="544" y="1"/>
                    <a:pt x="536" y="2"/>
                    <a:pt x="528" y="3"/>
                  </a:cubicBezTo>
                  <a:cubicBezTo>
                    <a:pt x="490" y="8"/>
                    <a:pt x="465" y="30"/>
                    <a:pt x="453" y="68"/>
                  </a:cubicBezTo>
                  <a:lnTo>
                    <a:pt x="9" y="1445"/>
                  </a:lnTo>
                  <a:cubicBezTo>
                    <a:pt x="1" y="1467"/>
                    <a:pt x="9" y="1489"/>
                    <a:pt x="30" y="1507"/>
                  </a:cubicBezTo>
                  <a:cubicBezTo>
                    <a:pt x="52" y="1525"/>
                    <a:pt x="99" y="1546"/>
                    <a:pt x="169" y="1570"/>
                  </a:cubicBezTo>
                  <a:lnTo>
                    <a:pt x="684" y="1735"/>
                  </a:lnTo>
                  <a:cubicBezTo>
                    <a:pt x="829" y="1782"/>
                    <a:pt x="957" y="1805"/>
                    <a:pt x="1067" y="1805"/>
                  </a:cubicBezTo>
                  <a:cubicBezTo>
                    <a:pt x="1166" y="1805"/>
                    <a:pt x="1250" y="1786"/>
                    <a:pt x="1320" y="1748"/>
                  </a:cubicBezTo>
                  <a:cubicBezTo>
                    <a:pt x="1468" y="1666"/>
                    <a:pt x="1589" y="1481"/>
                    <a:pt x="1683" y="1192"/>
                  </a:cubicBezTo>
                  <a:cubicBezTo>
                    <a:pt x="1777" y="903"/>
                    <a:pt x="1788" y="687"/>
                    <a:pt x="1717" y="542"/>
                  </a:cubicBezTo>
                  <a:cubicBezTo>
                    <a:pt x="1646" y="399"/>
                    <a:pt x="1472" y="282"/>
                    <a:pt x="1193" y="191"/>
                  </a:cubicBezTo>
                  <a:lnTo>
                    <a:pt x="702" y="31"/>
                  </a:lnTo>
                  <a:cubicBezTo>
                    <a:pt x="639" y="11"/>
                    <a:pt x="590" y="1"/>
                    <a:pt x="554"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4" name="Google Shape;1514;p44"/>
            <p:cNvSpPr/>
            <p:nvPr/>
          </p:nvSpPr>
          <p:spPr>
            <a:xfrm>
              <a:off x="2305150" y="2448650"/>
              <a:ext cx="38950" cy="40825"/>
            </a:xfrm>
            <a:custGeom>
              <a:avLst/>
              <a:gdLst/>
              <a:ahLst/>
              <a:cxnLst/>
              <a:rect l="l" t="t" r="r" b="b"/>
              <a:pathLst>
                <a:path w="1558" h="1633" extrusionOk="0">
                  <a:moveTo>
                    <a:pt x="462" y="1"/>
                  </a:moveTo>
                  <a:cubicBezTo>
                    <a:pt x="357" y="1"/>
                    <a:pt x="256" y="16"/>
                    <a:pt x="159" y="44"/>
                  </a:cubicBezTo>
                  <a:cubicBezTo>
                    <a:pt x="54" y="77"/>
                    <a:pt x="3" y="110"/>
                    <a:pt x="2" y="141"/>
                  </a:cubicBezTo>
                  <a:cubicBezTo>
                    <a:pt x="1" y="194"/>
                    <a:pt x="142" y="535"/>
                    <a:pt x="427" y="1162"/>
                  </a:cubicBezTo>
                  <a:lnTo>
                    <a:pt x="415" y="1560"/>
                  </a:lnTo>
                  <a:cubicBezTo>
                    <a:pt x="413" y="1583"/>
                    <a:pt x="427" y="1602"/>
                    <a:pt x="454" y="1613"/>
                  </a:cubicBezTo>
                  <a:cubicBezTo>
                    <a:pt x="480" y="1623"/>
                    <a:pt x="541" y="1630"/>
                    <a:pt x="633" y="1632"/>
                  </a:cubicBezTo>
                  <a:cubicBezTo>
                    <a:pt x="653" y="1633"/>
                    <a:pt x="674" y="1633"/>
                    <a:pt x="694" y="1633"/>
                  </a:cubicBezTo>
                  <a:cubicBezTo>
                    <a:pt x="767" y="1633"/>
                    <a:pt x="839" y="1629"/>
                    <a:pt x="912" y="1621"/>
                  </a:cubicBezTo>
                  <a:cubicBezTo>
                    <a:pt x="1005" y="1613"/>
                    <a:pt x="1053" y="1597"/>
                    <a:pt x="1054" y="1581"/>
                  </a:cubicBezTo>
                  <a:lnTo>
                    <a:pt x="1065" y="1183"/>
                  </a:lnTo>
                  <a:cubicBezTo>
                    <a:pt x="1392" y="531"/>
                    <a:pt x="1555" y="191"/>
                    <a:pt x="1557" y="162"/>
                  </a:cubicBezTo>
                  <a:cubicBezTo>
                    <a:pt x="1558" y="132"/>
                    <a:pt x="1539" y="103"/>
                    <a:pt x="1504" y="74"/>
                  </a:cubicBezTo>
                  <a:cubicBezTo>
                    <a:pt x="1468" y="44"/>
                    <a:pt x="1402" y="29"/>
                    <a:pt x="1307" y="26"/>
                  </a:cubicBezTo>
                  <a:cubicBezTo>
                    <a:pt x="1296" y="26"/>
                    <a:pt x="1285" y="26"/>
                    <a:pt x="1274" y="26"/>
                  </a:cubicBezTo>
                  <a:cubicBezTo>
                    <a:pt x="1190" y="26"/>
                    <a:pt x="1100" y="37"/>
                    <a:pt x="1006" y="58"/>
                  </a:cubicBezTo>
                  <a:cubicBezTo>
                    <a:pt x="900" y="81"/>
                    <a:pt x="844" y="116"/>
                    <a:pt x="841" y="158"/>
                  </a:cubicBezTo>
                  <a:lnTo>
                    <a:pt x="780" y="757"/>
                  </a:lnTo>
                  <a:lnTo>
                    <a:pt x="755" y="754"/>
                  </a:lnTo>
                  <a:lnTo>
                    <a:pt x="711" y="137"/>
                  </a:lnTo>
                  <a:cubicBezTo>
                    <a:pt x="705" y="50"/>
                    <a:pt x="628" y="5"/>
                    <a:pt x="484" y="1"/>
                  </a:cubicBezTo>
                  <a:cubicBezTo>
                    <a:pt x="476" y="1"/>
                    <a:pt x="469" y="1"/>
                    <a:pt x="462"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5" name="Google Shape;1515;p44"/>
            <p:cNvSpPr/>
            <p:nvPr/>
          </p:nvSpPr>
          <p:spPr>
            <a:xfrm>
              <a:off x="2354725" y="2436575"/>
              <a:ext cx="35825" cy="45750"/>
            </a:xfrm>
            <a:custGeom>
              <a:avLst/>
              <a:gdLst/>
              <a:ahLst/>
              <a:cxnLst/>
              <a:rect l="l" t="t" r="r" b="b"/>
              <a:pathLst>
                <a:path w="1433" h="1830" extrusionOk="0">
                  <a:moveTo>
                    <a:pt x="1224" y="0"/>
                  </a:moveTo>
                  <a:cubicBezTo>
                    <a:pt x="1220" y="0"/>
                    <a:pt x="1217" y="1"/>
                    <a:pt x="1213" y="2"/>
                  </a:cubicBezTo>
                  <a:lnTo>
                    <a:pt x="42" y="409"/>
                  </a:lnTo>
                  <a:cubicBezTo>
                    <a:pt x="12" y="420"/>
                    <a:pt x="1" y="461"/>
                    <a:pt x="6" y="530"/>
                  </a:cubicBezTo>
                  <a:cubicBezTo>
                    <a:pt x="11" y="600"/>
                    <a:pt x="28" y="676"/>
                    <a:pt x="56" y="756"/>
                  </a:cubicBezTo>
                  <a:cubicBezTo>
                    <a:pt x="84" y="836"/>
                    <a:pt x="111" y="893"/>
                    <a:pt x="137" y="930"/>
                  </a:cubicBezTo>
                  <a:cubicBezTo>
                    <a:pt x="158" y="962"/>
                    <a:pt x="176" y="978"/>
                    <a:pt x="191" y="978"/>
                  </a:cubicBezTo>
                  <a:cubicBezTo>
                    <a:pt x="194" y="978"/>
                    <a:pt x="196" y="977"/>
                    <a:pt x="198" y="977"/>
                  </a:cubicBezTo>
                  <a:lnTo>
                    <a:pt x="500" y="871"/>
                  </a:lnTo>
                  <a:lnTo>
                    <a:pt x="823" y="1802"/>
                  </a:lnTo>
                  <a:cubicBezTo>
                    <a:pt x="829" y="1820"/>
                    <a:pt x="847" y="1830"/>
                    <a:pt x="873" y="1830"/>
                  </a:cubicBezTo>
                  <a:cubicBezTo>
                    <a:pt x="900" y="1829"/>
                    <a:pt x="956" y="1813"/>
                    <a:pt x="1047" y="1782"/>
                  </a:cubicBezTo>
                  <a:cubicBezTo>
                    <a:pt x="1136" y="1752"/>
                    <a:pt x="1222" y="1717"/>
                    <a:pt x="1308" y="1676"/>
                  </a:cubicBezTo>
                  <a:cubicBezTo>
                    <a:pt x="1394" y="1636"/>
                    <a:pt x="1433" y="1608"/>
                    <a:pt x="1426" y="1593"/>
                  </a:cubicBezTo>
                  <a:lnTo>
                    <a:pt x="1102" y="662"/>
                  </a:lnTo>
                  <a:lnTo>
                    <a:pt x="1374" y="567"/>
                  </a:lnTo>
                  <a:cubicBezTo>
                    <a:pt x="1400" y="557"/>
                    <a:pt x="1411" y="516"/>
                    <a:pt x="1402" y="442"/>
                  </a:cubicBezTo>
                  <a:cubicBezTo>
                    <a:pt x="1395" y="368"/>
                    <a:pt x="1377" y="294"/>
                    <a:pt x="1351" y="218"/>
                  </a:cubicBezTo>
                  <a:cubicBezTo>
                    <a:pt x="1324" y="141"/>
                    <a:pt x="1301" y="84"/>
                    <a:pt x="1279" y="47"/>
                  </a:cubicBezTo>
                  <a:cubicBezTo>
                    <a:pt x="1261" y="16"/>
                    <a:pt x="1242" y="0"/>
                    <a:pt x="1224"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6" name="Google Shape;1516;p44"/>
            <p:cNvSpPr/>
            <p:nvPr/>
          </p:nvSpPr>
          <p:spPr>
            <a:xfrm>
              <a:off x="2387925" y="2428125"/>
              <a:ext cx="32700" cy="41200"/>
            </a:xfrm>
            <a:custGeom>
              <a:avLst/>
              <a:gdLst/>
              <a:ahLst/>
              <a:cxnLst/>
              <a:rect l="l" t="t" r="r" b="b"/>
              <a:pathLst>
                <a:path w="1308" h="1648" extrusionOk="0">
                  <a:moveTo>
                    <a:pt x="466" y="0"/>
                  </a:moveTo>
                  <a:cubicBezTo>
                    <a:pt x="424" y="0"/>
                    <a:pt x="372" y="18"/>
                    <a:pt x="311" y="54"/>
                  </a:cubicBezTo>
                  <a:cubicBezTo>
                    <a:pt x="218" y="111"/>
                    <a:pt x="140" y="175"/>
                    <a:pt x="82" y="249"/>
                  </a:cubicBezTo>
                  <a:cubicBezTo>
                    <a:pt x="22" y="322"/>
                    <a:pt x="1" y="374"/>
                    <a:pt x="18" y="402"/>
                  </a:cubicBezTo>
                  <a:lnTo>
                    <a:pt x="748" y="1627"/>
                  </a:lnTo>
                  <a:cubicBezTo>
                    <a:pt x="755" y="1640"/>
                    <a:pt x="768" y="1647"/>
                    <a:pt x="785" y="1647"/>
                  </a:cubicBezTo>
                  <a:cubicBezTo>
                    <a:pt x="790" y="1647"/>
                    <a:pt x="797" y="1646"/>
                    <a:pt x="803" y="1645"/>
                  </a:cubicBezTo>
                  <a:cubicBezTo>
                    <a:pt x="830" y="1638"/>
                    <a:pt x="883" y="1611"/>
                    <a:pt x="963" y="1563"/>
                  </a:cubicBezTo>
                  <a:cubicBezTo>
                    <a:pt x="1045" y="1514"/>
                    <a:pt x="1123" y="1463"/>
                    <a:pt x="1198" y="1406"/>
                  </a:cubicBezTo>
                  <a:cubicBezTo>
                    <a:pt x="1272" y="1350"/>
                    <a:pt x="1307" y="1316"/>
                    <a:pt x="1297" y="1300"/>
                  </a:cubicBezTo>
                  <a:lnTo>
                    <a:pt x="546" y="39"/>
                  </a:lnTo>
                  <a:cubicBezTo>
                    <a:pt x="537" y="27"/>
                    <a:pt x="526" y="16"/>
                    <a:pt x="509" y="8"/>
                  </a:cubicBezTo>
                  <a:cubicBezTo>
                    <a:pt x="496" y="3"/>
                    <a:pt x="481" y="0"/>
                    <a:pt x="466"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7" name="Google Shape;1517;p44"/>
            <p:cNvSpPr/>
            <p:nvPr/>
          </p:nvSpPr>
          <p:spPr>
            <a:xfrm>
              <a:off x="2403475" y="2396625"/>
              <a:ext cx="59025" cy="59125"/>
            </a:xfrm>
            <a:custGeom>
              <a:avLst/>
              <a:gdLst/>
              <a:ahLst/>
              <a:cxnLst/>
              <a:rect l="l" t="t" r="r" b="b"/>
              <a:pathLst>
                <a:path w="2361" h="2365" extrusionOk="0">
                  <a:moveTo>
                    <a:pt x="1275" y="1"/>
                  </a:moveTo>
                  <a:cubicBezTo>
                    <a:pt x="1257" y="1"/>
                    <a:pt x="1235" y="8"/>
                    <a:pt x="1207" y="21"/>
                  </a:cubicBezTo>
                  <a:cubicBezTo>
                    <a:pt x="1160" y="46"/>
                    <a:pt x="1098" y="97"/>
                    <a:pt x="1021" y="172"/>
                  </a:cubicBezTo>
                  <a:cubicBezTo>
                    <a:pt x="946" y="246"/>
                    <a:pt x="887" y="326"/>
                    <a:pt x="846" y="413"/>
                  </a:cubicBezTo>
                  <a:cubicBezTo>
                    <a:pt x="805" y="498"/>
                    <a:pt x="797" y="558"/>
                    <a:pt x="818" y="595"/>
                  </a:cubicBezTo>
                  <a:lnTo>
                    <a:pt x="1121" y="1108"/>
                  </a:lnTo>
                  <a:lnTo>
                    <a:pt x="1107" y="1123"/>
                  </a:lnTo>
                  <a:lnTo>
                    <a:pt x="568" y="804"/>
                  </a:lnTo>
                  <a:cubicBezTo>
                    <a:pt x="553" y="795"/>
                    <a:pt x="535" y="790"/>
                    <a:pt x="513" y="790"/>
                  </a:cubicBezTo>
                  <a:cubicBezTo>
                    <a:pt x="495" y="790"/>
                    <a:pt x="474" y="793"/>
                    <a:pt x="451" y="799"/>
                  </a:cubicBezTo>
                  <a:cubicBezTo>
                    <a:pt x="398" y="812"/>
                    <a:pt x="335" y="857"/>
                    <a:pt x="258" y="932"/>
                  </a:cubicBezTo>
                  <a:cubicBezTo>
                    <a:pt x="182" y="1008"/>
                    <a:pt x="119" y="1086"/>
                    <a:pt x="67" y="1167"/>
                  </a:cubicBezTo>
                  <a:cubicBezTo>
                    <a:pt x="14" y="1249"/>
                    <a:pt x="0" y="1302"/>
                    <a:pt x="26" y="1327"/>
                  </a:cubicBezTo>
                  <a:lnTo>
                    <a:pt x="1047" y="2350"/>
                  </a:lnTo>
                  <a:cubicBezTo>
                    <a:pt x="1057" y="2360"/>
                    <a:pt x="1069" y="2365"/>
                    <a:pt x="1082" y="2365"/>
                  </a:cubicBezTo>
                  <a:cubicBezTo>
                    <a:pt x="1091" y="2365"/>
                    <a:pt x="1100" y="2363"/>
                    <a:pt x="1110" y="2359"/>
                  </a:cubicBezTo>
                  <a:cubicBezTo>
                    <a:pt x="1137" y="2348"/>
                    <a:pt x="1175" y="2317"/>
                    <a:pt x="1227" y="2265"/>
                  </a:cubicBezTo>
                  <a:cubicBezTo>
                    <a:pt x="1280" y="2214"/>
                    <a:pt x="1317" y="2176"/>
                    <a:pt x="1345" y="2148"/>
                  </a:cubicBezTo>
                  <a:cubicBezTo>
                    <a:pt x="1476" y="2011"/>
                    <a:pt x="1529" y="1926"/>
                    <a:pt x="1498" y="1896"/>
                  </a:cubicBezTo>
                  <a:cubicBezTo>
                    <a:pt x="1417" y="1814"/>
                    <a:pt x="1256" y="1672"/>
                    <a:pt x="1015" y="1469"/>
                  </a:cubicBezTo>
                  <a:lnTo>
                    <a:pt x="1029" y="1454"/>
                  </a:lnTo>
                  <a:lnTo>
                    <a:pt x="1539" y="1791"/>
                  </a:lnTo>
                  <a:cubicBezTo>
                    <a:pt x="1557" y="1803"/>
                    <a:pt x="1572" y="1809"/>
                    <a:pt x="1586" y="1809"/>
                  </a:cubicBezTo>
                  <a:cubicBezTo>
                    <a:pt x="1590" y="1809"/>
                    <a:pt x="1594" y="1809"/>
                    <a:pt x="1597" y="1808"/>
                  </a:cubicBezTo>
                  <a:cubicBezTo>
                    <a:pt x="1614" y="1803"/>
                    <a:pt x="1646" y="1779"/>
                    <a:pt x="1692" y="1733"/>
                  </a:cubicBezTo>
                  <a:cubicBezTo>
                    <a:pt x="1738" y="1687"/>
                    <a:pt x="1770" y="1648"/>
                    <a:pt x="1786" y="1617"/>
                  </a:cubicBezTo>
                  <a:cubicBezTo>
                    <a:pt x="1801" y="1587"/>
                    <a:pt x="1803" y="1561"/>
                    <a:pt x="1789" y="1542"/>
                  </a:cubicBezTo>
                  <a:lnTo>
                    <a:pt x="1451" y="1034"/>
                  </a:lnTo>
                  <a:lnTo>
                    <a:pt x="1466" y="1020"/>
                  </a:lnTo>
                  <a:cubicBezTo>
                    <a:pt x="1666" y="1256"/>
                    <a:pt x="1808" y="1418"/>
                    <a:pt x="1893" y="1504"/>
                  </a:cubicBezTo>
                  <a:cubicBezTo>
                    <a:pt x="1901" y="1512"/>
                    <a:pt x="1912" y="1516"/>
                    <a:pt x="1924" y="1516"/>
                  </a:cubicBezTo>
                  <a:cubicBezTo>
                    <a:pt x="1958" y="1516"/>
                    <a:pt x="2009" y="1483"/>
                    <a:pt x="2073" y="1418"/>
                  </a:cubicBezTo>
                  <a:cubicBezTo>
                    <a:pt x="2162" y="1330"/>
                    <a:pt x="2234" y="1250"/>
                    <a:pt x="2286" y="1181"/>
                  </a:cubicBezTo>
                  <a:cubicBezTo>
                    <a:pt x="2340" y="1110"/>
                    <a:pt x="2360" y="1069"/>
                    <a:pt x="2345" y="1054"/>
                  </a:cubicBezTo>
                  <a:lnTo>
                    <a:pt x="1307" y="13"/>
                  </a:lnTo>
                  <a:cubicBezTo>
                    <a:pt x="1299" y="5"/>
                    <a:pt x="1288" y="1"/>
                    <a:pt x="1275"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8" name="Google Shape;1518;p44"/>
            <p:cNvSpPr/>
            <p:nvPr/>
          </p:nvSpPr>
          <p:spPr>
            <a:xfrm>
              <a:off x="2434975" y="2368200"/>
              <a:ext cx="48725" cy="44650"/>
            </a:xfrm>
            <a:custGeom>
              <a:avLst/>
              <a:gdLst/>
              <a:ahLst/>
              <a:cxnLst/>
              <a:rect l="l" t="t" r="r" b="b"/>
              <a:pathLst>
                <a:path w="1949" h="1786" extrusionOk="0">
                  <a:moveTo>
                    <a:pt x="533" y="0"/>
                  </a:moveTo>
                  <a:cubicBezTo>
                    <a:pt x="517" y="0"/>
                    <a:pt x="507" y="5"/>
                    <a:pt x="501" y="16"/>
                  </a:cubicBezTo>
                  <a:lnTo>
                    <a:pt x="70" y="830"/>
                  </a:lnTo>
                  <a:cubicBezTo>
                    <a:pt x="27" y="913"/>
                    <a:pt x="5" y="973"/>
                    <a:pt x="2" y="1013"/>
                  </a:cubicBezTo>
                  <a:cubicBezTo>
                    <a:pt x="1" y="1052"/>
                    <a:pt x="16" y="1081"/>
                    <a:pt x="52" y="1099"/>
                  </a:cubicBezTo>
                  <a:lnTo>
                    <a:pt x="1335" y="1780"/>
                  </a:lnTo>
                  <a:cubicBezTo>
                    <a:pt x="1343" y="1784"/>
                    <a:pt x="1351" y="1786"/>
                    <a:pt x="1359" y="1786"/>
                  </a:cubicBezTo>
                  <a:cubicBezTo>
                    <a:pt x="1372" y="1786"/>
                    <a:pt x="1385" y="1781"/>
                    <a:pt x="1398" y="1769"/>
                  </a:cubicBezTo>
                  <a:cubicBezTo>
                    <a:pt x="1420" y="1750"/>
                    <a:pt x="1447" y="1708"/>
                    <a:pt x="1483" y="1643"/>
                  </a:cubicBezTo>
                  <a:lnTo>
                    <a:pt x="1938" y="784"/>
                  </a:lnTo>
                  <a:cubicBezTo>
                    <a:pt x="1948" y="765"/>
                    <a:pt x="1932" y="735"/>
                    <a:pt x="1889" y="696"/>
                  </a:cubicBezTo>
                  <a:cubicBezTo>
                    <a:pt x="1847" y="659"/>
                    <a:pt x="1779" y="614"/>
                    <a:pt x="1684" y="565"/>
                  </a:cubicBezTo>
                  <a:cubicBezTo>
                    <a:pt x="1623" y="532"/>
                    <a:pt x="1578" y="516"/>
                    <a:pt x="1550" y="516"/>
                  </a:cubicBezTo>
                  <a:cubicBezTo>
                    <a:pt x="1535" y="516"/>
                    <a:pt x="1525" y="521"/>
                    <a:pt x="1520" y="531"/>
                  </a:cubicBezTo>
                  <a:cubicBezTo>
                    <a:pt x="1473" y="621"/>
                    <a:pt x="1395" y="787"/>
                    <a:pt x="1288" y="1031"/>
                  </a:cubicBezTo>
                  <a:lnTo>
                    <a:pt x="1158" y="962"/>
                  </a:lnTo>
                  <a:lnTo>
                    <a:pt x="1361" y="602"/>
                  </a:lnTo>
                  <a:cubicBezTo>
                    <a:pt x="1374" y="577"/>
                    <a:pt x="1362" y="546"/>
                    <a:pt x="1325" y="509"/>
                  </a:cubicBezTo>
                  <a:cubicBezTo>
                    <a:pt x="1289" y="472"/>
                    <a:pt x="1229" y="430"/>
                    <a:pt x="1143" y="386"/>
                  </a:cubicBezTo>
                  <a:cubicBezTo>
                    <a:pt x="1096" y="361"/>
                    <a:pt x="1059" y="348"/>
                    <a:pt x="1032" y="348"/>
                  </a:cubicBezTo>
                  <a:cubicBezTo>
                    <a:pt x="1011" y="348"/>
                    <a:pt x="996" y="356"/>
                    <a:pt x="988" y="372"/>
                  </a:cubicBezTo>
                  <a:cubicBezTo>
                    <a:pt x="955" y="433"/>
                    <a:pt x="890" y="566"/>
                    <a:pt x="792" y="770"/>
                  </a:cubicBezTo>
                  <a:lnTo>
                    <a:pt x="657" y="697"/>
                  </a:lnTo>
                  <a:cubicBezTo>
                    <a:pt x="784" y="499"/>
                    <a:pt x="873" y="355"/>
                    <a:pt x="918" y="267"/>
                  </a:cubicBezTo>
                  <a:cubicBezTo>
                    <a:pt x="929" y="246"/>
                    <a:pt x="914" y="218"/>
                    <a:pt x="870" y="179"/>
                  </a:cubicBezTo>
                  <a:cubicBezTo>
                    <a:pt x="827" y="141"/>
                    <a:pt x="758" y="98"/>
                    <a:pt x="665" y="47"/>
                  </a:cubicBezTo>
                  <a:cubicBezTo>
                    <a:pt x="605" y="16"/>
                    <a:pt x="561" y="0"/>
                    <a:pt x="533" y="0"/>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19" name="Google Shape;1519;p44"/>
            <p:cNvSpPr/>
            <p:nvPr/>
          </p:nvSpPr>
          <p:spPr>
            <a:xfrm>
              <a:off x="2246125" y="2146600"/>
              <a:ext cx="33225" cy="39275"/>
            </a:xfrm>
            <a:custGeom>
              <a:avLst/>
              <a:gdLst/>
              <a:ahLst/>
              <a:cxnLst/>
              <a:rect l="l" t="t" r="r" b="b"/>
              <a:pathLst>
                <a:path w="1329" h="1571" extrusionOk="0">
                  <a:moveTo>
                    <a:pt x="696" y="1"/>
                  </a:moveTo>
                  <a:cubicBezTo>
                    <a:pt x="675" y="1"/>
                    <a:pt x="654" y="13"/>
                    <a:pt x="646" y="37"/>
                  </a:cubicBezTo>
                  <a:cubicBezTo>
                    <a:pt x="596" y="183"/>
                    <a:pt x="528" y="323"/>
                    <a:pt x="433" y="444"/>
                  </a:cubicBezTo>
                  <a:cubicBezTo>
                    <a:pt x="331" y="577"/>
                    <a:pt x="197" y="686"/>
                    <a:pt x="44" y="750"/>
                  </a:cubicBezTo>
                  <a:cubicBezTo>
                    <a:pt x="1" y="768"/>
                    <a:pt x="2" y="830"/>
                    <a:pt x="46" y="849"/>
                  </a:cubicBezTo>
                  <a:cubicBezTo>
                    <a:pt x="342" y="971"/>
                    <a:pt x="530" y="1203"/>
                    <a:pt x="657" y="1536"/>
                  </a:cubicBezTo>
                  <a:cubicBezTo>
                    <a:pt x="666" y="1559"/>
                    <a:pt x="686" y="1571"/>
                    <a:pt x="706" y="1571"/>
                  </a:cubicBezTo>
                  <a:cubicBezTo>
                    <a:pt x="726" y="1571"/>
                    <a:pt x="747" y="1559"/>
                    <a:pt x="756" y="1536"/>
                  </a:cubicBezTo>
                  <a:cubicBezTo>
                    <a:pt x="867" y="1261"/>
                    <a:pt x="1021" y="971"/>
                    <a:pt x="1290" y="833"/>
                  </a:cubicBezTo>
                  <a:cubicBezTo>
                    <a:pt x="1329" y="813"/>
                    <a:pt x="1328" y="758"/>
                    <a:pt x="1289" y="739"/>
                  </a:cubicBezTo>
                  <a:cubicBezTo>
                    <a:pt x="1138" y="665"/>
                    <a:pt x="1011" y="544"/>
                    <a:pt x="917" y="403"/>
                  </a:cubicBezTo>
                  <a:cubicBezTo>
                    <a:pt x="838" y="284"/>
                    <a:pt x="786" y="166"/>
                    <a:pt x="747" y="39"/>
                  </a:cubicBezTo>
                  <a:cubicBezTo>
                    <a:pt x="739" y="13"/>
                    <a:pt x="718" y="1"/>
                    <a:pt x="696" y="1"/>
                  </a:cubicBezTo>
                  <a:close/>
                </a:path>
              </a:pathLst>
            </a:custGeom>
            <a:solidFill>
              <a:schemeClr val="lt2"/>
            </a:solidFill>
            <a:ln>
              <a:noFill/>
            </a:ln>
          </p:spPr>
          <p:txBody>
            <a:bodyPr spcFirstLastPara="1" wrap="square" lIns="91425" tIns="91425" rIns="91425" bIns="91425" anchor="ctr" anchorCtr="0">
              <a:noAutofit/>
            </a:bodyPr>
            <a:lstStyle/>
            <a:p>
              <a:pPr defTabSz="914378"/>
              <a:endParaRPr dirty="0">
                <a:ea typeface="+mn-ea"/>
              </a:endParaRPr>
            </a:p>
          </p:txBody>
        </p:sp>
        <p:sp>
          <p:nvSpPr>
            <p:cNvPr id="1520" name="Google Shape;1520;p44"/>
            <p:cNvSpPr/>
            <p:nvPr/>
          </p:nvSpPr>
          <p:spPr>
            <a:xfrm>
              <a:off x="2418100" y="2208750"/>
              <a:ext cx="33200" cy="39275"/>
            </a:xfrm>
            <a:custGeom>
              <a:avLst/>
              <a:gdLst/>
              <a:ahLst/>
              <a:cxnLst/>
              <a:rect l="l" t="t" r="r" b="b"/>
              <a:pathLst>
                <a:path w="1328" h="1571" extrusionOk="0">
                  <a:moveTo>
                    <a:pt x="695" y="0"/>
                  </a:moveTo>
                  <a:cubicBezTo>
                    <a:pt x="674" y="0"/>
                    <a:pt x="652" y="12"/>
                    <a:pt x="644" y="37"/>
                  </a:cubicBezTo>
                  <a:cubicBezTo>
                    <a:pt x="596" y="182"/>
                    <a:pt x="527" y="322"/>
                    <a:pt x="433" y="443"/>
                  </a:cubicBezTo>
                  <a:cubicBezTo>
                    <a:pt x="330" y="576"/>
                    <a:pt x="196" y="685"/>
                    <a:pt x="43" y="749"/>
                  </a:cubicBezTo>
                  <a:cubicBezTo>
                    <a:pt x="0" y="768"/>
                    <a:pt x="1" y="830"/>
                    <a:pt x="44" y="848"/>
                  </a:cubicBezTo>
                  <a:cubicBezTo>
                    <a:pt x="340" y="970"/>
                    <a:pt x="528" y="1202"/>
                    <a:pt x="656" y="1536"/>
                  </a:cubicBezTo>
                  <a:cubicBezTo>
                    <a:pt x="665" y="1559"/>
                    <a:pt x="686" y="1570"/>
                    <a:pt x="706" y="1570"/>
                  </a:cubicBezTo>
                  <a:cubicBezTo>
                    <a:pt x="726" y="1570"/>
                    <a:pt x="746" y="1559"/>
                    <a:pt x="755" y="1536"/>
                  </a:cubicBezTo>
                  <a:cubicBezTo>
                    <a:pt x="865" y="1260"/>
                    <a:pt x="1020" y="970"/>
                    <a:pt x="1288" y="832"/>
                  </a:cubicBezTo>
                  <a:cubicBezTo>
                    <a:pt x="1328" y="812"/>
                    <a:pt x="1327" y="758"/>
                    <a:pt x="1287" y="738"/>
                  </a:cubicBezTo>
                  <a:cubicBezTo>
                    <a:pt x="1138" y="664"/>
                    <a:pt x="1010" y="543"/>
                    <a:pt x="917" y="402"/>
                  </a:cubicBezTo>
                  <a:cubicBezTo>
                    <a:pt x="838" y="284"/>
                    <a:pt x="785" y="165"/>
                    <a:pt x="745" y="38"/>
                  </a:cubicBezTo>
                  <a:cubicBezTo>
                    <a:pt x="738" y="13"/>
                    <a:pt x="717" y="0"/>
                    <a:pt x="695" y="0"/>
                  </a:cubicBezTo>
                  <a:close/>
                </a:path>
              </a:pathLst>
            </a:custGeom>
            <a:solidFill>
              <a:schemeClr val="lt2"/>
            </a:solidFill>
            <a:ln>
              <a:noFill/>
            </a:ln>
          </p:spPr>
          <p:txBody>
            <a:bodyPr spcFirstLastPara="1" wrap="square" lIns="91425" tIns="91425" rIns="91425" bIns="91425" anchor="ctr" anchorCtr="0">
              <a:noAutofit/>
            </a:bodyPr>
            <a:lstStyle/>
            <a:p>
              <a:pPr defTabSz="914378"/>
              <a:endParaRPr dirty="0">
                <a:ea typeface="+mn-ea"/>
              </a:endParaRPr>
            </a:p>
          </p:txBody>
        </p:sp>
        <p:sp>
          <p:nvSpPr>
            <p:cNvPr id="1521" name="Google Shape;1521;p44"/>
            <p:cNvSpPr/>
            <p:nvPr/>
          </p:nvSpPr>
          <p:spPr>
            <a:xfrm>
              <a:off x="2138450" y="2336600"/>
              <a:ext cx="33250" cy="39300"/>
            </a:xfrm>
            <a:custGeom>
              <a:avLst/>
              <a:gdLst/>
              <a:ahLst/>
              <a:cxnLst/>
              <a:rect l="l" t="t" r="r" b="b"/>
              <a:pathLst>
                <a:path w="1330" h="1572" extrusionOk="0">
                  <a:moveTo>
                    <a:pt x="696" y="1"/>
                  </a:moveTo>
                  <a:cubicBezTo>
                    <a:pt x="675" y="1"/>
                    <a:pt x="654" y="13"/>
                    <a:pt x="646" y="37"/>
                  </a:cubicBezTo>
                  <a:cubicBezTo>
                    <a:pt x="597" y="183"/>
                    <a:pt x="529" y="322"/>
                    <a:pt x="434" y="443"/>
                  </a:cubicBezTo>
                  <a:cubicBezTo>
                    <a:pt x="331" y="577"/>
                    <a:pt x="197" y="685"/>
                    <a:pt x="45" y="750"/>
                  </a:cubicBezTo>
                  <a:cubicBezTo>
                    <a:pt x="1" y="768"/>
                    <a:pt x="3" y="830"/>
                    <a:pt x="46" y="848"/>
                  </a:cubicBezTo>
                  <a:cubicBezTo>
                    <a:pt x="342" y="971"/>
                    <a:pt x="530" y="1203"/>
                    <a:pt x="657" y="1536"/>
                  </a:cubicBezTo>
                  <a:cubicBezTo>
                    <a:pt x="666" y="1560"/>
                    <a:pt x="686" y="1571"/>
                    <a:pt x="707" y="1571"/>
                  </a:cubicBezTo>
                  <a:cubicBezTo>
                    <a:pt x="727" y="1571"/>
                    <a:pt x="748" y="1560"/>
                    <a:pt x="756" y="1536"/>
                  </a:cubicBezTo>
                  <a:cubicBezTo>
                    <a:pt x="867" y="1261"/>
                    <a:pt x="1021" y="971"/>
                    <a:pt x="1289" y="832"/>
                  </a:cubicBezTo>
                  <a:cubicBezTo>
                    <a:pt x="1329" y="814"/>
                    <a:pt x="1328" y="758"/>
                    <a:pt x="1288" y="738"/>
                  </a:cubicBezTo>
                  <a:cubicBezTo>
                    <a:pt x="1139" y="664"/>
                    <a:pt x="1011" y="543"/>
                    <a:pt x="918" y="403"/>
                  </a:cubicBezTo>
                  <a:cubicBezTo>
                    <a:pt x="839" y="284"/>
                    <a:pt x="787" y="167"/>
                    <a:pt x="747" y="38"/>
                  </a:cubicBezTo>
                  <a:cubicBezTo>
                    <a:pt x="739" y="13"/>
                    <a:pt x="718" y="1"/>
                    <a:pt x="696" y="1"/>
                  </a:cubicBezTo>
                  <a:close/>
                </a:path>
              </a:pathLst>
            </a:custGeom>
            <a:solidFill>
              <a:schemeClr val="lt2"/>
            </a:solidFill>
            <a:ln>
              <a:noFill/>
            </a:ln>
          </p:spPr>
          <p:txBody>
            <a:bodyPr spcFirstLastPara="1" wrap="square" lIns="91425" tIns="91425" rIns="91425" bIns="91425" anchor="ctr" anchorCtr="0">
              <a:noAutofit/>
            </a:bodyPr>
            <a:lstStyle/>
            <a:p>
              <a:pPr defTabSz="914378"/>
              <a:endParaRPr dirty="0">
                <a:ea typeface="+mn-ea"/>
              </a:endParaRPr>
            </a:p>
          </p:txBody>
        </p:sp>
        <p:sp>
          <p:nvSpPr>
            <p:cNvPr id="1522" name="Google Shape;1522;p44"/>
            <p:cNvSpPr/>
            <p:nvPr/>
          </p:nvSpPr>
          <p:spPr>
            <a:xfrm>
              <a:off x="2461425" y="2331575"/>
              <a:ext cx="33200" cy="39275"/>
            </a:xfrm>
            <a:custGeom>
              <a:avLst/>
              <a:gdLst/>
              <a:ahLst/>
              <a:cxnLst/>
              <a:rect l="l" t="t" r="r" b="b"/>
              <a:pathLst>
                <a:path w="1328" h="1571" extrusionOk="0">
                  <a:moveTo>
                    <a:pt x="695" y="0"/>
                  </a:moveTo>
                  <a:cubicBezTo>
                    <a:pt x="674" y="0"/>
                    <a:pt x="653" y="12"/>
                    <a:pt x="645" y="37"/>
                  </a:cubicBezTo>
                  <a:cubicBezTo>
                    <a:pt x="595" y="183"/>
                    <a:pt x="527" y="322"/>
                    <a:pt x="432" y="443"/>
                  </a:cubicBezTo>
                  <a:cubicBezTo>
                    <a:pt x="330" y="576"/>
                    <a:pt x="196" y="685"/>
                    <a:pt x="43" y="749"/>
                  </a:cubicBezTo>
                  <a:cubicBezTo>
                    <a:pt x="0" y="768"/>
                    <a:pt x="1" y="830"/>
                    <a:pt x="45" y="848"/>
                  </a:cubicBezTo>
                  <a:cubicBezTo>
                    <a:pt x="341" y="970"/>
                    <a:pt x="529" y="1202"/>
                    <a:pt x="657" y="1536"/>
                  </a:cubicBezTo>
                  <a:cubicBezTo>
                    <a:pt x="666" y="1559"/>
                    <a:pt x="686" y="1570"/>
                    <a:pt x="707" y="1570"/>
                  </a:cubicBezTo>
                  <a:cubicBezTo>
                    <a:pt x="726" y="1570"/>
                    <a:pt x="746" y="1559"/>
                    <a:pt x="754" y="1536"/>
                  </a:cubicBezTo>
                  <a:cubicBezTo>
                    <a:pt x="865" y="1260"/>
                    <a:pt x="1021" y="970"/>
                    <a:pt x="1289" y="833"/>
                  </a:cubicBezTo>
                  <a:cubicBezTo>
                    <a:pt x="1328" y="813"/>
                    <a:pt x="1327" y="758"/>
                    <a:pt x="1288" y="738"/>
                  </a:cubicBezTo>
                  <a:cubicBezTo>
                    <a:pt x="1137" y="664"/>
                    <a:pt x="1010" y="543"/>
                    <a:pt x="916" y="402"/>
                  </a:cubicBezTo>
                  <a:cubicBezTo>
                    <a:pt x="837" y="284"/>
                    <a:pt x="785" y="166"/>
                    <a:pt x="746" y="38"/>
                  </a:cubicBezTo>
                  <a:cubicBezTo>
                    <a:pt x="738" y="13"/>
                    <a:pt x="717" y="0"/>
                    <a:pt x="695" y="0"/>
                  </a:cubicBezTo>
                  <a:close/>
                </a:path>
              </a:pathLst>
            </a:custGeom>
            <a:solidFill>
              <a:schemeClr val="lt2"/>
            </a:solidFill>
            <a:ln>
              <a:noFill/>
            </a:ln>
          </p:spPr>
          <p:txBody>
            <a:bodyPr spcFirstLastPara="1" wrap="square" lIns="91425" tIns="91425" rIns="91425" bIns="91425" anchor="ctr" anchorCtr="0">
              <a:noAutofit/>
            </a:bodyPr>
            <a:lstStyle/>
            <a:p>
              <a:pPr defTabSz="914378"/>
              <a:endParaRPr dirty="0">
                <a:ea typeface="+mn-ea"/>
              </a:endParaRPr>
            </a:p>
          </p:txBody>
        </p:sp>
        <p:sp>
          <p:nvSpPr>
            <p:cNvPr id="1523" name="Google Shape;1523;p44"/>
            <p:cNvSpPr/>
            <p:nvPr/>
          </p:nvSpPr>
          <p:spPr>
            <a:xfrm>
              <a:off x="2299475" y="2088475"/>
              <a:ext cx="52650" cy="308475"/>
            </a:xfrm>
            <a:custGeom>
              <a:avLst/>
              <a:gdLst/>
              <a:ahLst/>
              <a:cxnLst/>
              <a:rect l="l" t="t" r="r" b="b"/>
              <a:pathLst>
                <a:path w="2106" h="12339" extrusionOk="0">
                  <a:moveTo>
                    <a:pt x="2106" y="0"/>
                  </a:moveTo>
                  <a:lnTo>
                    <a:pt x="2106" y="0"/>
                  </a:lnTo>
                  <a:cubicBezTo>
                    <a:pt x="1294" y="174"/>
                    <a:pt x="928" y="840"/>
                    <a:pt x="927" y="840"/>
                  </a:cubicBezTo>
                  <a:lnTo>
                    <a:pt x="815" y="1999"/>
                  </a:lnTo>
                  <a:lnTo>
                    <a:pt x="799" y="2165"/>
                  </a:lnTo>
                  <a:lnTo>
                    <a:pt x="739" y="2788"/>
                  </a:lnTo>
                  <a:lnTo>
                    <a:pt x="562" y="4624"/>
                  </a:lnTo>
                  <a:lnTo>
                    <a:pt x="485" y="5442"/>
                  </a:lnTo>
                  <a:lnTo>
                    <a:pt x="485" y="5443"/>
                  </a:lnTo>
                  <a:lnTo>
                    <a:pt x="16" y="10323"/>
                  </a:lnTo>
                  <a:lnTo>
                    <a:pt x="0" y="10482"/>
                  </a:lnTo>
                  <a:lnTo>
                    <a:pt x="585" y="11367"/>
                  </a:lnTo>
                  <a:lnTo>
                    <a:pt x="1228" y="12339"/>
                  </a:lnTo>
                  <a:lnTo>
                    <a:pt x="1310" y="12249"/>
                  </a:lnTo>
                  <a:lnTo>
                    <a:pt x="1340" y="11794"/>
                  </a:lnTo>
                  <a:lnTo>
                    <a:pt x="1348" y="11664"/>
                  </a:lnTo>
                  <a:lnTo>
                    <a:pt x="1381" y="11149"/>
                  </a:lnTo>
                  <a:lnTo>
                    <a:pt x="1452" y="10057"/>
                  </a:lnTo>
                  <a:lnTo>
                    <a:pt x="1939" y="2530"/>
                  </a:lnTo>
                  <a:lnTo>
                    <a:pt x="1973" y="2036"/>
                  </a:lnTo>
                  <a:lnTo>
                    <a:pt x="1987" y="1813"/>
                  </a:lnTo>
                  <a:lnTo>
                    <a:pt x="2106" y="0"/>
                  </a:lnTo>
                  <a:close/>
                </a:path>
              </a:pathLst>
            </a:custGeom>
            <a:solidFill>
              <a:srgbClr val="000000">
                <a:alpha val="8330"/>
              </a:srgbClr>
            </a:solidFill>
            <a:ln>
              <a:noFill/>
            </a:ln>
          </p:spPr>
          <p:txBody>
            <a:bodyPr spcFirstLastPara="1" wrap="square" lIns="91425" tIns="91425" rIns="91425" bIns="91425" anchor="ctr" anchorCtr="0">
              <a:noAutofit/>
            </a:bodyPr>
            <a:lstStyle/>
            <a:p>
              <a:pPr defTabSz="914378"/>
              <a:endParaRPr dirty="0">
                <a:ea typeface="+mn-ea"/>
              </a:endParaRPr>
            </a:p>
          </p:txBody>
        </p:sp>
      </p:grpSp>
      <p:sp>
        <p:nvSpPr>
          <p:cNvPr id="1524" name="Google Shape;1524;p44"/>
          <p:cNvSpPr/>
          <p:nvPr/>
        </p:nvSpPr>
        <p:spPr>
          <a:xfrm>
            <a:off x="2632276" y="4286250"/>
            <a:ext cx="323624" cy="382176"/>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defTabSz="914378"/>
            <a:endParaRPr dirty="0">
              <a:ea typeface="+mn-ea"/>
            </a:endParaRPr>
          </a:p>
        </p:txBody>
      </p:sp>
      <p:sp>
        <p:nvSpPr>
          <p:cNvPr id="1525" name="Google Shape;1525;p44"/>
          <p:cNvSpPr txBox="1">
            <a:spLocks noGrp="1"/>
          </p:cNvSpPr>
          <p:nvPr>
            <p:ph type="ctrTitle"/>
          </p:nvPr>
        </p:nvSpPr>
        <p:spPr>
          <a:xfrm>
            <a:off x="1642029" y="1514404"/>
            <a:ext cx="5864100" cy="2411700"/>
          </a:xfrm>
          <a:prstGeom prst="rect">
            <a:avLst/>
          </a:prstGeom>
        </p:spPr>
        <p:txBody>
          <a:bodyPr spcFirstLastPara="1" wrap="square" lIns="91425" tIns="91425" rIns="91425" bIns="91425" anchor="ctr" anchorCtr="0">
            <a:noAutofit/>
          </a:bodyPr>
          <a:lstStyle/>
          <a:p>
            <a:pPr>
              <a:buClr>
                <a:schemeClr val="dk1"/>
              </a:buClr>
              <a:buSzPts val="1100"/>
            </a:pPr>
            <a:r>
              <a:rPr lang="en" sz="11500" dirty="0"/>
              <a:t>HÀM</a:t>
            </a:r>
            <a:endParaRPr sz="8000" dirty="0"/>
          </a:p>
        </p:txBody>
      </p:sp>
      <p:sp>
        <p:nvSpPr>
          <p:cNvPr id="1526" name="Google Shape;1526;p44"/>
          <p:cNvSpPr/>
          <p:nvPr/>
        </p:nvSpPr>
        <p:spPr>
          <a:xfrm>
            <a:off x="1311412" y="24731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defTabSz="914378"/>
            <a:endParaRPr dirty="0">
              <a:ea typeface="+mn-ea"/>
            </a:endParaRPr>
          </a:p>
        </p:txBody>
      </p:sp>
      <p:sp>
        <p:nvSpPr>
          <p:cNvPr id="1527" name="Google Shape;1527;p44"/>
          <p:cNvSpPr/>
          <p:nvPr/>
        </p:nvSpPr>
        <p:spPr>
          <a:xfrm>
            <a:off x="7639237" y="1861548"/>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defTabSz="914378"/>
            <a:endParaRPr dirty="0">
              <a:ea typeface="+mn-ea"/>
            </a:endParaRPr>
          </a:p>
        </p:txBody>
      </p:sp>
      <p:sp>
        <p:nvSpPr>
          <p:cNvPr id="3" name="Subtitle 2">
            <a:extLst>
              <a:ext uri="{FF2B5EF4-FFF2-40B4-BE49-F238E27FC236}">
                <a16:creationId xmlns:a16="http://schemas.microsoft.com/office/drawing/2014/main" id="{BAA2108D-E74A-631B-3B37-A36318FAB67B}"/>
              </a:ext>
            </a:extLst>
          </p:cNvPr>
          <p:cNvSpPr>
            <a:spLocks noGrp="1"/>
          </p:cNvSpPr>
          <p:nvPr>
            <p:ph type="subTitle" idx="1"/>
          </p:nvPr>
        </p:nvSpPr>
        <p:spPr>
          <a:xfrm rot="-546">
            <a:off x="2344147" y="654340"/>
            <a:ext cx="4487977" cy="486062"/>
          </a:xfrm>
        </p:spPr>
        <p:txBody>
          <a:bodyPr/>
          <a:lstStyle/>
          <a:p>
            <a:r>
              <a:rPr lang="en-US" b="1" dirty="0">
                <a:solidFill>
                  <a:srgbClr val="474DA2"/>
                </a:solidFill>
                <a:latin typeface="Montserrat Black" pitchFamily="2" charset="0"/>
              </a:rPr>
              <a:t>NHẬP MÔN LẬP TRÌNH IT001</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46"/>
          <p:cNvSpPr/>
          <p:nvPr/>
        </p:nvSpPr>
        <p:spPr>
          <a:xfrm>
            <a:off x="4827950" y="3181325"/>
            <a:ext cx="35007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9" name="Google Shape;1549;p46"/>
          <p:cNvSpPr/>
          <p:nvPr/>
        </p:nvSpPr>
        <p:spPr>
          <a:xfrm>
            <a:off x="4827950" y="1570625"/>
            <a:ext cx="35007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0" name="Google Shape;1550;p46"/>
          <p:cNvSpPr/>
          <p:nvPr/>
        </p:nvSpPr>
        <p:spPr>
          <a:xfrm>
            <a:off x="791975" y="3181325"/>
            <a:ext cx="35421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1" name="Google Shape;1551;p46"/>
          <p:cNvSpPr/>
          <p:nvPr/>
        </p:nvSpPr>
        <p:spPr>
          <a:xfrm>
            <a:off x="791975" y="1570625"/>
            <a:ext cx="35421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552" name="Google Shape;1552;p46"/>
          <p:cNvGrpSpPr/>
          <p:nvPr/>
        </p:nvGrpSpPr>
        <p:grpSpPr>
          <a:xfrm>
            <a:off x="4814850" y="3181324"/>
            <a:ext cx="1143001" cy="1143013"/>
            <a:chOff x="3265750" y="653125"/>
            <a:chExt cx="340625" cy="434325"/>
          </a:xfrm>
        </p:grpSpPr>
        <p:sp>
          <p:nvSpPr>
            <p:cNvPr id="1553" name="Google Shape;1553;p46"/>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4" name="Google Shape;1554;p46"/>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5" name="Google Shape;1555;p46"/>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6" name="Google Shape;1556;p46"/>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7" name="Google Shape;1557;p46"/>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8" name="Google Shape;1558;p46"/>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9" name="Google Shape;1559;p46"/>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0" name="Google Shape;1560;p46"/>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61" name="Google Shape;1561;p46"/>
          <p:cNvGrpSpPr/>
          <p:nvPr/>
        </p:nvGrpSpPr>
        <p:grpSpPr>
          <a:xfrm>
            <a:off x="4814852" y="1570617"/>
            <a:ext cx="1142988" cy="1143013"/>
            <a:chOff x="3265747" y="653121"/>
            <a:chExt cx="355783" cy="434325"/>
          </a:xfrm>
        </p:grpSpPr>
        <p:sp>
          <p:nvSpPr>
            <p:cNvPr id="1562" name="Google Shape;1562;p46"/>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3" name="Google Shape;1563;p46"/>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4" name="Google Shape;1564;p46"/>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5" name="Google Shape;1565;p46"/>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6" name="Google Shape;1566;p46"/>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7" name="Google Shape;1567;p46"/>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46"/>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9" name="Google Shape;1569;p46"/>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70" name="Google Shape;1570;p46"/>
          <p:cNvGrpSpPr/>
          <p:nvPr/>
        </p:nvGrpSpPr>
        <p:grpSpPr>
          <a:xfrm>
            <a:off x="783942" y="1570619"/>
            <a:ext cx="1143001" cy="1143013"/>
            <a:chOff x="2494400" y="653125"/>
            <a:chExt cx="340625" cy="434325"/>
          </a:xfrm>
        </p:grpSpPr>
        <p:sp>
          <p:nvSpPr>
            <p:cNvPr id="1571" name="Google Shape;1571;p46"/>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2" name="Google Shape;1572;p46"/>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3" name="Google Shape;1573;p46"/>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46"/>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5" name="Google Shape;1575;p46"/>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6" name="Google Shape;1576;p46"/>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7" name="Google Shape;1577;p46"/>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8" name="Google Shape;1578;p46"/>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79" name="Google Shape;1579;p46"/>
          <p:cNvGrpSpPr/>
          <p:nvPr/>
        </p:nvGrpSpPr>
        <p:grpSpPr>
          <a:xfrm>
            <a:off x="783942" y="3176338"/>
            <a:ext cx="1143017" cy="1152959"/>
            <a:chOff x="2879000" y="653125"/>
            <a:chExt cx="340650" cy="434325"/>
          </a:xfrm>
        </p:grpSpPr>
        <p:sp>
          <p:nvSpPr>
            <p:cNvPr id="1580" name="Google Shape;1580;p46"/>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1" name="Google Shape;1581;p46"/>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2" name="Google Shape;1582;p46"/>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3" name="Google Shape;1583;p46"/>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4" name="Google Shape;1584;p46"/>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5" name="Google Shape;1585;p46"/>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6" name="Google Shape;1586;p46"/>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7" name="Google Shape;1587;p46"/>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88" name="Google Shape;1588;p46"/>
          <p:cNvSpPr txBox="1">
            <a:spLocks noGrp="1"/>
          </p:cNvSpPr>
          <p:nvPr>
            <p:ph type="title"/>
          </p:nvPr>
        </p:nvSpPr>
        <p:spPr>
          <a:xfrm>
            <a:off x="2356554" y="1917593"/>
            <a:ext cx="2319188" cy="51635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Khái niệm</a:t>
            </a:r>
          </a:p>
        </p:txBody>
      </p:sp>
      <p:sp>
        <p:nvSpPr>
          <p:cNvPr id="1590" name="Google Shape;1590;p46"/>
          <p:cNvSpPr txBox="1">
            <a:spLocks noGrp="1"/>
          </p:cNvSpPr>
          <p:nvPr>
            <p:ph type="title" idx="4"/>
          </p:nvPr>
        </p:nvSpPr>
        <p:spPr>
          <a:xfrm>
            <a:off x="2062773" y="3518350"/>
            <a:ext cx="2693672"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Vai trò &amp; lợi ích</a:t>
            </a:r>
            <a:endParaRPr dirty="0"/>
          </a:p>
        </p:txBody>
      </p:sp>
      <p:sp>
        <p:nvSpPr>
          <p:cNvPr id="1592" name="Google Shape;1592;p46"/>
          <p:cNvSpPr txBox="1">
            <a:spLocks noGrp="1"/>
          </p:cNvSpPr>
          <p:nvPr>
            <p:ph type="title" idx="6"/>
          </p:nvPr>
        </p:nvSpPr>
        <p:spPr>
          <a:xfrm>
            <a:off x="6055886" y="3507087"/>
            <a:ext cx="275143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Tham số &amp; cách truyền </a:t>
            </a:r>
            <a:r>
              <a:rPr lang="en-US" dirty="0" err="1"/>
              <a:t>tham</a:t>
            </a:r>
            <a:r>
              <a:rPr lang="en-US" dirty="0"/>
              <a:t> số</a:t>
            </a:r>
            <a:endParaRPr dirty="0"/>
          </a:p>
        </p:txBody>
      </p:sp>
      <p:sp>
        <p:nvSpPr>
          <p:cNvPr id="1594" name="Google Shape;1594;p46"/>
          <p:cNvSpPr txBox="1">
            <a:spLocks noGrp="1"/>
          </p:cNvSpPr>
          <p:nvPr>
            <p:ph type="title" idx="8"/>
          </p:nvPr>
        </p:nvSpPr>
        <p:spPr>
          <a:xfrm>
            <a:off x="5998358" y="1624530"/>
            <a:ext cx="2751431" cy="110671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Cấu trúc, quy tắc xây </a:t>
            </a:r>
            <a:r>
              <a:rPr lang="en-US" dirty="0" err="1"/>
              <a:t>dựng</a:t>
            </a:r>
            <a:r>
              <a:rPr lang="en-US" dirty="0"/>
              <a:t> </a:t>
            </a:r>
            <a:br>
              <a:rPr lang="en-US" dirty="0"/>
            </a:br>
            <a:r>
              <a:rPr lang="en-US" dirty="0"/>
              <a:t>&amp; </a:t>
            </a:r>
            <a:r>
              <a:rPr lang="en-US" dirty="0" err="1"/>
              <a:t>sử</a:t>
            </a:r>
            <a:r>
              <a:rPr lang="en-US" dirty="0"/>
              <a:t> dụng</a:t>
            </a:r>
          </a:p>
        </p:txBody>
      </p:sp>
      <p:sp>
        <p:nvSpPr>
          <p:cNvPr id="1596" name="Google Shape;1596;p46"/>
          <p:cNvSpPr txBox="1">
            <a:spLocks noGrp="1"/>
          </p:cNvSpPr>
          <p:nvPr>
            <p:ph type="title" idx="14"/>
          </p:nvPr>
        </p:nvSpPr>
        <p:spPr>
          <a:xfrm rot="1527">
            <a:off x="1007650" y="1955025"/>
            <a:ext cx="675300" cy="52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dirty="0"/>
          </a:p>
        </p:txBody>
      </p:sp>
      <p:sp>
        <p:nvSpPr>
          <p:cNvPr id="1597" name="Google Shape;1597;p46"/>
          <p:cNvSpPr txBox="1">
            <a:spLocks noGrp="1"/>
          </p:cNvSpPr>
          <p:nvPr>
            <p:ph type="title" idx="15"/>
          </p:nvPr>
        </p:nvSpPr>
        <p:spPr>
          <a:xfrm>
            <a:off x="720000" y="80021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t>NỘI DUNG</a:t>
            </a:r>
            <a:endParaRPr sz="3600" dirty="0"/>
          </a:p>
        </p:txBody>
      </p:sp>
      <p:sp>
        <p:nvSpPr>
          <p:cNvPr id="1598" name="Google Shape;1598;p46"/>
          <p:cNvSpPr txBox="1">
            <a:spLocks noGrp="1"/>
          </p:cNvSpPr>
          <p:nvPr>
            <p:ph type="title" idx="3"/>
          </p:nvPr>
        </p:nvSpPr>
        <p:spPr>
          <a:xfrm>
            <a:off x="1006918" y="3577972"/>
            <a:ext cx="676800" cy="53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dirty="0"/>
          </a:p>
        </p:txBody>
      </p:sp>
      <p:sp>
        <p:nvSpPr>
          <p:cNvPr id="1599" name="Google Shape;1599;p46"/>
          <p:cNvSpPr txBox="1">
            <a:spLocks noGrp="1"/>
          </p:cNvSpPr>
          <p:nvPr>
            <p:ph type="title" idx="13"/>
          </p:nvPr>
        </p:nvSpPr>
        <p:spPr>
          <a:xfrm rot="6095">
            <a:off x="5009124" y="1953524"/>
            <a:ext cx="676801" cy="53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dirty="0"/>
          </a:p>
        </p:txBody>
      </p:sp>
      <p:sp>
        <p:nvSpPr>
          <p:cNvPr id="1600" name="Google Shape;1600;p46"/>
          <p:cNvSpPr txBox="1">
            <a:spLocks noGrp="1"/>
          </p:cNvSpPr>
          <p:nvPr>
            <p:ph type="title" idx="2"/>
          </p:nvPr>
        </p:nvSpPr>
        <p:spPr>
          <a:xfrm rot="6095">
            <a:off x="5009116" y="3577969"/>
            <a:ext cx="676801" cy="53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dirty="0"/>
          </a:p>
        </p:txBody>
      </p:sp>
      <p:grpSp>
        <p:nvGrpSpPr>
          <p:cNvPr id="1601" name="Google Shape;1601;p46"/>
          <p:cNvGrpSpPr/>
          <p:nvPr/>
        </p:nvGrpSpPr>
        <p:grpSpPr>
          <a:xfrm>
            <a:off x="8379625" y="325140"/>
            <a:ext cx="380623" cy="505928"/>
            <a:chOff x="5382225" y="1510350"/>
            <a:chExt cx="54075" cy="71875"/>
          </a:xfrm>
        </p:grpSpPr>
        <p:sp>
          <p:nvSpPr>
            <p:cNvPr id="1602" name="Google Shape;1602;p46"/>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3" name="Google Shape;1603;p46"/>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04" name="Google Shape;1604;p46"/>
          <p:cNvGrpSpPr/>
          <p:nvPr/>
        </p:nvGrpSpPr>
        <p:grpSpPr>
          <a:xfrm rot="3377073">
            <a:off x="5860977" y="-1120765"/>
            <a:ext cx="2424412" cy="3707334"/>
            <a:chOff x="5599725" y="2500025"/>
            <a:chExt cx="586675" cy="897125"/>
          </a:xfrm>
        </p:grpSpPr>
        <p:sp>
          <p:nvSpPr>
            <p:cNvPr id="1605" name="Google Shape;1605;p46"/>
            <p:cNvSpPr/>
            <p:nvPr/>
          </p:nvSpPr>
          <p:spPr>
            <a:xfrm>
              <a:off x="5647000" y="2500025"/>
              <a:ext cx="277375" cy="483425"/>
            </a:xfrm>
            <a:custGeom>
              <a:avLst/>
              <a:gdLst/>
              <a:ahLst/>
              <a:cxnLst/>
              <a:rect l="l" t="t" r="r" b="b"/>
              <a:pathLst>
                <a:path w="11095" h="19337" extrusionOk="0">
                  <a:moveTo>
                    <a:pt x="6252" y="1"/>
                  </a:moveTo>
                  <a:lnTo>
                    <a:pt x="6252" y="649"/>
                  </a:lnTo>
                  <a:lnTo>
                    <a:pt x="9268" y="649"/>
                  </a:lnTo>
                  <a:cubicBezTo>
                    <a:pt x="9641" y="649"/>
                    <a:pt x="9936" y="781"/>
                    <a:pt x="10146" y="1047"/>
                  </a:cubicBezTo>
                  <a:cubicBezTo>
                    <a:pt x="10340" y="1289"/>
                    <a:pt x="10446" y="1626"/>
                    <a:pt x="10446" y="1995"/>
                  </a:cubicBezTo>
                  <a:cubicBezTo>
                    <a:pt x="10446" y="2699"/>
                    <a:pt x="10041" y="3414"/>
                    <a:pt x="9268" y="3414"/>
                  </a:cubicBezTo>
                  <a:lnTo>
                    <a:pt x="3201" y="3414"/>
                  </a:lnTo>
                  <a:cubicBezTo>
                    <a:pt x="2306" y="3414"/>
                    <a:pt x="1550" y="3666"/>
                    <a:pt x="1016" y="4142"/>
                  </a:cubicBezTo>
                  <a:cubicBezTo>
                    <a:pt x="528" y="4578"/>
                    <a:pt x="259" y="5171"/>
                    <a:pt x="259" y="5810"/>
                  </a:cubicBezTo>
                  <a:cubicBezTo>
                    <a:pt x="259" y="7029"/>
                    <a:pt x="1270" y="8261"/>
                    <a:pt x="3201" y="8261"/>
                  </a:cubicBezTo>
                  <a:lnTo>
                    <a:pt x="8179" y="8261"/>
                  </a:lnTo>
                  <a:cubicBezTo>
                    <a:pt x="9645" y="8261"/>
                    <a:pt x="10302" y="9428"/>
                    <a:pt x="10302" y="10587"/>
                  </a:cubicBezTo>
                  <a:cubicBezTo>
                    <a:pt x="10302" y="11742"/>
                    <a:pt x="9638" y="12985"/>
                    <a:pt x="8179" y="12985"/>
                  </a:cubicBezTo>
                  <a:lnTo>
                    <a:pt x="3143" y="12985"/>
                  </a:lnTo>
                  <a:cubicBezTo>
                    <a:pt x="2171" y="12985"/>
                    <a:pt x="1358" y="13270"/>
                    <a:pt x="790" y="13806"/>
                  </a:cubicBezTo>
                  <a:cubicBezTo>
                    <a:pt x="281" y="14287"/>
                    <a:pt x="1" y="14941"/>
                    <a:pt x="1" y="15649"/>
                  </a:cubicBezTo>
                  <a:cubicBezTo>
                    <a:pt x="1" y="16929"/>
                    <a:pt x="996" y="18288"/>
                    <a:pt x="2839" y="18288"/>
                  </a:cubicBezTo>
                  <a:cubicBezTo>
                    <a:pt x="4275" y="18288"/>
                    <a:pt x="4775" y="19296"/>
                    <a:pt x="4795" y="19337"/>
                  </a:cubicBezTo>
                  <a:lnTo>
                    <a:pt x="5384" y="19066"/>
                  </a:lnTo>
                  <a:cubicBezTo>
                    <a:pt x="5358" y="19009"/>
                    <a:pt x="4704" y="17643"/>
                    <a:pt x="2839" y="17643"/>
                  </a:cubicBezTo>
                  <a:cubicBezTo>
                    <a:pt x="1402" y="17643"/>
                    <a:pt x="650" y="16641"/>
                    <a:pt x="650" y="15652"/>
                  </a:cubicBezTo>
                  <a:cubicBezTo>
                    <a:pt x="650" y="15125"/>
                    <a:pt x="859" y="14639"/>
                    <a:pt x="1237" y="14282"/>
                  </a:cubicBezTo>
                  <a:cubicBezTo>
                    <a:pt x="1682" y="13861"/>
                    <a:pt x="2342" y="13638"/>
                    <a:pt x="3145" y="13638"/>
                  </a:cubicBezTo>
                  <a:lnTo>
                    <a:pt x="8181" y="13638"/>
                  </a:lnTo>
                  <a:cubicBezTo>
                    <a:pt x="9999" y="13638"/>
                    <a:pt x="10951" y="12105"/>
                    <a:pt x="10951" y="10590"/>
                  </a:cubicBezTo>
                  <a:cubicBezTo>
                    <a:pt x="10951" y="9156"/>
                    <a:pt x="10085" y="7614"/>
                    <a:pt x="8181" y="7614"/>
                  </a:cubicBezTo>
                  <a:lnTo>
                    <a:pt x="3202" y="7614"/>
                  </a:lnTo>
                  <a:cubicBezTo>
                    <a:pt x="1626" y="7614"/>
                    <a:pt x="908" y="6680"/>
                    <a:pt x="908" y="5814"/>
                  </a:cubicBezTo>
                  <a:cubicBezTo>
                    <a:pt x="908" y="5361"/>
                    <a:pt x="1100" y="4940"/>
                    <a:pt x="1449" y="4629"/>
                  </a:cubicBezTo>
                  <a:cubicBezTo>
                    <a:pt x="1861" y="4259"/>
                    <a:pt x="2468" y="4064"/>
                    <a:pt x="3201" y="4064"/>
                  </a:cubicBezTo>
                  <a:lnTo>
                    <a:pt x="9268" y="4064"/>
                  </a:lnTo>
                  <a:cubicBezTo>
                    <a:pt x="10467" y="4064"/>
                    <a:pt x="11095" y="3022"/>
                    <a:pt x="11095" y="1996"/>
                  </a:cubicBezTo>
                  <a:cubicBezTo>
                    <a:pt x="11095" y="1480"/>
                    <a:pt x="10938" y="1000"/>
                    <a:pt x="10654" y="643"/>
                  </a:cubicBezTo>
                  <a:cubicBezTo>
                    <a:pt x="10320" y="223"/>
                    <a:pt x="9840" y="1"/>
                    <a:pt x="92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6" name="Google Shape;1606;p46"/>
            <p:cNvSpPr/>
            <p:nvPr/>
          </p:nvSpPr>
          <p:spPr>
            <a:xfrm>
              <a:off x="5659425" y="2910000"/>
              <a:ext cx="104575" cy="52575"/>
            </a:xfrm>
            <a:custGeom>
              <a:avLst/>
              <a:gdLst/>
              <a:ahLst/>
              <a:cxnLst/>
              <a:rect l="l" t="t" r="r" b="b"/>
              <a:pathLst>
                <a:path w="4183" h="2103" extrusionOk="0">
                  <a:moveTo>
                    <a:pt x="95" y="1"/>
                  </a:moveTo>
                  <a:cubicBezTo>
                    <a:pt x="83" y="1"/>
                    <a:pt x="70" y="4"/>
                    <a:pt x="57" y="10"/>
                  </a:cubicBezTo>
                  <a:cubicBezTo>
                    <a:pt x="16" y="31"/>
                    <a:pt x="1" y="79"/>
                    <a:pt x="22" y="119"/>
                  </a:cubicBezTo>
                  <a:cubicBezTo>
                    <a:pt x="461" y="976"/>
                    <a:pt x="1201" y="1479"/>
                    <a:pt x="2055" y="1502"/>
                  </a:cubicBezTo>
                  <a:cubicBezTo>
                    <a:pt x="2083" y="1501"/>
                    <a:pt x="2111" y="1501"/>
                    <a:pt x="2138" y="1501"/>
                  </a:cubicBezTo>
                  <a:cubicBezTo>
                    <a:pt x="3385" y="1501"/>
                    <a:pt x="3902" y="1941"/>
                    <a:pt x="4034" y="2077"/>
                  </a:cubicBezTo>
                  <a:cubicBezTo>
                    <a:pt x="4050" y="2094"/>
                    <a:pt x="4071" y="2102"/>
                    <a:pt x="4092" y="2102"/>
                  </a:cubicBezTo>
                  <a:cubicBezTo>
                    <a:pt x="4113" y="2102"/>
                    <a:pt x="4133" y="2094"/>
                    <a:pt x="4149" y="2080"/>
                  </a:cubicBezTo>
                  <a:cubicBezTo>
                    <a:pt x="4181" y="2050"/>
                    <a:pt x="4182" y="1997"/>
                    <a:pt x="4151" y="1966"/>
                  </a:cubicBezTo>
                  <a:cubicBezTo>
                    <a:pt x="4008" y="1817"/>
                    <a:pt x="3447" y="1339"/>
                    <a:pt x="2140" y="1339"/>
                  </a:cubicBezTo>
                  <a:cubicBezTo>
                    <a:pt x="2113" y="1339"/>
                    <a:pt x="2085" y="1339"/>
                    <a:pt x="2056" y="1340"/>
                  </a:cubicBezTo>
                  <a:cubicBezTo>
                    <a:pt x="1256" y="1319"/>
                    <a:pt x="583" y="860"/>
                    <a:pt x="167" y="46"/>
                  </a:cubicBezTo>
                  <a:cubicBezTo>
                    <a:pt x="153" y="17"/>
                    <a:pt x="125"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7" name="Google Shape;1607;p46"/>
            <p:cNvSpPr/>
            <p:nvPr/>
          </p:nvSpPr>
          <p:spPr>
            <a:xfrm>
              <a:off x="5646400" y="2968575"/>
              <a:ext cx="146400" cy="199150"/>
            </a:xfrm>
            <a:custGeom>
              <a:avLst/>
              <a:gdLst/>
              <a:ahLst/>
              <a:cxnLst/>
              <a:rect l="l" t="t" r="r" b="b"/>
              <a:pathLst>
                <a:path w="5856" h="7966" extrusionOk="0">
                  <a:moveTo>
                    <a:pt x="5256" y="0"/>
                  </a:moveTo>
                  <a:lnTo>
                    <a:pt x="4609" y="287"/>
                  </a:lnTo>
                  <a:lnTo>
                    <a:pt x="4687" y="384"/>
                  </a:lnTo>
                  <a:cubicBezTo>
                    <a:pt x="4978" y="817"/>
                    <a:pt x="5141" y="1936"/>
                    <a:pt x="4734" y="2702"/>
                  </a:cubicBezTo>
                  <a:cubicBezTo>
                    <a:pt x="4474" y="3189"/>
                    <a:pt x="4031" y="3436"/>
                    <a:pt x="3427" y="3436"/>
                  </a:cubicBezTo>
                  <a:cubicBezTo>
                    <a:pt x="3387" y="3435"/>
                    <a:pt x="3347" y="3435"/>
                    <a:pt x="3308" y="3435"/>
                  </a:cubicBezTo>
                  <a:cubicBezTo>
                    <a:pt x="2275" y="3435"/>
                    <a:pt x="1361" y="3868"/>
                    <a:pt x="787" y="4627"/>
                  </a:cubicBezTo>
                  <a:cubicBezTo>
                    <a:pt x="135" y="5492"/>
                    <a:pt x="1" y="6678"/>
                    <a:pt x="409" y="7966"/>
                  </a:cubicBezTo>
                  <a:lnTo>
                    <a:pt x="1063" y="7757"/>
                  </a:lnTo>
                  <a:cubicBezTo>
                    <a:pt x="724" y="6687"/>
                    <a:pt x="820" y="5724"/>
                    <a:pt x="1336" y="5041"/>
                  </a:cubicBezTo>
                  <a:cubicBezTo>
                    <a:pt x="1779" y="4453"/>
                    <a:pt x="2494" y="4120"/>
                    <a:pt x="3322" y="4120"/>
                  </a:cubicBezTo>
                  <a:cubicBezTo>
                    <a:pt x="3354" y="4120"/>
                    <a:pt x="3385" y="4120"/>
                    <a:pt x="3417" y="4121"/>
                  </a:cubicBezTo>
                  <a:cubicBezTo>
                    <a:pt x="4524" y="4121"/>
                    <a:pt x="5073" y="3526"/>
                    <a:pt x="5340" y="3025"/>
                  </a:cubicBezTo>
                  <a:cubicBezTo>
                    <a:pt x="5855" y="2055"/>
                    <a:pt x="5712" y="679"/>
                    <a:pt x="52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8" name="Google Shape;1608;p46"/>
            <p:cNvSpPr/>
            <p:nvPr/>
          </p:nvSpPr>
          <p:spPr>
            <a:xfrm>
              <a:off x="5756375" y="2842750"/>
              <a:ext cx="227225" cy="146550"/>
            </a:xfrm>
            <a:custGeom>
              <a:avLst/>
              <a:gdLst/>
              <a:ahLst/>
              <a:cxnLst/>
              <a:rect l="l" t="t" r="r" b="b"/>
              <a:pathLst>
                <a:path w="9089" h="5862" extrusionOk="0">
                  <a:moveTo>
                    <a:pt x="8964" y="0"/>
                  </a:moveTo>
                  <a:cubicBezTo>
                    <a:pt x="6470" y="0"/>
                    <a:pt x="4782" y="1377"/>
                    <a:pt x="4322" y="3786"/>
                  </a:cubicBezTo>
                  <a:cubicBezTo>
                    <a:pt x="4011" y="4733"/>
                    <a:pt x="3128" y="5027"/>
                    <a:pt x="2627" y="5120"/>
                  </a:cubicBezTo>
                  <a:cubicBezTo>
                    <a:pt x="2425" y="5157"/>
                    <a:pt x="2221" y="5173"/>
                    <a:pt x="2025" y="5173"/>
                  </a:cubicBezTo>
                  <a:cubicBezTo>
                    <a:pt x="1328" y="5173"/>
                    <a:pt x="714" y="4964"/>
                    <a:pt x="510" y="4706"/>
                  </a:cubicBezTo>
                  <a:lnTo>
                    <a:pt x="0" y="5109"/>
                  </a:lnTo>
                  <a:cubicBezTo>
                    <a:pt x="361" y="5565"/>
                    <a:pt x="1140" y="5861"/>
                    <a:pt x="2010" y="5861"/>
                  </a:cubicBezTo>
                  <a:cubicBezTo>
                    <a:pt x="2255" y="5861"/>
                    <a:pt x="2503" y="5840"/>
                    <a:pt x="2751" y="5794"/>
                  </a:cubicBezTo>
                  <a:cubicBezTo>
                    <a:pt x="3883" y="5587"/>
                    <a:pt x="4675" y="4941"/>
                    <a:pt x="4982" y="3974"/>
                  </a:cubicBezTo>
                  <a:lnTo>
                    <a:pt x="4992" y="3933"/>
                  </a:lnTo>
                  <a:cubicBezTo>
                    <a:pt x="5386" y="1832"/>
                    <a:pt x="6801" y="687"/>
                    <a:pt x="8984" y="687"/>
                  </a:cubicBezTo>
                  <a:cubicBezTo>
                    <a:pt x="9015" y="687"/>
                    <a:pt x="9046" y="687"/>
                    <a:pt x="9077" y="687"/>
                  </a:cubicBezTo>
                  <a:lnTo>
                    <a:pt x="9088" y="1"/>
                  </a:lnTo>
                  <a:cubicBezTo>
                    <a:pt x="9047" y="1"/>
                    <a:pt x="9005" y="0"/>
                    <a:pt x="89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9" name="Google Shape;1609;p46"/>
            <p:cNvSpPr/>
            <p:nvPr/>
          </p:nvSpPr>
          <p:spPr>
            <a:xfrm>
              <a:off x="5604150" y="3140500"/>
              <a:ext cx="130075" cy="252275"/>
            </a:xfrm>
            <a:custGeom>
              <a:avLst/>
              <a:gdLst/>
              <a:ahLst/>
              <a:cxnLst/>
              <a:rect l="l" t="t" r="r" b="b"/>
              <a:pathLst>
                <a:path w="5203" h="10091" extrusionOk="0">
                  <a:moveTo>
                    <a:pt x="2112" y="1"/>
                  </a:moveTo>
                  <a:cubicBezTo>
                    <a:pt x="1704" y="1"/>
                    <a:pt x="1340" y="289"/>
                    <a:pt x="1257" y="704"/>
                  </a:cubicBezTo>
                  <a:lnTo>
                    <a:pt x="82" y="6597"/>
                  </a:lnTo>
                  <a:lnTo>
                    <a:pt x="84" y="6597"/>
                  </a:lnTo>
                  <a:cubicBezTo>
                    <a:pt x="0" y="7065"/>
                    <a:pt x="305" y="7517"/>
                    <a:pt x="773" y="7610"/>
                  </a:cubicBezTo>
                  <a:cubicBezTo>
                    <a:pt x="829" y="7621"/>
                    <a:pt x="885" y="7626"/>
                    <a:pt x="941" y="7626"/>
                  </a:cubicBezTo>
                  <a:cubicBezTo>
                    <a:pt x="966" y="7626"/>
                    <a:pt x="991" y="7625"/>
                    <a:pt x="1016" y="7623"/>
                  </a:cubicBezTo>
                  <a:cubicBezTo>
                    <a:pt x="1185" y="8563"/>
                    <a:pt x="1741" y="9602"/>
                    <a:pt x="2984" y="10048"/>
                  </a:cubicBezTo>
                  <a:cubicBezTo>
                    <a:pt x="3069" y="10076"/>
                    <a:pt x="3161" y="10091"/>
                    <a:pt x="3257" y="10091"/>
                  </a:cubicBezTo>
                  <a:cubicBezTo>
                    <a:pt x="3657" y="10091"/>
                    <a:pt x="4104" y="9834"/>
                    <a:pt x="4220" y="9244"/>
                  </a:cubicBezTo>
                  <a:cubicBezTo>
                    <a:pt x="4366" y="8514"/>
                    <a:pt x="4638" y="7149"/>
                    <a:pt x="4638" y="7149"/>
                  </a:cubicBezTo>
                  <a:cubicBezTo>
                    <a:pt x="4638" y="7149"/>
                    <a:pt x="4910" y="5783"/>
                    <a:pt x="5056" y="5053"/>
                  </a:cubicBezTo>
                  <a:cubicBezTo>
                    <a:pt x="5203" y="4325"/>
                    <a:pt x="4684" y="3871"/>
                    <a:pt x="4221" y="3837"/>
                  </a:cubicBezTo>
                  <a:cubicBezTo>
                    <a:pt x="4168" y="3834"/>
                    <a:pt x="4116" y="3833"/>
                    <a:pt x="4064" y="3833"/>
                  </a:cubicBezTo>
                  <a:cubicBezTo>
                    <a:pt x="3350" y="3833"/>
                    <a:pt x="2762" y="4073"/>
                    <a:pt x="2296" y="4425"/>
                  </a:cubicBezTo>
                  <a:lnTo>
                    <a:pt x="2969" y="1045"/>
                  </a:lnTo>
                  <a:cubicBezTo>
                    <a:pt x="3064" y="572"/>
                    <a:pt x="2756" y="112"/>
                    <a:pt x="2284" y="18"/>
                  </a:cubicBezTo>
                  <a:cubicBezTo>
                    <a:pt x="2226" y="6"/>
                    <a:pt x="2169" y="1"/>
                    <a:pt x="21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0" name="Google Shape;1610;p46"/>
            <p:cNvSpPr/>
            <p:nvPr/>
          </p:nvSpPr>
          <p:spPr>
            <a:xfrm>
              <a:off x="5604175" y="3140500"/>
              <a:ext cx="76600" cy="194275"/>
            </a:xfrm>
            <a:custGeom>
              <a:avLst/>
              <a:gdLst/>
              <a:ahLst/>
              <a:cxnLst/>
              <a:rect l="l" t="t" r="r" b="b"/>
              <a:pathLst>
                <a:path w="3064" h="7771" extrusionOk="0">
                  <a:moveTo>
                    <a:pt x="2112" y="1"/>
                  </a:moveTo>
                  <a:cubicBezTo>
                    <a:pt x="1704" y="1"/>
                    <a:pt x="1340" y="289"/>
                    <a:pt x="1257" y="704"/>
                  </a:cubicBezTo>
                  <a:lnTo>
                    <a:pt x="82" y="6597"/>
                  </a:lnTo>
                  <a:lnTo>
                    <a:pt x="84" y="6597"/>
                  </a:lnTo>
                  <a:cubicBezTo>
                    <a:pt x="0" y="7065"/>
                    <a:pt x="305" y="7517"/>
                    <a:pt x="773" y="7610"/>
                  </a:cubicBezTo>
                  <a:cubicBezTo>
                    <a:pt x="829" y="7621"/>
                    <a:pt x="886" y="7626"/>
                    <a:pt x="941" y="7626"/>
                  </a:cubicBezTo>
                  <a:cubicBezTo>
                    <a:pt x="966" y="7626"/>
                    <a:pt x="991" y="7625"/>
                    <a:pt x="1016" y="7623"/>
                  </a:cubicBezTo>
                  <a:cubicBezTo>
                    <a:pt x="1026" y="7671"/>
                    <a:pt x="1036" y="7722"/>
                    <a:pt x="1047" y="7770"/>
                  </a:cubicBezTo>
                  <a:cubicBezTo>
                    <a:pt x="1096" y="7740"/>
                    <a:pt x="1148" y="7707"/>
                    <a:pt x="1201" y="7670"/>
                  </a:cubicBezTo>
                  <a:cubicBezTo>
                    <a:pt x="981" y="6524"/>
                    <a:pt x="1801" y="4999"/>
                    <a:pt x="2505" y="4486"/>
                  </a:cubicBezTo>
                  <a:lnTo>
                    <a:pt x="2670" y="4184"/>
                  </a:lnTo>
                  <a:lnTo>
                    <a:pt x="2670" y="4184"/>
                  </a:lnTo>
                  <a:cubicBezTo>
                    <a:pt x="2538" y="4255"/>
                    <a:pt x="2413" y="4336"/>
                    <a:pt x="2296" y="4425"/>
                  </a:cubicBezTo>
                  <a:lnTo>
                    <a:pt x="2969" y="1045"/>
                  </a:lnTo>
                  <a:cubicBezTo>
                    <a:pt x="3064" y="572"/>
                    <a:pt x="2757" y="112"/>
                    <a:pt x="2284" y="18"/>
                  </a:cubicBezTo>
                  <a:cubicBezTo>
                    <a:pt x="2226" y="6"/>
                    <a:pt x="2169" y="1"/>
                    <a:pt x="2112" y="1"/>
                  </a:cubicBez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1" name="Google Shape;1611;p46"/>
            <p:cNvSpPr/>
            <p:nvPr/>
          </p:nvSpPr>
          <p:spPr>
            <a:xfrm>
              <a:off x="5658125" y="3146875"/>
              <a:ext cx="17925" cy="72425"/>
            </a:xfrm>
            <a:custGeom>
              <a:avLst/>
              <a:gdLst/>
              <a:ahLst/>
              <a:cxnLst/>
              <a:rect l="l" t="t" r="r" b="b"/>
              <a:pathLst>
                <a:path w="717" h="2897" extrusionOk="0">
                  <a:moveTo>
                    <a:pt x="220" y="0"/>
                  </a:moveTo>
                  <a:cubicBezTo>
                    <a:pt x="166" y="0"/>
                    <a:pt x="118" y="37"/>
                    <a:pt x="107" y="92"/>
                  </a:cubicBezTo>
                  <a:cubicBezTo>
                    <a:pt x="96" y="154"/>
                    <a:pt x="136" y="214"/>
                    <a:pt x="197" y="226"/>
                  </a:cubicBezTo>
                  <a:cubicBezTo>
                    <a:pt x="399" y="266"/>
                    <a:pt x="460" y="520"/>
                    <a:pt x="415" y="739"/>
                  </a:cubicBezTo>
                  <a:lnTo>
                    <a:pt x="13" y="2760"/>
                  </a:lnTo>
                  <a:cubicBezTo>
                    <a:pt x="1" y="2822"/>
                    <a:pt x="41" y="2882"/>
                    <a:pt x="102" y="2895"/>
                  </a:cubicBezTo>
                  <a:cubicBezTo>
                    <a:pt x="109" y="2896"/>
                    <a:pt x="116" y="2897"/>
                    <a:pt x="123" y="2897"/>
                  </a:cubicBezTo>
                  <a:cubicBezTo>
                    <a:pt x="178" y="2897"/>
                    <a:pt x="226" y="2859"/>
                    <a:pt x="237" y="2805"/>
                  </a:cubicBezTo>
                  <a:lnTo>
                    <a:pt x="639" y="783"/>
                  </a:lnTo>
                  <a:cubicBezTo>
                    <a:pt x="716" y="399"/>
                    <a:pt x="546" y="65"/>
                    <a:pt x="242" y="2"/>
                  </a:cubicBezTo>
                  <a:cubicBezTo>
                    <a:pt x="235" y="1"/>
                    <a:pt x="227" y="0"/>
                    <a:pt x="220" y="0"/>
                  </a:cubicBez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2" name="Google Shape;1612;p46"/>
            <p:cNvSpPr/>
            <p:nvPr/>
          </p:nvSpPr>
          <p:spPr>
            <a:xfrm>
              <a:off x="5608250" y="3253400"/>
              <a:ext cx="17950" cy="72500"/>
            </a:xfrm>
            <a:custGeom>
              <a:avLst/>
              <a:gdLst/>
              <a:ahLst/>
              <a:cxnLst/>
              <a:rect l="l" t="t" r="r" b="b"/>
              <a:pathLst>
                <a:path w="718" h="2900" extrusionOk="0">
                  <a:moveTo>
                    <a:pt x="594" y="0"/>
                  </a:moveTo>
                  <a:cubicBezTo>
                    <a:pt x="540" y="0"/>
                    <a:pt x="492" y="37"/>
                    <a:pt x="481" y="92"/>
                  </a:cubicBezTo>
                  <a:lnTo>
                    <a:pt x="84" y="2083"/>
                  </a:lnTo>
                  <a:cubicBezTo>
                    <a:pt x="0" y="2506"/>
                    <a:pt x="312" y="2848"/>
                    <a:pt x="564" y="2898"/>
                  </a:cubicBezTo>
                  <a:cubicBezTo>
                    <a:pt x="571" y="2899"/>
                    <a:pt x="579" y="2900"/>
                    <a:pt x="586" y="2900"/>
                  </a:cubicBezTo>
                  <a:cubicBezTo>
                    <a:pt x="640" y="2900"/>
                    <a:pt x="688" y="2863"/>
                    <a:pt x="699" y="2808"/>
                  </a:cubicBezTo>
                  <a:cubicBezTo>
                    <a:pt x="710" y="2746"/>
                    <a:pt x="670" y="2686"/>
                    <a:pt x="609" y="2675"/>
                  </a:cubicBezTo>
                  <a:cubicBezTo>
                    <a:pt x="474" y="2648"/>
                    <a:pt x="253" y="2414"/>
                    <a:pt x="310" y="2130"/>
                  </a:cubicBezTo>
                  <a:lnTo>
                    <a:pt x="706" y="137"/>
                  </a:lnTo>
                  <a:cubicBezTo>
                    <a:pt x="718" y="76"/>
                    <a:pt x="678" y="15"/>
                    <a:pt x="616" y="2"/>
                  </a:cubicBezTo>
                  <a:cubicBezTo>
                    <a:pt x="608" y="1"/>
                    <a:pt x="601" y="0"/>
                    <a:pt x="5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3" name="Google Shape;1613;p46"/>
            <p:cNvSpPr/>
            <p:nvPr/>
          </p:nvSpPr>
          <p:spPr>
            <a:xfrm>
              <a:off x="5686725" y="3244800"/>
              <a:ext cx="46000" cy="106800"/>
            </a:xfrm>
            <a:custGeom>
              <a:avLst/>
              <a:gdLst/>
              <a:ahLst/>
              <a:cxnLst/>
              <a:rect l="l" t="t" r="r" b="b"/>
              <a:pathLst>
                <a:path w="1840" h="4272" extrusionOk="0">
                  <a:moveTo>
                    <a:pt x="1516" y="0"/>
                  </a:moveTo>
                  <a:cubicBezTo>
                    <a:pt x="540" y="973"/>
                    <a:pt x="1" y="2994"/>
                    <a:pt x="108" y="4272"/>
                  </a:cubicBezTo>
                  <a:lnTo>
                    <a:pt x="564" y="4234"/>
                  </a:lnTo>
                  <a:cubicBezTo>
                    <a:pt x="469" y="3083"/>
                    <a:pt x="968" y="1194"/>
                    <a:pt x="1840" y="324"/>
                  </a:cubicBezTo>
                  <a:lnTo>
                    <a:pt x="1516" y="0"/>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4" name="Google Shape;1614;p46"/>
            <p:cNvSpPr/>
            <p:nvPr/>
          </p:nvSpPr>
          <p:spPr>
            <a:xfrm>
              <a:off x="5636925" y="3243375"/>
              <a:ext cx="33175" cy="40500"/>
            </a:xfrm>
            <a:custGeom>
              <a:avLst/>
              <a:gdLst/>
              <a:ahLst/>
              <a:cxnLst/>
              <a:rect l="l" t="t" r="r" b="b"/>
              <a:pathLst>
                <a:path w="1327" h="1620" extrusionOk="0">
                  <a:moveTo>
                    <a:pt x="1137" y="1"/>
                  </a:moveTo>
                  <a:cubicBezTo>
                    <a:pt x="1094" y="1"/>
                    <a:pt x="1051" y="17"/>
                    <a:pt x="1017" y="49"/>
                  </a:cubicBezTo>
                  <a:lnTo>
                    <a:pt x="948" y="116"/>
                  </a:lnTo>
                  <a:cubicBezTo>
                    <a:pt x="685" y="369"/>
                    <a:pt x="326" y="714"/>
                    <a:pt x="39" y="1379"/>
                  </a:cubicBezTo>
                  <a:cubicBezTo>
                    <a:pt x="1" y="1467"/>
                    <a:pt x="42" y="1567"/>
                    <a:pt x="128" y="1605"/>
                  </a:cubicBezTo>
                  <a:cubicBezTo>
                    <a:pt x="151" y="1615"/>
                    <a:pt x="175" y="1620"/>
                    <a:pt x="197" y="1620"/>
                  </a:cubicBezTo>
                  <a:cubicBezTo>
                    <a:pt x="264" y="1620"/>
                    <a:pt x="327" y="1582"/>
                    <a:pt x="354" y="1515"/>
                  </a:cubicBezTo>
                  <a:cubicBezTo>
                    <a:pt x="615" y="914"/>
                    <a:pt x="932" y="610"/>
                    <a:pt x="1186" y="364"/>
                  </a:cubicBezTo>
                  <a:lnTo>
                    <a:pt x="1257" y="296"/>
                  </a:lnTo>
                  <a:cubicBezTo>
                    <a:pt x="1326" y="230"/>
                    <a:pt x="1327" y="121"/>
                    <a:pt x="1261" y="53"/>
                  </a:cubicBezTo>
                  <a:cubicBezTo>
                    <a:pt x="1227" y="18"/>
                    <a:pt x="1182" y="1"/>
                    <a:pt x="11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5" name="Google Shape;1615;p46"/>
            <p:cNvSpPr/>
            <p:nvPr/>
          </p:nvSpPr>
          <p:spPr>
            <a:xfrm>
              <a:off x="5599725" y="3136250"/>
              <a:ext cx="137350" cy="260900"/>
            </a:xfrm>
            <a:custGeom>
              <a:avLst/>
              <a:gdLst/>
              <a:ahLst/>
              <a:cxnLst/>
              <a:rect l="l" t="t" r="r" b="b"/>
              <a:pathLst>
                <a:path w="5494" h="10436" extrusionOk="0">
                  <a:moveTo>
                    <a:pt x="2290" y="342"/>
                  </a:moveTo>
                  <a:cubicBezTo>
                    <a:pt x="2335" y="342"/>
                    <a:pt x="2381" y="346"/>
                    <a:pt x="2426" y="355"/>
                  </a:cubicBezTo>
                  <a:cubicBezTo>
                    <a:pt x="2807" y="430"/>
                    <a:pt x="3052" y="801"/>
                    <a:pt x="2978" y="1180"/>
                  </a:cubicBezTo>
                  <a:lnTo>
                    <a:pt x="2304" y="4559"/>
                  </a:lnTo>
                  <a:cubicBezTo>
                    <a:pt x="2291" y="4629"/>
                    <a:pt x="2321" y="4700"/>
                    <a:pt x="2382" y="4738"/>
                  </a:cubicBezTo>
                  <a:cubicBezTo>
                    <a:pt x="2410" y="4756"/>
                    <a:pt x="2443" y="4765"/>
                    <a:pt x="2475" y="4765"/>
                  </a:cubicBezTo>
                  <a:cubicBezTo>
                    <a:pt x="2511" y="4765"/>
                    <a:pt x="2547" y="4753"/>
                    <a:pt x="2577" y="4730"/>
                  </a:cubicBezTo>
                  <a:cubicBezTo>
                    <a:pt x="3065" y="4359"/>
                    <a:pt x="3624" y="4172"/>
                    <a:pt x="4238" y="4172"/>
                  </a:cubicBezTo>
                  <a:cubicBezTo>
                    <a:pt x="4288" y="4172"/>
                    <a:pt x="4338" y="4174"/>
                    <a:pt x="4388" y="4176"/>
                  </a:cubicBezTo>
                  <a:cubicBezTo>
                    <a:pt x="4411" y="4178"/>
                    <a:pt x="4437" y="4181"/>
                    <a:pt x="4463" y="4187"/>
                  </a:cubicBezTo>
                  <a:cubicBezTo>
                    <a:pt x="4650" y="4225"/>
                    <a:pt x="4824" y="4338"/>
                    <a:pt x="4939" y="4499"/>
                  </a:cubicBezTo>
                  <a:cubicBezTo>
                    <a:pt x="5073" y="4688"/>
                    <a:pt x="5118" y="4926"/>
                    <a:pt x="5065" y="5189"/>
                  </a:cubicBezTo>
                  <a:lnTo>
                    <a:pt x="4230" y="9381"/>
                  </a:lnTo>
                  <a:cubicBezTo>
                    <a:pt x="4134" y="9861"/>
                    <a:pt x="3773" y="10089"/>
                    <a:pt x="3435" y="10089"/>
                  </a:cubicBezTo>
                  <a:cubicBezTo>
                    <a:pt x="3386" y="10089"/>
                    <a:pt x="3337" y="10084"/>
                    <a:pt x="3290" y="10075"/>
                  </a:cubicBezTo>
                  <a:cubicBezTo>
                    <a:pt x="3264" y="10070"/>
                    <a:pt x="3240" y="10062"/>
                    <a:pt x="3214" y="10055"/>
                  </a:cubicBezTo>
                  <a:cubicBezTo>
                    <a:pt x="1874" y="9574"/>
                    <a:pt x="1478" y="8413"/>
                    <a:pt x="1363" y="7763"/>
                  </a:cubicBezTo>
                  <a:cubicBezTo>
                    <a:pt x="1348" y="7681"/>
                    <a:pt x="1276" y="7621"/>
                    <a:pt x="1194" y="7621"/>
                  </a:cubicBezTo>
                  <a:cubicBezTo>
                    <a:pt x="1189" y="7621"/>
                    <a:pt x="1184" y="7621"/>
                    <a:pt x="1180" y="7622"/>
                  </a:cubicBezTo>
                  <a:cubicBezTo>
                    <a:pt x="1158" y="7624"/>
                    <a:pt x="1136" y="7625"/>
                    <a:pt x="1115" y="7625"/>
                  </a:cubicBezTo>
                  <a:cubicBezTo>
                    <a:pt x="1070" y="7625"/>
                    <a:pt x="1026" y="7620"/>
                    <a:pt x="984" y="7611"/>
                  </a:cubicBezTo>
                  <a:cubicBezTo>
                    <a:pt x="612" y="7536"/>
                    <a:pt x="363" y="7172"/>
                    <a:pt x="431" y="6798"/>
                  </a:cubicBezTo>
                  <a:cubicBezTo>
                    <a:pt x="432" y="6794"/>
                    <a:pt x="432" y="6789"/>
                    <a:pt x="431" y="6783"/>
                  </a:cubicBezTo>
                  <a:lnTo>
                    <a:pt x="1602" y="906"/>
                  </a:lnTo>
                  <a:cubicBezTo>
                    <a:pt x="1668" y="571"/>
                    <a:pt x="1962" y="342"/>
                    <a:pt x="2290" y="342"/>
                  </a:cubicBezTo>
                  <a:close/>
                  <a:moveTo>
                    <a:pt x="2292" y="0"/>
                  </a:moveTo>
                  <a:cubicBezTo>
                    <a:pt x="1804" y="0"/>
                    <a:pt x="1366" y="345"/>
                    <a:pt x="1267" y="841"/>
                  </a:cubicBezTo>
                  <a:lnTo>
                    <a:pt x="93" y="6736"/>
                  </a:lnTo>
                  <a:cubicBezTo>
                    <a:pt x="91" y="6742"/>
                    <a:pt x="90" y="6750"/>
                    <a:pt x="90" y="6757"/>
                  </a:cubicBezTo>
                  <a:cubicBezTo>
                    <a:pt x="0" y="7308"/>
                    <a:pt x="367" y="7841"/>
                    <a:pt x="917" y="7951"/>
                  </a:cubicBezTo>
                  <a:cubicBezTo>
                    <a:pt x="962" y="7958"/>
                    <a:pt x="1006" y="7966"/>
                    <a:pt x="1052" y="7968"/>
                  </a:cubicBezTo>
                  <a:cubicBezTo>
                    <a:pt x="1304" y="9126"/>
                    <a:pt x="2046" y="10002"/>
                    <a:pt x="3103" y="10381"/>
                  </a:cubicBezTo>
                  <a:cubicBezTo>
                    <a:pt x="3145" y="10396"/>
                    <a:pt x="3184" y="10406"/>
                    <a:pt x="3225" y="10414"/>
                  </a:cubicBezTo>
                  <a:cubicBezTo>
                    <a:pt x="3295" y="10428"/>
                    <a:pt x="3367" y="10435"/>
                    <a:pt x="3440" y="10435"/>
                  </a:cubicBezTo>
                  <a:cubicBezTo>
                    <a:pt x="3923" y="10435"/>
                    <a:pt x="4434" y="10119"/>
                    <a:pt x="4567" y="9450"/>
                  </a:cubicBezTo>
                  <a:lnTo>
                    <a:pt x="5403" y="5259"/>
                  </a:lnTo>
                  <a:cubicBezTo>
                    <a:pt x="5493" y="4805"/>
                    <a:pt x="5353" y="4488"/>
                    <a:pt x="5220" y="4301"/>
                  </a:cubicBezTo>
                  <a:cubicBezTo>
                    <a:pt x="5054" y="4070"/>
                    <a:pt x="4804" y="3907"/>
                    <a:pt x="4533" y="3853"/>
                  </a:cubicBezTo>
                  <a:cubicBezTo>
                    <a:pt x="4492" y="3844"/>
                    <a:pt x="4451" y="3838"/>
                    <a:pt x="4412" y="3836"/>
                  </a:cubicBezTo>
                  <a:cubicBezTo>
                    <a:pt x="4353" y="3833"/>
                    <a:pt x="4296" y="3832"/>
                    <a:pt x="4238" y="3832"/>
                  </a:cubicBezTo>
                  <a:cubicBezTo>
                    <a:pt x="3690" y="3832"/>
                    <a:pt x="3183" y="3964"/>
                    <a:pt x="2723" y="4225"/>
                  </a:cubicBezTo>
                  <a:lnTo>
                    <a:pt x="3315" y="1249"/>
                  </a:lnTo>
                  <a:cubicBezTo>
                    <a:pt x="3429" y="684"/>
                    <a:pt x="3061" y="133"/>
                    <a:pt x="2495" y="20"/>
                  </a:cubicBezTo>
                  <a:cubicBezTo>
                    <a:pt x="2427" y="7"/>
                    <a:pt x="2359" y="0"/>
                    <a:pt x="22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6" name="Google Shape;1616;p46"/>
            <p:cNvSpPr/>
            <p:nvPr/>
          </p:nvSpPr>
          <p:spPr>
            <a:xfrm>
              <a:off x="5676225" y="3237450"/>
              <a:ext cx="50350" cy="117325"/>
            </a:xfrm>
            <a:custGeom>
              <a:avLst/>
              <a:gdLst/>
              <a:ahLst/>
              <a:cxnLst/>
              <a:rect l="l" t="t" r="r" b="b"/>
              <a:pathLst>
                <a:path w="2014" h="4693" extrusionOk="0">
                  <a:moveTo>
                    <a:pt x="1762" y="0"/>
                  </a:moveTo>
                  <a:cubicBezTo>
                    <a:pt x="1704" y="0"/>
                    <a:pt x="1646" y="23"/>
                    <a:pt x="1601" y="68"/>
                  </a:cubicBezTo>
                  <a:cubicBezTo>
                    <a:pt x="616" y="1051"/>
                    <a:pt x="1" y="3210"/>
                    <a:pt x="107" y="4483"/>
                  </a:cubicBezTo>
                  <a:cubicBezTo>
                    <a:pt x="117" y="4602"/>
                    <a:pt x="217" y="4693"/>
                    <a:pt x="335" y="4693"/>
                  </a:cubicBezTo>
                  <a:cubicBezTo>
                    <a:pt x="341" y="4693"/>
                    <a:pt x="348" y="4692"/>
                    <a:pt x="354" y="4692"/>
                  </a:cubicBezTo>
                  <a:cubicBezTo>
                    <a:pt x="481" y="4681"/>
                    <a:pt x="574" y="4571"/>
                    <a:pt x="564" y="4445"/>
                  </a:cubicBezTo>
                  <a:cubicBezTo>
                    <a:pt x="467" y="3296"/>
                    <a:pt x="1040" y="1276"/>
                    <a:pt x="1924" y="392"/>
                  </a:cubicBezTo>
                  <a:cubicBezTo>
                    <a:pt x="2013" y="303"/>
                    <a:pt x="2013" y="157"/>
                    <a:pt x="1924" y="68"/>
                  </a:cubicBezTo>
                  <a:cubicBezTo>
                    <a:pt x="1891" y="34"/>
                    <a:pt x="1851" y="12"/>
                    <a:pt x="1807" y="5"/>
                  </a:cubicBezTo>
                  <a:cubicBezTo>
                    <a:pt x="1792" y="2"/>
                    <a:pt x="1777" y="0"/>
                    <a:pt x="1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7" name="Google Shape;1617;p46"/>
            <p:cNvSpPr/>
            <p:nvPr/>
          </p:nvSpPr>
          <p:spPr>
            <a:xfrm>
              <a:off x="5926875" y="2809325"/>
              <a:ext cx="255750" cy="124025"/>
            </a:xfrm>
            <a:custGeom>
              <a:avLst/>
              <a:gdLst/>
              <a:ahLst/>
              <a:cxnLst/>
              <a:rect l="l" t="t" r="r" b="b"/>
              <a:pathLst>
                <a:path w="10230" h="4961" extrusionOk="0">
                  <a:moveTo>
                    <a:pt x="6850" y="0"/>
                  </a:moveTo>
                  <a:cubicBezTo>
                    <a:pt x="6806" y="0"/>
                    <a:pt x="6761" y="4"/>
                    <a:pt x="6715" y="11"/>
                  </a:cubicBezTo>
                  <a:lnTo>
                    <a:pt x="6715" y="9"/>
                  </a:lnTo>
                  <a:lnTo>
                    <a:pt x="794" y="1036"/>
                  </a:lnTo>
                  <a:cubicBezTo>
                    <a:pt x="319" y="1118"/>
                    <a:pt x="1" y="1570"/>
                    <a:pt x="84" y="2044"/>
                  </a:cubicBezTo>
                  <a:cubicBezTo>
                    <a:pt x="158" y="2470"/>
                    <a:pt x="527" y="2769"/>
                    <a:pt x="944" y="2769"/>
                  </a:cubicBezTo>
                  <a:cubicBezTo>
                    <a:pt x="993" y="2769"/>
                    <a:pt x="1042" y="2765"/>
                    <a:pt x="1092" y="2757"/>
                  </a:cubicBezTo>
                  <a:lnTo>
                    <a:pt x="4488" y="2167"/>
                  </a:lnTo>
                  <a:lnTo>
                    <a:pt x="4488" y="2167"/>
                  </a:lnTo>
                  <a:cubicBezTo>
                    <a:pt x="4099" y="2657"/>
                    <a:pt x="3833" y="3291"/>
                    <a:pt x="3853" y="4077"/>
                  </a:cubicBezTo>
                  <a:cubicBezTo>
                    <a:pt x="3872" y="4491"/>
                    <a:pt x="4229" y="4961"/>
                    <a:pt x="4832" y="4961"/>
                  </a:cubicBezTo>
                  <a:cubicBezTo>
                    <a:pt x="4901" y="4961"/>
                    <a:pt x="4973" y="4955"/>
                    <a:pt x="5048" y="4942"/>
                  </a:cubicBezTo>
                  <a:cubicBezTo>
                    <a:pt x="5781" y="4814"/>
                    <a:pt x="7154" y="4577"/>
                    <a:pt x="7154" y="4577"/>
                  </a:cubicBezTo>
                  <a:cubicBezTo>
                    <a:pt x="7154" y="4577"/>
                    <a:pt x="8527" y="4338"/>
                    <a:pt x="9259" y="4211"/>
                  </a:cubicBezTo>
                  <a:cubicBezTo>
                    <a:pt x="9992" y="4085"/>
                    <a:pt x="10229" y="3438"/>
                    <a:pt x="10094" y="2994"/>
                  </a:cubicBezTo>
                  <a:cubicBezTo>
                    <a:pt x="9680" y="1741"/>
                    <a:pt x="8654" y="1158"/>
                    <a:pt x="7719" y="968"/>
                  </a:cubicBezTo>
                  <a:cubicBezTo>
                    <a:pt x="7727" y="889"/>
                    <a:pt x="7725" y="807"/>
                    <a:pt x="7712" y="724"/>
                  </a:cubicBezTo>
                  <a:cubicBezTo>
                    <a:pt x="7637" y="299"/>
                    <a:pt x="7268" y="0"/>
                    <a:pt x="6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8" name="Google Shape;1618;p46"/>
            <p:cNvSpPr/>
            <p:nvPr/>
          </p:nvSpPr>
          <p:spPr>
            <a:xfrm>
              <a:off x="5926875" y="2809325"/>
              <a:ext cx="196650" cy="69250"/>
            </a:xfrm>
            <a:custGeom>
              <a:avLst/>
              <a:gdLst/>
              <a:ahLst/>
              <a:cxnLst/>
              <a:rect l="l" t="t" r="r" b="b"/>
              <a:pathLst>
                <a:path w="7866" h="2770" extrusionOk="0">
                  <a:moveTo>
                    <a:pt x="6850" y="0"/>
                  </a:moveTo>
                  <a:cubicBezTo>
                    <a:pt x="6806" y="0"/>
                    <a:pt x="6761" y="4"/>
                    <a:pt x="6715" y="11"/>
                  </a:cubicBezTo>
                  <a:lnTo>
                    <a:pt x="6715" y="9"/>
                  </a:lnTo>
                  <a:lnTo>
                    <a:pt x="794" y="1036"/>
                  </a:lnTo>
                  <a:cubicBezTo>
                    <a:pt x="319" y="1118"/>
                    <a:pt x="1" y="1570"/>
                    <a:pt x="84" y="2044"/>
                  </a:cubicBezTo>
                  <a:cubicBezTo>
                    <a:pt x="158" y="2470"/>
                    <a:pt x="527" y="2769"/>
                    <a:pt x="944" y="2769"/>
                  </a:cubicBezTo>
                  <a:cubicBezTo>
                    <a:pt x="993" y="2769"/>
                    <a:pt x="1042" y="2765"/>
                    <a:pt x="1092" y="2757"/>
                  </a:cubicBezTo>
                  <a:lnTo>
                    <a:pt x="4488" y="2167"/>
                  </a:lnTo>
                  <a:lnTo>
                    <a:pt x="4488" y="2167"/>
                  </a:lnTo>
                  <a:cubicBezTo>
                    <a:pt x="4398" y="2281"/>
                    <a:pt x="4313" y="2405"/>
                    <a:pt x="4238" y="2537"/>
                  </a:cubicBezTo>
                  <a:lnTo>
                    <a:pt x="4545" y="2379"/>
                  </a:lnTo>
                  <a:cubicBezTo>
                    <a:pt x="5007" y="1778"/>
                    <a:pt x="6237" y="1106"/>
                    <a:pt x="7301" y="1106"/>
                  </a:cubicBezTo>
                  <a:cubicBezTo>
                    <a:pt x="7459" y="1106"/>
                    <a:pt x="7613" y="1121"/>
                    <a:pt x="7761" y="1153"/>
                  </a:cubicBezTo>
                  <a:cubicBezTo>
                    <a:pt x="7799" y="1102"/>
                    <a:pt x="7834" y="1052"/>
                    <a:pt x="7865" y="1002"/>
                  </a:cubicBezTo>
                  <a:cubicBezTo>
                    <a:pt x="7817" y="990"/>
                    <a:pt x="7767" y="979"/>
                    <a:pt x="7719" y="968"/>
                  </a:cubicBezTo>
                  <a:cubicBezTo>
                    <a:pt x="7727" y="889"/>
                    <a:pt x="7725" y="807"/>
                    <a:pt x="7712" y="724"/>
                  </a:cubicBezTo>
                  <a:cubicBezTo>
                    <a:pt x="7637" y="299"/>
                    <a:pt x="7268" y="0"/>
                    <a:pt x="6850" y="0"/>
                  </a:cubicBez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9" name="Google Shape;1619;p46"/>
            <p:cNvSpPr/>
            <p:nvPr/>
          </p:nvSpPr>
          <p:spPr>
            <a:xfrm>
              <a:off x="5934650" y="2859450"/>
              <a:ext cx="72975" cy="14900"/>
            </a:xfrm>
            <a:custGeom>
              <a:avLst/>
              <a:gdLst/>
              <a:ahLst/>
              <a:cxnLst/>
              <a:rect l="l" t="t" r="r" b="b"/>
              <a:pathLst>
                <a:path w="2919" h="596" extrusionOk="0">
                  <a:moveTo>
                    <a:pt x="2794" y="1"/>
                  </a:moveTo>
                  <a:cubicBezTo>
                    <a:pt x="2787" y="1"/>
                    <a:pt x="2781" y="1"/>
                    <a:pt x="2775" y="2"/>
                  </a:cubicBezTo>
                  <a:lnTo>
                    <a:pt x="744" y="355"/>
                  </a:lnTo>
                  <a:cubicBezTo>
                    <a:pt x="705" y="362"/>
                    <a:pt x="665" y="365"/>
                    <a:pt x="626" y="365"/>
                  </a:cubicBezTo>
                  <a:cubicBezTo>
                    <a:pt x="442" y="365"/>
                    <a:pt x="266" y="290"/>
                    <a:pt x="237" y="123"/>
                  </a:cubicBezTo>
                  <a:cubicBezTo>
                    <a:pt x="227" y="68"/>
                    <a:pt x="178" y="29"/>
                    <a:pt x="124" y="29"/>
                  </a:cubicBezTo>
                  <a:cubicBezTo>
                    <a:pt x="117" y="29"/>
                    <a:pt x="111" y="30"/>
                    <a:pt x="104" y="31"/>
                  </a:cubicBezTo>
                  <a:cubicBezTo>
                    <a:pt x="42" y="42"/>
                    <a:pt x="0" y="101"/>
                    <a:pt x="11" y="163"/>
                  </a:cubicBezTo>
                  <a:cubicBezTo>
                    <a:pt x="56" y="426"/>
                    <a:pt x="308" y="595"/>
                    <a:pt x="624" y="595"/>
                  </a:cubicBezTo>
                  <a:cubicBezTo>
                    <a:pt x="676" y="595"/>
                    <a:pt x="729" y="591"/>
                    <a:pt x="784" y="581"/>
                  </a:cubicBezTo>
                  <a:lnTo>
                    <a:pt x="2815" y="229"/>
                  </a:lnTo>
                  <a:cubicBezTo>
                    <a:pt x="2877" y="217"/>
                    <a:pt x="2919" y="158"/>
                    <a:pt x="2908" y="96"/>
                  </a:cubicBezTo>
                  <a:cubicBezTo>
                    <a:pt x="2897" y="40"/>
                    <a:pt x="2848" y="1"/>
                    <a:pt x="2794" y="1"/>
                  </a:cubicBez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0" name="Google Shape;1620;p46"/>
            <p:cNvSpPr/>
            <p:nvPr/>
          </p:nvSpPr>
          <p:spPr>
            <a:xfrm>
              <a:off x="6042125" y="2813400"/>
              <a:ext cx="72975" cy="16125"/>
            </a:xfrm>
            <a:custGeom>
              <a:avLst/>
              <a:gdLst/>
              <a:ahLst/>
              <a:cxnLst/>
              <a:rect l="l" t="t" r="r" b="b"/>
              <a:pathLst>
                <a:path w="2919" h="645" extrusionOk="0">
                  <a:moveTo>
                    <a:pt x="2228" y="0"/>
                  </a:moveTo>
                  <a:cubicBezTo>
                    <a:pt x="2188" y="0"/>
                    <a:pt x="2147" y="3"/>
                    <a:pt x="2105" y="11"/>
                  </a:cubicBezTo>
                  <a:lnTo>
                    <a:pt x="104" y="358"/>
                  </a:lnTo>
                  <a:cubicBezTo>
                    <a:pt x="42" y="369"/>
                    <a:pt x="0" y="428"/>
                    <a:pt x="11" y="490"/>
                  </a:cubicBezTo>
                  <a:cubicBezTo>
                    <a:pt x="21" y="546"/>
                    <a:pt x="70" y="586"/>
                    <a:pt x="124" y="586"/>
                  </a:cubicBezTo>
                  <a:cubicBezTo>
                    <a:pt x="130" y="586"/>
                    <a:pt x="136" y="585"/>
                    <a:pt x="142" y="584"/>
                  </a:cubicBezTo>
                  <a:lnTo>
                    <a:pt x="2144" y="237"/>
                  </a:lnTo>
                  <a:cubicBezTo>
                    <a:pt x="2172" y="232"/>
                    <a:pt x="2199" y="230"/>
                    <a:pt x="2226" y="230"/>
                  </a:cubicBezTo>
                  <a:cubicBezTo>
                    <a:pt x="2473" y="230"/>
                    <a:pt x="2660" y="427"/>
                    <a:pt x="2682" y="549"/>
                  </a:cubicBezTo>
                  <a:cubicBezTo>
                    <a:pt x="2692" y="605"/>
                    <a:pt x="2741" y="645"/>
                    <a:pt x="2795" y="645"/>
                  </a:cubicBezTo>
                  <a:cubicBezTo>
                    <a:pt x="2802" y="645"/>
                    <a:pt x="2808" y="644"/>
                    <a:pt x="2814" y="643"/>
                  </a:cubicBezTo>
                  <a:cubicBezTo>
                    <a:pt x="2877" y="631"/>
                    <a:pt x="2918" y="571"/>
                    <a:pt x="2908" y="510"/>
                  </a:cubicBezTo>
                  <a:cubicBezTo>
                    <a:pt x="2867" y="283"/>
                    <a:pt x="2592" y="0"/>
                    <a:pt x="22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1" name="Google Shape;1621;p46"/>
            <p:cNvSpPr/>
            <p:nvPr/>
          </p:nvSpPr>
          <p:spPr>
            <a:xfrm>
              <a:off x="6031225" y="2893275"/>
              <a:ext cx="107675" cy="41425"/>
            </a:xfrm>
            <a:custGeom>
              <a:avLst/>
              <a:gdLst/>
              <a:ahLst/>
              <a:cxnLst/>
              <a:rect l="l" t="t" r="r" b="b"/>
              <a:pathLst>
                <a:path w="4307" h="1657" extrusionOk="0">
                  <a:moveTo>
                    <a:pt x="3849" y="1"/>
                  </a:moveTo>
                  <a:cubicBezTo>
                    <a:pt x="2586" y="1"/>
                    <a:pt x="885" y="481"/>
                    <a:pt x="0" y="1325"/>
                  </a:cubicBezTo>
                  <a:lnTo>
                    <a:pt x="316" y="1656"/>
                  </a:lnTo>
                  <a:cubicBezTo>
                    <a:pt x="1110" y="900"/>
                    <a:pt x="2702" y="458"/>
                    <a:pt x="3851" y="458"/>
                  </a:cubicBezTo>
                  <a:cubicBezTo>
                    <a:pt x="3994" y="458"/>
                    <a:pt x="4130" y="465"/>
                    <a:pt x="4256" y="479"/>
                  </a:cubicBezTo>
                  <a:lnTo>
                    <a:pt x="4307" y="25"/>
                  </a:lnTo>
                  <a:cubicBezTo>
                    <a:pt x="4163" y="9"/>
                    <a:pt x="4009" y="1"/>
                    <a:pt x="3849" y="1"/>
                  </a:cubicBez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2" name="Google Shape;1622;p46"/>
            <p:cNvSpPr/>
            <p:nvPr/>
          </p:nvSpPr>
          <p:spPr>
            <a:xfrm>
              <a:off x="5922275" y="2805050"/>
              <a:ext cx="264125" cy="132725"/>
            </a:xfrm>
            <a:custGeom>
              <a:avLst/>
              <a:gdLst/>
              <a:ahLst/>
              <a:cxnLst/>
              <a:rect l="l" t="t" r="r" b="b"/>
              <a:pathLst>
                <a:path w="10565" h="5309" extrusionOk="0">
                  <a:moveTo>
                    <a:pt x="7037" y="339"/>
                  </a:moveTo>
                  <a:cubicBezTo>
                    <a:pt x="7372" y="339"/>
                    <a:pt x="7671" y="583"/>
                    <a:pt x="7729" y="921"/>
                  </a:cubicBezTo>
                  <a:cubicBezTo>
                    <a:pt x="7740" y="984"/>
                    <a:pt x="7741" y="1051"/>
                    <a:pt x="7735" y="1117"/>
                  </a:cubicBezTo>
                  <a:cubicBezTo>
                    <a:pt x="7725" y="1205"/>
                    <a:pt x="7785" y="1285"/>
                    <a:pt x="7871" y="1304"/>
                  </a:cubicBezTo>
                  <a:cubicBezTo>
                    <a:pt x="8518" y="1436"/>
                    <a:pt x="9669" y="1861"/>
                    <a:pt x="10116" y="3213"/>
                  </a:cubicBezTo>
                  <a:cubicBezTo>
                    <a:pt x="10124" y="3237"/>
                    <a:pt x="10131" y="3263"/>
                    <a:pt x="10134" y="3289"/>
                  </a:cubicBezTo>
                  <a:cubicBezTo>
                    <a:pt x="10200" y="3665"/>
                    <a:pt x="9970" y="4115"/>
                    <a:pt x="9417" y="4212"/>
                  </a:cubicBezTo>
                  <a:lnTo>
                    <a:pt x="5205" y="4943"/>
                  </a:lnTo>
                  <a:cubicBezTo>
                    <a:pt x="5142" y="4954"/>
                    <a:pt x="5081" y="4960"/>
                    <a:pt x="5021" y="4960"/>
                  </a:cubicBezTo>
                  <a:cubicBezTo>
                    <a:pt x="4831" y="4960"/>
                    <a:pt x="4660" y="4906"/>
                    <a:pt x="4519" y="4799"/>
                  </a:cubicBezTo>
                  <a:cubicBezTo>
                    <a:pt x="4362" y="4681"/>
                    <a:pt x="4252" y="4505"/>
                    <a:pt x="4220" y="4317"/>
                  </a:cubicBezTo>
                  <a:cubicBezTo>
                    <a:pt x="4214" y="4291"/>
                    <a:pt x="4211" y="4265"/>
                    <a:pt x="4210" y="4242"/>
                  </a:cubicBezTo>
                  <a:cubicBezTo>
                    <a:pt x="4194" y="3568"/>
                    <a:pt x="4395" y="2963"/>
                    <a:pt x="4809" y="2445"/>
                  </a:cubicBezTo>
                  <a:cubicBezTo>
                    <a:pt x="4853" y="2389"/>
                    <a:pt x="4858" y="2311"/>
                    <a:pt x="4821" y="2250"/>
                  </a:cubicBezTo>
                  <a:cubicBezTo>
                    <a:pt x="4790" y="2196"/>
                    <a:pt x="4733" y="2166"/>
                    <a:pt x="4673" y="2166"/>
                  </a:cubicBezTo>
                  <a:cubicBezTo>
                    <a:pt x="4664" y="2166"/>
                    <a:pt x="4654" y="2166"/>
                    <a:pt x="4645" y="2168"/>
                  </a:cubicBezTo>
                  <a:lnTo>
                    <a:pt x="1249" y="2757"/>
                  </a:lnTo>
                  <a:cubicBezTo>
                    <a:pt x="1208" y="2764"/>
                    <a:pt x="1168" y="2768"/>
                    <a:pt x="1128" y="2768"/>
                  </a:cubicBezTo>
                  <a:cubicBezTo>
                    <a:pt x="795" y="2768"/>
                    <a:pt x="498" y="2527"/>
                    <a:pt x="439" y="2187"/>
                  </a:cubicBezTo>
                  <a:cubicBezTo>
                    <a:pt x="373" y="1806"/>
                    <a:pt x="628" y="1442"/>
                    <a:pt x="1010" y="1377"/>
                  </a:cubicBezTo>
                  <a:lnTo>
                    <a:pt x="6914" y="352"/>
                  </a:lnTo>
                  <a:cubicBezTo>
                    <a:pt x="6918" y="352"/>
                    <a:pt x="6923" y="352"/>
                    <a:pt x="6930" y="348"/>
                  </a:cubicBezTo>
                  <a:cubicBezTo>
                    <a:pt x="6966" y="342"/>
                    <a:pt x="7002" y="339"/>
                    <a:pt x="7037" y="339"/>
                  </a:cubicBezTo>
                  <a:close/>
                  <a:moveTo>
                    <a:pt x="7033" y="1"/>
                  </a:moveTo>
                  <a:cubicBezTo>
                    <a:pt x="6987" y="1"/>
                    <a:pt x="6940" y="4"/>
                    <a:pt x="6893" y="10"/>
                  </a:cubicBezTo>
                  <a:cubicBezTo>
                    <a:pt x="6887" y="10"/>
                    <a:pt x="6878" y="11"/>
                    <a:pt x="6872" y="13"/>
                  </a:cubicBezTo>
                  <a:lnTo>
                    <a:pt x="950" y="1040"/>
                  </a:lnTo>
                  <a:cubicBezTo>
                    <a:pt x="382" y="1137"/>
                    <a:pt x="1" y="1679"/>
                    <a:pt x="100" y="2247"/>
                  </a:cubicBezTo>
                  <a:cubicBezTo>
                    <a:pt x="187" y="2755"/>
                    <a:pt x="632" y="3115"/>
                    <a:pt x="1132" y="3115"/>
                  </a:cubicBezTo>
                  <a:cubicBezTo>
                    <a:pt x="1190" y="3115"/>
                    <a:pt x="1249" y="3110"/>
                    <a:pt x="1308" y="3100"/>
                  </a:cubicBezTo>
                  <a:lnTo>
                    <a:pt x="4299" y="2581"/>
                  </a:lnTo>
                  <a:lnTo>
                    <a:pt x="4299" y="2581"/>
                  </a:lnTo>
                  <a:cubicBezTo>
                    <a:pt x="3998" y="3082"/>
                    <a:pt x="3852" y="3645"/>
                    <a:pt x="3867" y="4259"/>
                  </a:cubicBezTo>
                  <a:cubicBezTo>
                    <a:pt x="3868" y="4298"/>
                    <a:pt x="3873" y="4339"/>
                    <a:pt x="3880" y="4380"/>
                  </a:cubicBezTo>
                  <a:cubicBezTo>
                    <a:pt x="3927" y="4654"/>
                    <a:pt x="4085" y="4908"/>
                    <a:pt x="4311" y="5078"/>
                  </a:cubicBezTo>
                  <a:cubicBezTo>
                    <a:pt x="4460" y="5190"/>
                    <a:pt x="4693" y="5308"/>
                    <a:pt x="5016" y="5308"/>
                  </a:cubicBezTo>
                  <a:cubicBezTo>
                    <a:pt x="5093" y="5308"/>
                    <a:pt x="5176" y="5302"/>
                    <a:pt x="5263" y="5286"/>
                  </a:cubicBezTo>
                  <a:lnTo>
                    <a:pt x="9475" y="4555"/>
                  </a:lnTo>
                  <a:cubicBezTo>
                    <a:pt x="10247" y="4420"/>
                    <a:pt x="10565" y="3776"/>
                    <a:pt x="10471" y="3236"/>
                  </a:cubicBezTo>
                  <a:cubicBezTo>
                    <a:pt x="10465" y="3195"/>
                    <a:pt x="10455" y="3156"/>
                    <a:pt x="10443" y="3114"/>
                  </a:cubicBezTo>
                  <a:cubicBezTo>
                    <a:pt x="10090" y="2047"/>
                    <a:pt x="9233" y="1284"/>
                    <a:pt x="8081" y="1004"/>
                  </a:cubicBezTo>
                  <a:cubicBezTo>
                    <a:pt x="8078" y="958"/>
                    <a:pt x="8074" y="912"/>
                    <a:pt x="8066" y="868"/>
                  </a:cubicBezTo>
                  <a:cubicBezTo>
                    <a:pt x="7978" y="362"/>
                    <a:pt x="7532" y="1"/>
                    <a:pt x="7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3" name="Google Shape;1623;p46"/>
            <p:cNvSpPr/>
            <p:nvPr/>
          </p:nvSpPr>
          <p:spPr>
            <a:xfrm>
              <a:off x="6023725" y="2882750"/>
              <a:ext cx="118725" cy="45000"/>
            </a:xfrm>
            <a:custGeom>
              <a:avLst/>
              <a:gdLst/>
              <a:ahLst/>
              <a:cxnLst/>
              <a:rect l="l" t="t" r="r" b="b"/>
              <a:pathLst>
                <a:path w="4749" h="1800" extrusionOk="0">
                  <a:moveTo>
                    <a:pt x="4122" y="1"/>
                  </a:moveTo>
                  <a:cubicBezTo>
                    <a:pt x="2835" y="1"/>
                    <a:pt x="987" y="541"/>
                    <a:pt x="82" y="1405"/>
                  </a:cubicBezTo>
                  <a:cubicBezTo>
                    <a:pt x="25" y="1461"/>
                    <a:pt x="1" y="1538"/>
                    <a:pt x="14" y="1610"/>
                  </a:cubicBezTo>
                  <a:cubicBezTo>
                    <a:pt x="22" y="1653"/>
                    <a:pt x="42" y="1695"/>
                    <a:pt x="73" y="1728"/>
                  </a:cubicBezTo>
                  <a:cubicBezTo>
                    <a:pt x="118" y="1776"/>
                    <a:pt x="178" y="1800"/>
                    <a:pt x="238" y="1800"/>
                  </a:cubicBezTo>
                  <a:cubicBezTo>
                    <a:pt x="295" y="1800"/>
                    <a:pt x="352" y="1779"/>
                    <a:pt x="396" y="1736"/>
                  </a:cubicBezTo>
                  <a:cubicBezTo>
                    <a:pt x="1211" y="959"/>
                    <a:pt x="2945" y="458"/>
                    <a:pt x="4119" y="458"/>
                  </a:cubicBezTo>
                  <a:cubicBezTo>
                    <a:pt x="4247" y="458"/>
                    <a:pt x="4369" y="464"/>
                    <a:pt x="4481" y="476"/>
                  </a:cubicBezTo>
                  <a:cubicBezTo>
                    <a:pt x="4490" y="477"/>
                    <a:pt x="4499" y="478"/>
                    <a:pt x="4508" y="478"/>
                  </a:cubicBezTo>
                  <a:cubicBezTo>
                    <a:pt x="4623" y="478"/>
                    <a:pt x="4722" y="391"/>
                    <a:pt x="4734" y="274"/>
                  </a:cubicBezTo>
                  <a:cubicBezTo>
                    <a:pt x="4749" y="148"/>
                    <a:pt x="4658" y="35"/>
                    <a:pt x="4532" y="22"/>
                  </a:cubicBezTo>
                  <a:cubicBezTo>
                    <a:pt x="4404" y="8"/>
                    <a:pt x="4266" y="1"/>
                    <a:pt x="41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grpSp>
        <p:nvGrpSpPr>
          <p:cNvPr id="1729" name="Google Shape;1729;p49"/>
          <p:cNvGrpSpPr/>
          <p:nvPr/>
        </p:nvGrpSpPr>
        <p:grpSpPr>
          <a:xfrm>
            <a:off x="3019718" y="1500170"/>
            <a:ext cx="842059" cy="842286"/>
            <a:chOff x="2494400" y="653125"/>
            <a:chExt cx="340625" cy="434325"/>
          </a:xfrm>
        </p:grpSpPr>
        <p:sp>
          <p:nvSpPr>
            <p:cNvPr id="1730" name="Google Shape;1730;p49"/>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1" name="Google Shape;1731;p49"/>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2" name="Google Shape;1732;p49"/>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9"/>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4" name="Google Shape;1734;p49"/>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5" name="Google Shape;1735;p49"/>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6" name="Google Shape;1736;p49"/>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7" name="Google Shape;1737;p49"/>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38" name="Google Shape;1738;p49"/>
          <p:cNvGrpSpPr/>
          <p:nvPr/>
        </p:nvGrpSpPr>
        <p:grpSpPr>
          <a:xfrm>
            <a:off x="3019656" y="2477292"/>
            <a:ext cx="837931" cy="840723"/>
            <a:chOff x="2879000" y="653125"/>
            <a:chExt cx="340650" cy="434325"/>
          </a:xfrm>
        </p:grpSpPr>
        <p:sp>
          <p:nvSpPr>
            <p:cNvPr id="1739" name="Google Shape;1739;p49"/>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0" name="Google Shape;1740;p49"/>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1" name="Google Shape;1741;p49"/>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2" name="Google Shape;1742;p49"/>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3" name="Google Shape;1743;p49"/>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4" name="Google Shape;1744;p49"/>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49"/>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6" name="Google Shape;1746;p49"/>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47" name="Google Shape;1747;p49"/>
          <p:cNvGrpSpPr/>
          <p:nvPr/>
        </p:nvGrpSpPr>
        <p:grpSpPr>
          <a:xfrm>
            <a:off x="3019776" y="3452788"/>
            <a:ext cx="842102" cy="840723"/>
            <a:chOff x="3265747" y="653121"/>
            <a:chExt cx="355783" cy="434325"/>
          </a:xfrm>
        </p:grpSpPr>
        <p:sp>
          <p:nvSpPr>
            <p:cNvPr id="1748" name="Google Shape;1748;p49"/>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9" name="Google Shape;1749;p49"/>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0" name="Google Shape;1750;p49"/>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1" name="Google Shape;1751;p49"/>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2" name="Google Shape;1752;p49"/>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3" name="Google Shape;1753;p49"/>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4" name="Google Shape;1754;p49"/>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5" name="Google Shape;1755;p49"/>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56" name="Google Shape;1756;p49"/>
          <p:cNvGrpSpPr/>
          <p:nvPr/>
        </p:nvGrpSpPr>
        <p:grpSpPr>
          <a:xfrm>
            <a:off x="1852554" y="3452528"/>
            <a:ext cx="841242" cy="841244"/>
            <a:chOff x="3265750" y="653125"/>
            <a:chExt cx="340625" cy="434325"/>
          </a:xfrm>
        </p:grpSpPr>
        <p:sp>
          <p:nvSpPr>
            <p:cNvPr id="1757" name="Google Shape;1757;p49"/>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8" name="Google Shape;1758;p49"/>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9" name="Google Shape;1759;p49"/>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0" name="Google Shape;1760;p49"/>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1" name="Google Shape;1761;p49"/>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2" name="Google Shape;1762;p49"/>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3" name="Google Shape;1763;p49"/>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4" name="Google Shape;1764;p49"/>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65" name="Google Shape;1765;p49"/>
          <p:cNvGrpSpPr/>
          <p:nvPr/>
        </p:nvGrpSpPr>
        <p:grpSpPr>
          <a:xfrm>
            <a:off x="1852143" y="2476507"/>
            <a:ext cx="842059" cy="842286"/>
            <a:chOff x="2494400" y="653125"/>
            <a:chExt cx="340625" cy="434325"/>
          </a:xfrm>
        </p:grpSpPr>
        <p:sp>
          <p:nvSpPr>
            <p:cNvPr id="1766" name="Google Shape;1766;p49"/>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7" name="Google Shape;1767;p49"/>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8" name="Google Shape;1768;p49"/>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9" name="Google Shape;1769;p49"/>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0" name="Google Shape;1770;p49"/>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1" name="Google Shape;1771;p49"/>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2" name="Google Shape;1772;p49"/>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3" name="Google Shape;1773;p49"/>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74" name="Google Shape;1774;p49"/>
          <p:cNvSpPr txBox="1">
            <a:spLocks noGrp="1"/>
          </p:cNvSpPr>
          <p:nvPr>
            <p:ph type="title"/>
          </p:nvPr>
        </p:nvSpPr>
        <p:spPr>
          <a:xfrm>
            <a:off x="4416375" y="2108400"/>
            <a:ext cx="33393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KHÁI NIỆM</a:t>
            </a:r>
            <a:endParaRPr dirty="0"/>
          </a:p>
        </p:txBody>
      </p:sp>
      <p:sp>
        <p:nvSpPr>
          <p:cNvPr id="1775" name="Google Shape;1775;p49"/>
          <p:cNvSpPr txBox="1">
            <a:spLocks noGrp="1"/>
          </p:cNvSpPr>
          <p:nvPr>
            <p:ph type="subTitle" idx="1"/>
          </p:nvPr>
        </p:nvSpPr>
        <p:spPr>
          <a:xfrm rot="618">
            <a:off x="4861428" y="2810810"/>
            <a:ext cx="3339300" cy="63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2000" dirty="0">
                <a:latin typeface="Montserrat Medium" pitchFamily="2" charset="0"/>
              </a:rPr>
              <a:t>(chương trình con)</a:t>
            </a:r>
            <a:endParaRPr sz="2000" dirty="0">
              <a:latin typeface="Montserrat Medium" pitchFamily="2" charset="0"/>
            </a:endParaRPr>
          </a:p>
        </p:txBody>
      </p:sp>
      <p:grpSp>
        <p:nvGrpSpPr>
          <p:cNvPr id="1776" name="Google Shape;1776;p49"/>
          <p:cNvGrpSpPr/>
          <p:nvPr/>
        </p:nvGrpSpPr>
        <p:grpSpPr>
          <a:xfrm>
            <a:off x="829150" y="637021"/>
            <a:ext cx="2449585" cy="2363659"/>
            <a:chOff x="3788625" y="496125"/>
            <a:chExt cx="1224425" cy="1181475"/>
          </a:xfrm>
        </p:grpSpPr>
        <p:sp>
          <p:nvSpPr>
            <p:cNvPr id="1777" name="Google Shape;1777;p49"/>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8" name="Google Shape;1778;p49"/>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9" name="Google Shape;1779;p49"/>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0" name="Google Shape;1780;p49"/>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1" name="Google Shape;1781;p49"/>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2" name="Google Shape;1782;p49"/>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3" name="Google Shape;1783;p49"/>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4" name="Google Shape;1784;p49"/>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5" name="Google Shape;1785;p49"/>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6" name="Google Shape;1786;p49"/>
            <p:cNvSpPr/>
            <p:nvPr/>
          </p:nvSpPr>
          <p:spPr>
            <a:xfrm>
              <a:off x="3793350" y="1611275"/>
              <a:ext cx="1214975" cy="62650"/>
            </a:xfrm>
            <a:custGeom>
              <a:avLst/>
              <a:gdLst/>
              <a:ahLst/>
              <a:cxnLst/>
              <a:rect l="l" t="t" r="r" b="b"/>
              <a:pathLst>
                <a:path w="48599" h="2506" extrusionOk="0">
                  <a:moveTo>
                    <a:pt x="1" y="0"/>
                  </a:moveTo>
                  <a:cubicBezTo>
                    <a:pt x="239" y="1422"/>
                    <a:pt x="1473" y="2505"/>
                    <a:pt x="2962" y="2505"/>
                  </a:cubicBezTo>
                  <a:lnTo>
                    <a:pt x="45637" y="2505"/>
                  </a:lnTo>
                  <a:cubicBezTo>
                    <a:pt x="47126" y="2505"/>
                    <a:pt x="48361" y="1422"/>
                    <a:pt x="485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7" name="Google Shape;1787;p49"/>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8" name="Google Shape;1788;p49"/>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9" name="Google Shape;1789;p49"/>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90" name="Google Shape;1790;p49"/>
          <p:cNvSpPr txBox="1">
            <a:spLocks noGrp="1"/>
          </p:cNvSpPr>
          <p:nvPr>
            <p:ph type="title" idx="2"/>
          </p:nvPr>
        </p:nvSpPr>
        <p:spPr>
          <a:xfrm>
            <a:off x="1279051" y="1207023"/>
            <a:ext cx="1550100" cy="122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1791" name="Google Shape;1791;p49"/>
          <p:cNvGrpSpPr/>
          <p:nvPr/>
        </p:nvGrpSpPr>
        <p:grpSpPr>
          <a:xfrm>
            <a:off x="3733250" y="3699903"/>
            <a:ext cx="380623" cy="505928"/>
            <a:chOff x="5382225" y="1510350"/>
            <a:chExt cx="54075" cy="71875"/>
          </a:xfrm>
        </p:grpSpPr>
        <p:sp>
          <p:nvSpPr>
            <p:cNvPr id="1792" name="Google Shape;1792;p49"/>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3" name="Google Shape;1793;p49"/>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94" name="Google Shape;1794;p49"/>
          <p:cNvGrpSpPr/>
          <p:nvPr/>
        </p:nvGrpSpPr>
        <p:grpSpPr>
          <a:xfrm rot="2519325">
            <a:off x="4830713" y="3652123"/>
            <a:ext cx="1211820" cy="1565959"/>
            <a:chOff x="5543700" y="1778175"/>
            <a:chExt cx="396425" cy="512275"/>
          </a:xfrm>
        </p:grpSpPr>
        <p:sp>
          <p:nvSpPr>
            <p:cNvPr id="1795" name="Google Shape;1795;p49"/>
            <p:cNvSpPr/>
            <p:nvPr/>
          </p:nvSpPr>
          <p:spPr>
            <a:xfrm>
              <a:off x="5757250" y="1784975"/>
              <a:ext cx="176150" cy="157550"/>
            </a:xfrm>
            <a:custGeom>
              <a:avLst/>
              <a:gdLst/>
              <a:ahLst/>
              <a:cxnLst/>
              <a:rect l="l" t="t" r="r" b="b"/>
              <a:pathLst>
                <a:path w="7046" h="6302" extrusionOk="0">
                  <a:moveTo>
                    <a:pt x="1929" y="0"/>
                  </a:moveTo>
                  <a:lnTo>
                    <a:pt x="0" y="3392"/>
                  </a:lnTo>
                  <a:lnTo>
                    <a:pt x="5117" y="6301"/>
                  </a:lnTo>
                  <a:lnTo>
                    <a:pt x="7046" y="2909"/>
                  </a:lnTo>
                  <a:lnTo>
                    <a:pt x="19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6" name="Google Shape;1796;p49"/>
            <p:cNvSpPr/>
            <p:nvPr/>
          </p:nvSpPr>
          <p:spPr>
            <a:xfrm>
              <a:off x="5795500" y="1833000"/>
              <a:ext cx="43125" cy="34800"/>
            </a:xfrm>
            <a:custGeom>
              <a:avLst/>
              <a:gdLst/>
              <a:ahLst/>
              <a:cxnLst/>
              <a:rect l="l" t="t" r="r" b="b"/>
              <a:pathLst>
                <a:path w="1725" h="1392" extrusionOk="0">
                  <a:moveTo>
                    <a:pt x="347" y="0"/>
                  </a:moveTo>
                  <a:lnTo>
                    <a:pt x="1" y="608"/>
                  </a:lnTo>
                  <a:lnTo>
                    <a:pt x="1379" y="1391"/>
                  </a:lnTo>
                  <a:lnTo>
                    <a:pt x="1724" y="783"/>
                  </a:lnTo>
                  <a:lnTo>
                    <a:pt x="3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7" name="Google Shape;1797;p49"/>
            <p:cNvSpPr/>
            <p:nvPr/>
          </p:nvSpPr>
          <p:spPr>
            <a:xfrm>
              <a:off x="5851825" y="1864775"/>
              <a:ext cx="43100" cy="34825"/>
            </a:xfrm>
            <a:custGeom>
              <a:avLst/>
              <a:gdLst/>
              <a:ahLst/>
              <a:cxnLst/>
              <a:rect l="l" t="t" r="r" b="b"/>
              <a:pathLst>
                <a:path w="1724" h="1393" extrusionOk="0">
                  <a:moveTo>
                    <a:pt x="346" y="0"/>
                  </a:moveTo>
                  <a:lnTo>
                    <a:pt x="0" y="609"/>
                  </a:lnTo>
                  <a:lnTo>
                    <a:pt x="1378" y="1392"/>
                  </a:lnTo>
                  <a:lnTo>
                    <a:pt x="1724" y="783"/>
                  </a:lnTo>
                  <a:lnTo>
                    <a:pt x="3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8" name="Google Shape;1798;p49"/>
            <p:cNvSpPr/>
            <p:nvPr/>
          </p:nvSpPr>
          <p:spPr>
            <a:xfrm>
              <a:off x="5757025" y="1850925"/>
              <a:ext cx="138750" cy="91700"/>
            </a:xfrm>
            <a:custGeom>
              <a:avLst/>
              <a:gdLst/>
              <a:ahLst/>
              <a:cxnLst/>
              <a:rect l="l" t="t" r="r" b="b"/>
              <a:pathLst>
                <a:path w="5550" h="3668" extrusionOk="0">
                  <a:moveTo>
                    <a:pt x="432" y="1"/>
                  </a:moveTo>
                  <a:lnTo>
                    <a:pt x="1" y="758"/>
                  </a:lnTo>
                  <a:lnTo>
                    <a:pt x="5118" y="3667"/>
                  </a:lnTo>
                  <a:lnTo>
                    <a:pt x="5549" y="2910"/>
                  </a:lnTo>
                  <a:lnTo>
                    <a:pt x="432" y="1"/>
                  </a:lnTo>
                  <a:close/>
                </a:path>
              </a:pathLst>
            </a:custGeom>
            <a:solidFill>
              <a:srgbClr val="9EA2E0">
                <a:alpha val="267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9" name="Google Shape;1799;p49"/>
            <p:cNvSpPr/>
            <p:nvPr/>
          </p:nvSpPr>
          <p:spPr>
            <a:xfrm>
              <a:off x="5750150" y="1778175"/>
              <a:ext cx="189975" cy="171400"/>
            </a:xfrm>
            <a:custGeom>
              <a:avLst/>
              <a:gdLst/>
              <a:ahLst/>
              <a:cxnLst/>
              <a:rect l="l" t="t" r="r" b="b"/>
              <a:pathLst>
                <a:path w="7599" h="6856" extrusionOk="0">
                  <a:moveTo>
                    <a:pt x="2280" y="553"/>
                  </a:moveTo>
                  <a:lnTo>
                    <a:pt x="7045" y="3260"/>
                  </a:lnTo>
                  <a:lnTo>
                    <a:pt x="5316" y="6300"/>
                  </a:lnTo>
                  <a:lnTo>
                    <a:pt x="552" y="3592"/>
                  </a:lnTo>
                  <a:lnTo>
                    <a:pt x="2280" y="553"/>
                  </a:lnTo>
                  <a:close/>
                  <a:moveTo>
                    <a:pt x="2129" y="1"/>
                  </a:moveTo>
                  <a:lnTo>
                    <a:pt x="0" y="3746"/>
                  </a:lnTo>
                  <a:lnTo>
                    <a:pt x="5470" y="6855"/>
                  </a:lnTo>
                  <a:lnTo>
                    <a:pt x="7598" y="3110"/>
                  </a:lnTo>
                  <a:lnTo>
                    <a:pt x="2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0" name="Google Shape;1800;p49"/>
            <p:cNvSpPr/>
            <p:nvPr/>
          </p:nvSpPr>
          <p:spPr>
            <a:xfrm>
              <a:off x="5549250" y="1858025"/>
              <a:ext cx="355600" cy="427275"/>
            </a:xfrm>
            <a:custGeom>
              <a:avLst/>
              <a:gdLst/>
              <a:ahLst/>
              <a:cxnLst/>
              <a:rect l="l" t="t" r="r" b="b"/>
              <a:pathLst>
                <a:path w="14224" h="17091" extrusionOk="0">
                  <a:moveTo>
                    <a:pt x="7478" y="1"/>
                  </a:moveTo>
                  <a:lnTo>
                    <a:pt x="1060" y="11294"/>
                  </a:lnTo>
                  <a:cubicBezTo>
                    <a:pt x="0" y="13156"/>
                    <a:pt x="652" y="15524"/>
                    <a:pt x="2515" y="16583"/>
                  </a:cubicBezTo>
                  <a:cubicBezTo>
                    <a:pt x="3120" y="16927"/>
                    <a:pt x="3779" y="17091"/>
                    <a:pt x="4429" y="17091"/>
                  </a:cubicBezTo>
                  <a:cubicBezTo>
                    <a:pt x="5779" y="17091"/>
                    <a:pt x="7090" y="16385"/>
                    <a:pt x="7805" y="15128"/>
                  </a:cubicBezTo>
                  <a:lnTo>
                    <a:pt x="14223" y="3835"/>
                  </a:lnTo>
                  <a:lnTo>
                    <a:pt x="74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1" name="Google Shape;1801;p49"/>
            <p:cNvSpPr/>
            <p:nvPr/>
          </p:nvSpPr>
          <p:spPr>
            <a:xfrm>
              <a:off x="5612600" y="1906250"/>
              <a:ext cx="292250" cy="379025"/>
            </a:xfrm>
            <a:custGeom>
              <a:avLst/>
              <a:gdLst/>
              <a:ahLst/>
              <a:cxnLst/>
              <a:rect l="l" t="t" r="r" b="b"/>
              <a:pathLst>
                <a:path w="11690" h="15161" extrusionOk="0">
                  <a:moveTo>
                    <a:pt x="8337" y="0"/>
                  </a:moveTo>
                  <a:lnTo>
                    <a:pt x="1" y="14664"/>
                  </a:lnTo>
                  <a:cubicBezTo>
                    <a:pt x="601" y="15001"/>
                    <a:pt x="1252" y="15161"/>
                    <a:pt x="1895" y="15161"/>
                  </a:cubicBezTo>
                  <a:cubicBezTo>
                    <a:pt x="3245" y="15161"/>
                    <a:pt x="4556" y="14455"/>
                    <a:pt x="5271" y="13199"/>
                  </a:cubicBezTo>
                  <a:lnTo>
                    <a:pt x="11689" y="1906"/>
                  </a:lnTo>
                  <a:lnTo>
                    <a:pt x="83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2" name="Google Shape;1802;p49"/>
            <p:cNvSpPr/>
            <p:nvPr/>
          </p:nvSpPr>
          <p:spPr>
            <a:xfrm>
              <a:off x="5604750" y="1945300"/>
              <a:ext cx="297100" cy="336300"/>
            </a:xfrm>
            <a:custGeom>
              <a:avLst/>
              <a:gdLst/>
              <a:ahLst/>
              <a:cxnLst/>
              <a:rect l="l" t="t" r="r" b="b"/>
              <a:pathLst>
                <a:path w="11884" h="13452" extrusionOk="0">
                  <a:moveTo>
                    <a:pt x="11531" y="1"/>
                  </a:moveTo>
                  <a:lnTo>
                    <a:pt x="5217" y="11107"/>
                  </a:lnTo>
                  <a:cubicBezTo>
                    <a:pt x="4675" y="12063"/>
                    <a:pt x="3898" y="12695"/>
                    <a:pt x="2972" y="12938"/>
                  </a:cubicBezTo>
                  <a:cubicBezTo>
                    <a:pt x="2698" y="13010"/>
                    <a:pt x="2416" y="13045"/>
                    <a:pt x="2133" y="13045"/>
                  </a:cubicBezTo>
                  <a:cubicBezTo>
                    <a:pt x="1481" y="13045"/>
                    <a:pt x="819" y="12857"/>
                    <a:pt x="210" y="12490"/>
                  </a:cubicBezTo>
                  <a:lnTo>
                    <a:pt x="0" y="12838"/>
                  </a:lnTo>
                  <a:cubicBezTo>
                    <a:pt x="34" y="12858"/>
                    <a:pt x="65" y="12876"/>
                    <a:pt x="98" y="12895"/>
                  </a:cubicBezTo>
                  <a:cubicBezTo>
                    <a:pt x="746" y="13263"/>
                    <a:pt x="1443" y="13452"/>
                    <a:pt x="2133" y="13452"/>
                  </a:cubicBezTo>
                  <a:cubicBezTo>
                    <a:pt x="2451" y="13452"/>
                    <a:pt x="2767" y="13412"/>
                    <a:pt x="3075" y="13330"/>
                  </a:cubicBezTo>
                  <a:cubicBezTo>
                    <a:pt x="4109" y="13059"/>
                    <a:pt x="4971" y="12360"/>
                    <a:pt x="5570" y="11308"/>
                  </a:cubicBezTo>
                  <a:lnTo>
                    <a:pt x="11883" y="201"/>
                  </a:lnTo>
                  <a:lnTo>
                    <a:pt x="11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3" name="Google Shape;1803;p49"/>
            <p:cNvSpPr/>
            <p:nvPr/>
          </p:nvSpPr>
          <p:spPr>
            <a:xfrm>
              <a:off x="5817025" y="1952675"/>
              <a:ext cx="64825" cy="42850"/>
            </a:xfrm>
            <a:custGeom>
              <a:avLst/>
              <a:gdLst/>
              <a:ahLst/>
              <a:cxnLst/>
              <a:rect l="l" t="t" r="r" b="b"/>
              <a:pathLst>
                <a:path w="2593" h="1714" extrusionOk="0">
                  <a:moveTo>
                    <a:pt x="201" y="0"/>
                  </a:moveTo>
                  <a:lnTo>
                    <a:pt x="0" y="354"/>
                  </a:lnTo>
                  <a:lnTo>
                    <a:pt x="2392" y="1713"/>
                  </a:lnTo>
                  <a:lnTo>
                    <a:pt x="2593" y="1360"/>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4" name="Google Shape;1804;p49"/>
            <p:cNvSpPr/>
            <p:nvPr/>
          </p:nvSpPr>
          <p:spPr>
            <a:xfrm>
              <a:off x="5834350" y="1922175"/>
              <a:ext cx="64850" cy="42850"/>
            </a:xfrm>
            <a:custGeom>
              <a:avLst/>
              <a:gdLst/>
              <a:ahLst/>
              <a:cxnLst/>
              <a:rect l="l" t="t" r="r" b="b"/>
              <a:pathLst>
                <a:path w="2594" h="1714" extrusionOk="0">
                  <a:moveTo>
                    <a:pt x="202" y="1"/>
                  </a:moveTo>
                  <a:lnTo>
                    <a:pt x="1" y="353"/>
                  </a:lnTo>
                  <a:lnTo>
                    <a:pt x="2392" y="1714"/>
                  </a:lnTo>
                  <a:lnTo>
                    <a:pt x="2593" y="1360"/>
                  </a:lnTo>
                  <a:lnTo>
                    <a:pt x="2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5" name="Google Shape;1805;p49"/>
            <p:cNvSpPr/>
            <p:nvPr/>
          </p:nvSpPr>
          <p:spPr>
            <a:xfrm>
              <a:off x="5811850" y="1961675"/>
              <a:ext cx="64825" cy="42825"/>
            </a:xfrm>
            <a:custGeom>
              <a:avLst/>
              <a:gdLst/>
              <a:ahLst/>
              <a:cxnLst/>
              <a:rect l="l" t="t" r="r" b="b"/>
              <a:pathLst>
                <a:path w="2593" h="1713" extrusionOk="0">
                  <a:moveTo>
                    <a:pt x="200" y="0"/>
                  </a:moveTo>
                  <a:lnTo>
                    <a:pt x="0" y="353"/>
                  </a:lnTo>
                  <a:lnTo>
                    <a:pt x="2393" y="1713"/>
                  </a:lnTo>
                  <a:lnTo>
                    <a:pt x="2593" y="1360"/>
                  </a:lnTo>
                  <a:lnTo>
                    <a:pt x="2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6" name="Google Shape;1806;p49"/>
            <p:cNvSpPr/>
            <p:nvPr/>
          </p:nvSpPr>
          <p:spPr>
            <a:xfrm>
              <a:off x="5715375" y="1894975"/>
              <a:ext cx="64825" cy="42825"/>
            </a:xfrm>
            <a:custGeom>
              <a:avLst/>
              <a:gdLst/>
              <a:ahLst/>
              <a:cxnLst/>
              <a:rect l="l" t="t" r="r" b="b"/>
              <a:pathLst>
                <a:path w="2593" h="1713" extrusionOk="0">
                  <a:moveTo>
                    <a:pt x="201" y="0"/>
                  </a:moveTo>
                  <a:lnTo>
                    <a:pt x="0" y="354"/>
                  </a:lnTo>
                  <a:lnTo>
                    <a:pt x="2393" y="1713"/>
                  </a:lnTo>
                  <a:lnTo>
                    <a:pt x="2593" y="1359"/>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7" name="Google Shape;1807;p49"/>
            <p:cNvSpPr/>
            <p:nvPr/>
          </p:nvSpPr>
          <p:spPr>
            <a:xfrm>
              <a:off x="5593050" y="1864900"/>
              <a:ext cx="210750" cy="260425"/>
            </a:xfrm>
            <a:custGeom>
              <a:avLst/>
              <a:gdLst/>
              <a:ahLst/>
              <a:cxnLst/>
              <a:rect l="l" t="t" r="r" b="b"/>
              <a:pathLst>
                <a:path w="8430" h="10417" extrusionOk="0">
                  <a:moveTo>
                    <a:pt x="5805" y="1"/>
                  </a:moveTo>
                  <a:lnTo>
                    <a:pt x="56" y="10114"/>
                  </a:lnTo>
                  <a:cubicBezTo>
                    <a:pt x="0" y="10211"/>
                    <a:pt x="35" y="10335"/>
                    <a:pt x="132" y="10390"/>
                  </a:cubicBezTo>
                  <a:cubicBezTo>
                    <a:pt x="163" y="10408"/>
                    <a:pt x="198" y="10416"/>
                    <a:pt x="232" y="10416"/>
                  </a:cubicBezTo>
                  <a:cubicBezTo>
                    <a:pt x="302" y="10416"/>
                    <a:pt x="371" y="10379"/>
                    <a:pt x="409" y="10314"/>
                  </a:cubicBezTo>
                  <a:lnTo>
                    <a:pt x="5958" y="553"/>
                  </a:lnTo>
                  <a:lnTo>
                    <a:pt x="8098" y="1770"/>
                  </a:lnTo>
                  <a:cubicBezTo>
                    <a:pt x="8129" y="1788"/>
                    <a:pt x="8163" y="1796"/>
                    <a:pt x="8197" y="1796"/>
                  </a:cubicBezTo>
                  <a:cubicBezTo>
                    <a:pt x="8268" y="1796"/>
                    <a:pt x="8336" y="1759"/>
                    <a:pt x="8373" y="1693"/>
                  </a:cubicBezTo>
                  <a:cubicBezTo>
                    <a:pt x="8429" y="1596"/>
                    <a:pt x="8395" y="1472"/>
                    <a:pt x="8298" y="1418"/>
                  </a:cubicBezTo>
                  <a:lnTo>
                    <a:pt x="5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8" name="Google Shape;1808;p49"/>
            <p:cNvSpPr/>
            <p:nvPr/>
          </p:nvSpPr>
          <p:spPr>
            <a:xfrm>
              <a:off x="5728275" y="1890950"/>
              <a:ext cx="56650" cy="38100"/>
            </a:xfrm>
            <a:custGeom>
              <a:avLst/>
              <a:gdLst/>
              <a:ahLst/>
              <a:cxnLst/>
              <a:rect l="l" t="t" r="r" b="b"/>
              <a:pathLst>
                <a:path w="2266" h="1524" extrusionOk="0">
                  <a:moveTo>
                    <a:pt x="199" y="0"/>
                  </a:moveTo>
                  <a:lnTo>
                    <a:pt x="1" y="349"/>
                  </a:lnTo>
                  <a:lnTo>
                    <a:pt x="2068" y="1523"/>
                  </a:lnTo>
                  <a:lnTo>
                    <a:pt x="2266" y="1175"/>
                  </a:lnTo>
                  <a:lnTo>
                    <a:pt x="1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9" name="Google Shape;1809;p49"/>
            <p:cNvSpPr/>
            <p:nvPr/>
          </p:nvSpPr>
          <p:spPr>
            <a:xfrm>
              <a:off x="5543700" y="1851225"/>
              <a:ext cx="368275" cy="439225"/>
            </a:xfrm>
            <a:custGeom>
              <a:avLst/>
              <a:gdLst/>
              <a:ahLst/>
              <a:cxnLst/>
              <a:rect l="l" t="t" r="r" b="b"/>
              <a:pathLst>
                <a:path w="14731" h="17569" extrusionOk="0">
                  <a:moveTo>
                    <a:pt x="7785" y="555"/>
                  </a:moveTo>
                  <a:lnTo>
                    <a:pt x="14176" y="4187"/>
                  </a:lnTo>
                  <a:lnTo>
                    <a:pt x="7857" y="15303"/>
                  </a:lnTo>
                  <a:cubicBezTo>
                    <a:pt x="7181" y="16493"/>
                    <a:pt x="5935" y="17162"/>
                    <a:pt x="4655" y="17162"/>
                  </a:cubicBezTo>
                  <a:cubicBezTo>
                    <a:pt x="4040" y="17162"/>
                    <a:pt x="3417" y="17008"/>
                    <a:pt x="2845" y="16683"/>
                  </a:cubicBezTo>
                  <a:cubicBezTo>
                    <a:pt x="1083" y="15682"/>
                    <a:pt x="463" y="13433"/>
                    <a:pt x="1466" y="11671"/>
                  </a:cubicBezTo>
                  <a:lnTo>
                    <a:pt x="7785" y="555"/>
                  </a:lnTo>
                  <a:close/>
                  <a:moveTo>
                    <a:pt x="7633" y="0"/>
                  </a:moveTo>
                  <a:lnTo>
                    <a:pt x="1114" y="11470"/>
                  </a:lnTo>
                  <a:cubicBezTo>
                    <a:pt x="0" y="13427"/>
                    <a:pt x="687" y="15922"/>
                    <a:pt x="2644" y="17036"/>
                  </a:cubicBezTo>
                  <a:cubicBezTo>
                    <a:pt x="3280" y="17397"/>
                    <a:pt x="3972" y="17568"/>
                    <a:pt x="4655" y="17568"/>
                  </a:cubicBezTo>
                  <a:cubicBezTo>
                    <a:pt x="6076" y="17568"/>
                    <a:pt x="7458" y="16826"/>
                    <a:pt x="8211" y="15505"/>
                  </a:cubicBezTo>
                  <a:lnTo>
                    <a:pt x="14730" y="4035"/>
                  </a:lnTo>
                  <a:lnTo>
                    <a:pt x="76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09"/>
        <p:cNvGrpSpPr/>
        <p:nvPr/>
      </p:nvGrpSpPr>
      <p:grpSpPr>
        <a:xfrm>
          <a:off x="0" y="0"/>
          <a:ext cx="0" cy="0"/>
          <a:chOff x="0" y="0"/>
          <a:chExt cx="0" cy="0"/>
        </a:xfrm>
      </p:grpSpPr>
      <p:sp>
        <p:nvSpPr>
          <p:cNvPr id="3653" name="Google Shape;3653;p76"/>
          <p:cNvSpPr/>
          <p:nvPr/>
        </p:nvSpPr>
        <p:spPr>
          <a:xfrm>
            <a:off x="4976122" y="361819"/>
            <a:ext cx="733177" cy="203538"/>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9" name="Google Shape;3659;p76"/>
          <p:cNvSpPr/>
          <p:nvPr/>
        </p:nvSpPr>
        <p:spPr>
          <a:xfrm>
            <a:off x="4323500" y="3871554"/>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1" name="Google Shape;3661;p76"/>
          <p:cNvSpPr/>
          <p:nvPr/>
        </p:nvSpPr>
        <p:spPr>
          <a:xfrm>
            <a:off x="6978525" y="3985854"/>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 name="Google Shape;3191;p70">
            <a:extLst>
              <a:ext uri="{FF2B5EF4-FFF2-40B4-BE49-F238E27FC236}">
                <a16:creationId xmlns:a16="http://schemas.microsoft.com/office/drawing/2014/main" id="{0D2F2B80-8AE9-19EE-4ECD-AC2A2005A5BD}"/>
              </a:ext>
            </a:extLst>
          </p:cNvPr>
          <p:cNvGrpSpPr/>
          <p:nvPr/>
        </p:nvGrpSpPr>
        <p:grpSpPr>
          <a:xfrm>
            <a:off x="341005" y="463588"/>
            <a:ext cx="8299653" cy="1720057"/>
            <a:chOff x="4716495" y="128594"/>
            <a:chExt cx="9168859" cy="1900195"/>
          </a:xfrm>
        </p:grpSpPr>
        <p:grpSp>
          <p:nvGrpSpPr>
            <p:cNvPr id="4" name="Google Shape;3192;p70">
              <a:extLst>
                <a:ext uri="{FF2B5EF4-FFF2-40B4-BE49-F238E27FC236}">
                  <a16:creationId xmlns:a16="http://schemas.microsoft.com/office/drawing/2014/main" id="{21A19038-5A37-FDB2-C031-FAD809F21106}"/>
                </a:ext>
              </a:extLst>
            </p:cNvPr>
            <p:cNvGrpSpPr/>
            <p:nvPr/>
          </p:nvGrpSpPr>
          <p:grpSpPr>
            <a:xfrm>
              <a:off x="4716495" y="128594"/>
              <a:ext cx="9168859" cy="1900195"/>
              <a:chOff x="4716494" y="428613"/>
              <a:chExt cx="9168859" cy="1885301"/>
            </a:xfrm>
          </p:grpSpPr>
          <p:sp>
            <p:nvSpPr>
              <p:cNvPr id="6" name="Google Shape;3193;p70">
                <a:extLst>
                  <a:ext uri="{FF2B5EF4-FFF2-40B4-BE49-F238E27FC236}">
                    <a16:creationId xmlns:a16="http://schemas.microsoft.com/office/drawing/2014/main" id="{E78B3A43-F796-B564-D37D-3221EC690F3E}"/>
                  </a:ext>
                </a:extLst>
              </p:cNvPr>
              <p:cNvSpPr/>
              <p:nvPr/>
            </p:nvSpPr>
            <p:spPr>
              <a:xfrm>
                <a:off x="4716550" y="428613"/>
                <a:ext cx="9168803" cy="1885301"/>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 name="Google Shape;3194;p70">
                <a:extLst>
                  <a:ext uri="{FF2B5EF4-FFF2-40B4-BE49-F238E27FC236}">
                    <a16:creationId xmlns:a16="http://schemas.microsoft.com/office/drawing/2014/main" id="{C0B6658B-4A5A-0BCB-DCCA-D67AF79B5F15}"/>
                  </a:ext>
                </a:extLst>
              </p:cNvPr>
              <p:cNvGrpSpPr/>
              <p:nvPr/>
            </p:nvGrpSpPr>
            <p:grpSpPr>
              <a:xfrm>
                <a:off x="4716494" y="428627"/>
                <a:ext cx="9168858" cy="490301"/>
                <a:chOff x="4729125" y="238117"/>
                <a:chExt cx="9974825" cy="533400"/>
              </a:xfrm>
            </p:grpSpPr>
            <p:sp>
              <p:nvSpPr>
                <p:cNvPr id="8" name="Google Shape;3195;p70">
                  <a:extLst>
                    <a:ext uri="{FF2B5EF4-FFF2-40B4-BE49-F238E27FC236}">
                      <a16:creationId xmlns:a16="http://schemas.microsoft.com/office/drawing/2014/main" id="{77181C6D-5C96-A076-02CE-1D93A09E252F}"/>
                    </a:ext>
                  </a:extLst>
                </p:cNvPr>
                <p:cNvSpPr/>
                <p:nvPr/>
              </p:nvSpPr>
              <p:spPr>
                <a:xfrm>
                  <a:off x="4729239" y="238117"/>
                  <a:ext cx="9974711" cy="533400"/>
                </a:xfrm>
                <a:prstGeom prst="round2SameRect">
                  <a:avLst>
                    <a:gd name="adj1" fmla="val 2512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3196;p70">
                  <a:extLst>
                    <a:ext uri="{FF2B5EF4-FFF2-40B4-BE49-F238E27FC236}">
                      <a16:creationId xmlns:a16="http://schemas.microsoft.com/office/drawing/2014/main" id="{720CAC57-6536-D243-8CF2-19F5B815B964}"/>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 name="Google Shape;3197;p70">
                  <a:extLst>
                    <a:ext uri="{FF2B5EF4-FFF2-40B4-BE49-F238E27FC236}">
                      <a16:creationId xmlns:a16="http://schemas.microsoft.com/office/drawing/2014/main" id="{01DB6177-8B38-CCDB-FB23-9FA6A5E583FC}"/>
                    </a:ext>
                  </a:extLst>
                </p:cNvPr>
                <p:cNvGrpSpPr/>
                <p:nvPr/>
              </p:nvGrpSpPr>
              <p:grpSpPr>
                <a:xfrm>
                  <a:off x="13746091" y="386584"/>
                  <a:ext cx="677482" cy="176896"/>
                  <a:chOff x="17417169" y="1039026"/>
                  <a:chExt cx="511462" cy="133547"/>
                </a:xfrm>
              </p:grpSpPr>
              <p:sp>
                <p:nvSpPr>
                  <p:cNvPr id="11" name="Google Shape;3198;p70">
                    <a:extLst>
                      <a:ext uri="{FF2B5EF4-FFF2-40B4-BE49-F238E27FC236}">
                        <a16:creationId xmlns:a16="http://schemas.microsoft.com/office/drawing/2014/main" id="{F2E743CB-4B5C-C22E-CF26-5BB314F1AE68}"/>
                      </a:ext>
                    </a:extLst>
                  </p:cNvPr>
                  <p:cNvSpPr/>
                  <p:nvPr/>
                </p:nvSpPr>
                <p:spPr>
                  <a:xfrm>
                    <a:off x="17448446"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3199;p70">
                    <a:extLst>
                      <a:ext uri="{FF2B5EF4-FFF2-40B4-BE49-F238E27FC236}">
                        <a16:creationId xmlns:a16="http://schemas.microsoft.com/office/drawing/2014/main" id="{756C9CD7-814C-A725-4932-EEC15CD940B5}"/>
                      </a:ext>
                    </a:extLst>
                  </p:cNvPr>
                  <p:cNvSpPr/>
                  <p:nvPr/>
                </p:nvSpPr>
                <p:spPr>
                  <a:xfrm>
                    <a:off x="17417169"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3200;p70">
                    <a:extLst>
                      <a:ext uri="{FF2B5EF4-FFF2-40B4-BE49-F238E27FC236}">
                        <a16:creationId xmlns:a16="http://schemas.microsoft.com/office/drawing/2014/main" id="{342C69E1-47C2-18F3-1683-78C12497E255}"/>
                      </a:ext>
                    </a:extLst>
                  </p:cNvPr>
                  <p:cNvSpPr/>
                  <p:nvPr/>
                </p:nvSpPr>
                <p:spPr>
                  <a:xfrm>
                    <a:off x="17629284"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3201;p70">
                    <a:extLst>
                      <a:ext uri="{FF2B5EF4-FFF2-40B4-BE49-F238E27FC236}">
                        <a16:creationId xmlns:a16="http://schemas.microsoft.com/office/drawing/2014/main" id="{CFFBF59B-3807-754E-8613-E99A375F703E}"/>
                      </a:ext>
                    </a:extLst>
                  </p:cNvPr>
                  <p:cNvSpPr/>
                  <p:nvPr/>
                </p:nvSpPr>
                <p:spPr>
                  <a:xfrm>
                    <a:off x="17598148"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3202;p70">
                    <a:extLst>
                      <a:ext uri="{FF2B5EF4-FFF2-40B4-BE49-F238E27FC236}">
                        <a16:creationId xmlns:a16="http://schemas.microsoft.com/office/drawing/2014/main" id="{60DDE25E-F45D-A13D-ADDC-7B660B593D52}"/>
                      </a:ext>
                    </a:extLst>
                  </p:cNvPr>
                  <p:cNvSpPr/>
                  <p:nvPr/>
                </p:nvSpPr>
                <p:spPr>
                  <a:xfrm>
                    <a:off x="17809766"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3203;p70">
                    <a:extLst>
                      <a:ext uri="{FF2B5EF4-FFF2-40B4-BE49-F238E27FC236}">
                        <a16:creationId xmlns:a16="http://schemas.microsoft.com/office/drawing/2014/main" id="{EF9F5FBB-DA8E-361B-58F8-B4ED5D533793}"/>
                      </a:ext>
                    </a:extLst>
                  </p:cNvPr>
                  <p:cNvSpPr/>
                  <p:nvPr/>
                </p:nvSpPr>
                <p:spPr>
                  <a:xfrm>
                    <a:off x="17778633"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5" name="Google Shape;3204;p70">
              <a:extLst>
                <a:ext uri="{FF2B5EF4-FFF2-40B4-BE49-F238E27FC236}">
                  <a16:creationId xmlns:a16="http://schemas.microsoft.com/office/drawing/2014/main" id="{1299C333-DE67-323F-A0FB-8F166CC2E457}"/>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654" name="Google Shape;3654;p76"/>
          <p:cNvSpPr txBox="1">
            <a:spLocks noGrp="1"/>
          </p:cNvSpPr>
          <p:nvPr>
            <p:ph type="subTitle" idx="4294967295"/>
          </p:nvPr>
        </p:nvSpPr>
        <p:spPr>
          <a:xfrm rot="-276">
            <a:off x="352950" y="983588"/>
            <a:ext cx="8332353" cy="18097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latin typeface="Montserrat Medium" pitchFamily="2" charset="0"/>
              </a:rPr>
              <a:t>Là </a:t>
            </a:r>
            <a:r>
              <a:rPr lang="vi-VN" sz="1800" dirty="0">
                <a:latin typeface="Montserrat Medium" pitchFamily="2" charset="0"/>
              </a:rPr>
              <a:t>một chương trình con thực hiện một khối công việc được lặp đi lặp lại nhiều lần trong khi chạy chương trình hoặc dùng tách một khối công việc cụ thể để chương trình đỡ phức tạp</a:t>
            </a:r>
            <a:endParaRPr lang="en-US" sz="1800" dirty="0">
              <a:latin typeface="Montserrat Medium" pitchFamily="2" charset="0"/>
            </a:endParaRPr>
          </a:p>
        </p:txBody>
      </p:sp>
      <p:grpSp>
        <p:nvGrpSpPr>
          <p:cNvPr id="17" name="Google Shape;3191;p70">
            <a:extLst>
              <a:ext uri="{FF2B5EF4-FFF2-40B4-BE49-F238E27FC236}">
                <a16:creationId xmlns:a16="http://schemas.microsoft.com/office/drawing/2014/main" id="{5896F3DB-EBED-3152-F8AB-AB42BF9C30A1}"/>
              </a:ext>
            </a:extLst>
          </p:cNvPr>
          <p:cNvGrpSpPr/>
          <p:nvPr/>
        </p:nvGrpSpPr>
        <p:grpSpPr>
          <a:xfrm>
            <a:off x="341005" y="2844159"/>
            <a:ext cx="8299653" cy="1720057"/>
            <a:chOff x="4716495" y="128594"/>
            <a:chExt cx="9168859" cy="1900195"/>
          </a:xfrm>
        </p:grpSpPr>
        <p:grpSp>
          <p:nvGrpSpPr>
            <p:cNvPr id="18" name="Google Shape;3192;p70">
              <a:extLst>
                <a:ext uri="{FF2B5EF4-FFF2-40B4-BE49-F238E27FC236}">
                  <a16:creationId xmlns:a16="http://schemas.microsoft.com/office/drawing/2014/main" id="{01468BD5-00E8-DEDE-FBDE-BC57728A0573}"/>
                </a:ext>
              </a:extLst>
            </p:cNvPr>
            <p:cNvGrpSpPr/>
            <p:nvPr/>
          </p:nvGrpSpPr>
          <p:grpSpPr>
            <a:xfrm>
              <a:off x="4716495" y="128594"/>
              <a:ext cx="9168859" cy="1900195"/>
              <a:chOff x="4716494" y="428613"/>
              <a:chExt cx="9168859" cy="1885301"/>
            </a:xfrm>
          </p:grpSpPr>
          <p:sp>
            <p:nvSpPr>
              <p:cNvPr id="20" name="Google Shape;3193;p70">
                <a:extLst>
                  <a:ext uri="{FF2B5EF4-FFF2-40B4-BE49-F238E27FC236}">
                    <a16:creationId xmlns:a16="http://schemas.microsoft.com/office/drawing/2014/main" id="{77964A83-E198-A19E-AEF3-066629D15FB9}"/>
                  </a:ext>
                </a:extLst>
              </p:cNvPr>
              <p:cNvSpPr/>
              <p:nvPr/>
            </p:nvSpPr>
            <p:spPr>
              <a:xfrm>
                <a:off x="4716550" y="428613"/>
                <a:ext cx="9168803" cy="1885301"/>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1" name="Google Shape;3194;p70">
                <a:extLst>
                  <a:ext uri="{FF2B5EF4-FFF2-40B4-BE49-F238E27FC236}">
                    <a16:creationId xmlns:a16="http://schemas.microsoft.com/office/drawing/2014/main" id="{E4740B08-EC07-7CD9-A9CD-0513BEC4A04D}"/>
                  </a:ext>
                </a:extLst>
              </p:cNvPr>
              <p:cNvGrpSpPr/>
              <p:nvPr/>
            </p:nvGrpSpPr>
            <p:grpSpPr>
              <a:xfrm>
                <a:off x="4716494" y="428627"/>
                <a:ext cx="9168858" cy="490301"/>
                <a:chOff x="4729125" y="238117"/>
                <a:chExt cx="9974825" cy="533400"/>
              </a:xfrm>
            </p:grpSpPr>
            <p:sp>
              <p:nvSpPr>
                <p:cNvPr id="22" name="Google Shape;3195;p70">
                  <a:extLst>
                    <a:ext uri="{FF2B5EF4-FFF2-40B4-BE49-F238E27FC236}">
                      <a16:creationId xmlns:a16="http://schemas.microsoft.com/office/drawing/2014/main" id="{61A7E6E3-9EF1-F540-BE38-2686D8A716E2}"/>
                    </a:ext>
                  </a:extLst>
                </p:cNvPr>
                <p:cNvSpPr/>
                <p:nvPr/>
              </p:nvSpPr>
              <p:spPr>
                <a:xfrm>
                  <a:off x="4729239" y="238117"/>
                  <a:ext cx="9974711" cy="533400"/>
                </a:xfrm>
                <a:prstGeom prst="round2SameRect">
                  <a:avLst>
                    <a:gd name="adj1" fmla="val 2512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3196;p70">
                  <a:extLst>
                    <a:ext uri="{FF2B5EF4-FFF2-40B4-BE49-F238E27FC236}">
                      <a16:creationId xmlns:a16="http://schemas.microsoft.com/office/drawing/2014/main" id="{A21464E5-B4A9-F96A-86E1-CDA147DD0C76}"/>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4" name="Google Shape;3197;p70">
                  <a:extLst>
                    <a:ext uri="{FF2B5EF4-FFF2-40B4-BE49-F238E27FC236}">
                      <a16:creationId xmlns:a16="http://schemas.microsoft.com/office/drawing/2014/main" id="{83FE4962-6137-C44E-B2A2-95ADAEED959F}"/>
                    </a:ext>
                  </a:extLst>
                </p:cNvPr>
                <p:cNvGrpSpPr/>
                <p:nvPr/>
              </p:nvGrpSpPr>
              <p:grpSpPr>
                <a:xfrm>
                  <a:off x="13746091" y="386584"/>
                  <a:ext cx="677482" cy="176896"/>
                  <a:chOff x="17417169" y="1039026"/>
                  <a:chExt cx="511462" cy="133547"/>
                </a:xfrm>
              </p:grpSpPr>
              <p:sp>
                <p:nvSpPr>
                  <p:cNvPr id="25" name="Google Shape;3198;p70">
                    <a:extLst>
                      <a:ext uri="{FF2B5EF4-FFF2-40B4-BE49-F238E27FC236}">
                        <a16:creationId xmlns:a16="http://schemas.microsoft.com/office/drawing/2014/main" id="{35B3FB15-3425-7A25-F2A7-BC703B0EE144}"/>
                      </a:ext>
                    </a:extLst>
                  </p:cNvPr>
                  <p:cNvSpPr/>
                  <p:nvPr/>
                </p:nvSpPr>
                <p:spPr>
                  <a:xfrm>
                    <a:off x="17448446"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3199;p70">
                    <a:extLst>
                      <a:ext uri="{FF2B5EF4-FFF2-40B4-BE49-F238E27FC236}">
                        <a16:creationId xmlns:a16="http://schemas.microsoft.com/office/drawing/2014/main" id="{E71BA54E-DA7C-D702-AE84-6E4164B119E4}"/>
                      </a:ext>
                    </a:extLst>
                  </p:cNvPr>
                  <p:cNvSpPr/>
                  <p:nvPr/>
                </p:nvSpPr>
                <p:spPr>
                  <a:xfrm>
                    <a:off x="17417169"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3200;p70">
                    <a:extLst>
                      <a:ext uri="{FF2B5EF4-FFF2-40B4-BE49-F238E27FC236}">
                        <a16:creationId xmlns:a16="http://schemas.microsoft.com/office/drawing/2014/main" id="{5B11325E-03AE-D097-B042-F1D50B00EE49}"/>
                      </a:ext>
                    </a:extLst>
                  </p:cNvPr>
                  <p:cNvSpPr/>
                  <p:nvPr/>
                </p:nvSpPr>
                <p:spPr>
                  <a:xfrm>
                    <a:off x="17629284"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3201;p70">
                    <a:extLst>
                      <a:ext uri="{FF2B5EF4-FFF2-40B4-BE49-F238E27FC236}">
                        <a16:creationId xmlns:a16="http://schemas.microsoft.com/office/drawing/2014/main" id="{6E939E67-32CB-8CF4-9A44-6567B7CAE86D}"/>
                      </a:ext>
                    </a:extLst>
                  </p:cNvPr>
                  <p:cNvSpPr/>
                  <p:nvPr/>
                </p:nvSpPr>
                <p:spPr>
                  <a:xfrm>
                    <a:off x="17598148"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3202;p70">
                    <a:extLst>
                      <a:ext uri="{FF2B5EF4-FFF2-40B4-BE49-F238E27FC236}">
                        <a16:creationId xmlns:a16="http://schemas.microsoft.com/office/drawing/2014/main" id="{01758A23-57BD-109E-33D7-1FFB2AEF5940}"/>
                      </a:ext>
                    </a:extLst>
                  </p:cNvPr>
                  <p:cNvSpPr/>
                  <p:nvPr/>
                </p:nvSpPr>
                <p:spPr>
                  <a:xfrm>
                    <a:off x="17809766"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203;p70">
                    <a:extLst>
                      <a:ext uri="{FF2B5EF4-FFF2-40B4-BE49-F238E27FC236}">
                        <a16:creationId xmlns:a16="http://schemas.microsoft.com/office/drawing/2014/main" id="{44250A51-E5F0-3780-9197-3491B5ABC35C}"/>
                      </a:ext>
                    </a:extLst>
                  </p:cNvPr>
                  <p:cNvSpPr/>
                  <p:nvPr/>
                </p:nvSpPr>
                <p:spPr>
                  <a:xfrm>
                    <a:off x="17778633"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9" name="Google Shape;3204;p70">
              <a:extLst>
                <a:ext uri="{FF2B5EF4-FFF2-40B4-BE49-F238E27FC236}">
                  <a16:creationId xmlns:a16="http://schemas.microsoft.com/office/drawing/2014/main" id="{60B16388-2AC4-B217-5639-93F8CF013E8A}"/>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Title 1">
            <a:extLst>
              <a:ext uri="{FF2B5EF4-FFF2-40B4-BE49-F238E27FC236}">
                <a16:creationId xmlns:a16="http://schemas.microsoft.com/office/drawing/2014/main" id="{119FC68D-DC45-E5F8-AC60-C523FCCE19CC}"/>
              </a:ext>
            </a:extLst>
          </p:cNvPr>
          <p:cNvSpPr>
            <a:spLocks noGrp="1"/>
          </p:cNvSpPr>
          <p:nvPr>
            <p:ph type="title"/>
          </p:nvPr>
        </p:nvSpPr>
        <p:spPr>
          <a:xfrm>
            <a:off x="341005" y="3402378"/>
            <a:ext cx="8299556" cy="1060500"/>
          </a:xfrm>
        </p:spPr>
        <p:txBody>
          <a:bodyPr/>
          <a:lstStyle/>
          <a:p>
            <a:r>
              <a:rPr lang="en-US" sz="1800" b="0" dirty="0">
                <a:solidFill>
                  <a:schemeClr val="dk1"/>
                </a:solidFill>
                <a:latin typeface="Montserrat Medium" pitchFamily="2" charset="0"/>
                <a:sym typeface="ABeeZee"/>
              </a:rPr>
              <a:t>C</a:t>
            </a:r>
            <a:r>
              <a:rPr lang="vi-VN" sz="1800" b="0" dirty="0">
                <a:solidFill>
                  <a:schemeClr val="dk1"/>
                </a:solidFill>
                <a:latin typeface="Montserrat Medium" pitchFamily="2" charset="0"/>
                <a:sym typeface="ABeeZee"/>
              </a:rPr>
              <a:t>ó khả năng xử lí các dữ liệu đầu vào </a:t>
            </a:r>
            <a:r>
              <a:rPr lang="en-US" sz="1800" b="0" dirty="0">
                <a:solidFill>
                  <a:schemeClr val="dk1"/>
                </a:solidFill>
                <a:latin typeface="Montserrat Medium" pitchFamily="2" charset="0"/>
                <a:sym typeface="ABeeZee"/>
              </a:rPr>
              <a:t>&amp;</a:t>
            </a:r>
            <a:r>
              <a:rPr lang="vi-VN" sz="1800" b="0" dirty="0">
                <a:solidFill>
                  <a:schemeClr val="dk1"/>
                </a:solidFill>
                <a:latin typeface="Montserrat Medium" pitchFamily="2" charset="0"/>
                <a:sym typeface="ABeeZee"/>
              </a:rPr>
              <a:t> tạo các dữ liệu đầu ra như 1 chương trình.</a:t>
            </a:r>
            <a:br>
              <a:rPr lang="vi-VN" sz="1800" b="0" dirty="0">
                <a:solidFill>
                  <a:schemeClr val="dk1"/>
                </a:solidFill>
                <a:latin typeface="Montserrat Medium" pitchFamily="2" charset="0"/>
                <a:sym typeface="ABeeZee"/>
              </a:rPr>
            </a:br>
            <a:r>
              <a:rPr lang="en-US" sz="1800" b="0" i="0" u="none" strike="noStrike" dirty="0">
                <a:solidFill>
                  <a:srgbClr val="000000"/>
                </a:solidFill>
                <a:effectLst/>
                <a:latin typeface="Times New Roman" panose="02020603050405020304" pitchFamily="18" charset="0"/>
              </a:rPr>
              <a:t> </a:t>
            </a:r>
            <a:endParaRPr lang="en-US" dirty="0"/>
          </a:p>
        </p:txBody>
      </p:sp>
    </p:spTree>
    <p:extLst>
      <p:ext uri="{BB962C8B-B14F-4D97-AF65-F5344CB8AC3E}">
        <p14:creationId xmlns:p14="http://schemas.microsoft.com/office/powerpoint/2010/main" val="2499691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grpSp>
        <p:nvGrpSpPr>
          <p:cNvPr id="1880" name="Google Shape;1880;p53"/>
          <p:cNvGrpSpPr/>
          <p:nvPr/>
        </p:nvGrpSpPr>
        <p:grpSpPr>
          <a:xfrm>
            <a:off x="2654789" y="1509038"/>
            <a:ext cx="842102" cy="840723"/>
            <a:chOff x="3265747" y="653121"/>
            <a:chExt cx="355783" cy="434325"/>
          </a:xfrm>
        </p:grpSpPr>
        <p:sp>
          <p:nvSpPr>
            <p:cNvPr id="1881" name="Google Shape;1881;p53"/>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2" name="Google Shape;1882;p53"/>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3" name="Google Shape;1883;p53"/>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4" name="Google Shape;1884;p53"/>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5" name="Google Shape;1885;p53"/>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6" name="Google Shape;1886;p53"/>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7" name="Google Shape;1887;p53"/>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8" name="Google Shape;1888;p53"/>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89" name="Google Shape;1889;p53"/>
          <p:cNvGrpSpPr/>
          <p:nvPr/>
        </p:nvGrpSpPr>
        <p:grpSpPr>
          <a:xfrm>
            <a:off x="1612304" y="1508778"/>
            <a:ext cx="841242" cy="841244"/>
            <a:chOff x="3265750" y="653125"/>
            <a:chExt cx="340625" cy="434325"/>
          </a:xfrm>
        </p:grpSpPr>
        <p:sp>
          <p:nvSpPr>
            <p:cNvPr id="1890" name="Google Shape;1890;p53"/>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1" name="Google Shape;1891;p53"/>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2" name="Google Shape;1892;p53"/>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3" name="Google Shape;1893;p53"/>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4" name="Google Shape;1894;p53"/>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5" name="Google Shape;1895;p53"/>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6" name="Google Shape;1896;p53"/>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7" name="Google Shape;1897;p53"/>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98" name="Google Shape;1898;p53"/>
          <p:cNvGrpSpPr/>
          <p:nvPr/>
        </p:nvGrpSpPr>
        <p:grpSpPr>
          <a:xfrm>
            <a:off x="1172050" y="2239833"/>
            <a:ext cx="2449585" cy="2363659"/>
            <a:chOff x="3788625" y="496125"/>
            <a:chExt cx="1224425" cy="1181475"/>
          </a:xfrm>
        </p:grpSpPr>
        <p:sp>
          <p:nvSpPr>
            <p:cNvPr id="1899" name="Google Shape;1899;p53"/>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0" name="Google Shape;1900;p53"/>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1" name="Google Shape;1901;p53"/>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2" name="Google Shape;1902;p53"/>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3" name="Google Shape;1903;p53"/>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4" name="Google Shape;1904;p53"/>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5" name="Google Shape;1905;p53"/>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6" name="Google Shape;1906;p53"/>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7" name="Google Shape;1907;p53"/>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8" name="Google Shape;1908;p53"/>
            <p:cNvSpPr/>
            <p:nvPr/>
          </p:nvSpPr>
          <p:spPr>
            <a:xfrm>
              <a:off x="3793350" y="1611275"/>
              <a:ext cx="1214975" cy="62650"/>
            </a:xfrm>
            <a:custGeom>
              <a:avLst/>
              <a:gdLst/>
              <a:ahLst/>
              <a:cxnLst/>
              <a:rect l="l" t="t" r="r" b="b"/>
              <a:pathLst>
                <a:path w="48599" h="2506" extrusionOk="0">
                  <a:moveTo>
                    <a:pt x="1" y="0"/>
                  </a:moveTo>
                  <a:cubicBezTo>
                    <a:pt x="239" y="1422"/>
                    <a:pt x="1473" y="2505"/>
                    <a:pt x="2962" y="2505"/>
                  </a:cubicBezTo>
                  <a:lnTo>
                    <a:pt x="45637" y="2505"/>
                  </a:lnTo>
                  <a:cubicBezTo>
                    <a:pt x="47126" y="2505"/>
                    <a:pt x="48361" y="1422"/>
                    <a:pt x="485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9" name="Google Shape;1909;p53"/>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0" name="Google Shape;1910;p53"/>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1" name="Google Shape;1911;p53"/>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12" name="Google Shape;1912;p53"/>
          <p:cNvGrpSpPr/>
          <p:nvPr/>
        </p:nvGrpSpPr>
        <p:grpSpPr>
          <a:xfrm>
            <a:off x="3011775" y="1950440"/>
            <a:ext cx="380623" cy="505928"/>
            <a:chOff x="5382225" y="1510350"/>
            <a:chExt cx="54075" cy="71875"/>
          </a:xfrm>
        </p:grpSpPr>
        <p:sp>
          <p:nvSpPr>
            <p:cNvPr id="1913" name="Google Shape;1913;p53"/>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4" name="Google Shape;1914;p53"/>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915" name="Google Shape;1915;p53"/>
          <p:cNvSpPr/>
          <p:nvPr/>
        </p:nvSpPr>
        <p:spPr>
          <a:xfrm>
            <a:off x="3496900" y="3596407"/>
            <a:ext cx="217898" cy="25732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6" name="Google Shape;1916;p53"/>
          <p:cNvSpPr txBox="1">
            <a:spLocks noGrp="1"/>
          </p:cNvSpPr>
          <p:nvPr>
            <p:ph type="title"/>
          </p:nvPr>
        </p:nvSpPr>
        <p:spPr>
          <a:xfrm>
            <a:off x="4414637" y="2348842"/>
            <a:ext cx="4666313"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Vai trò </a:t>
            </a:r>
            <a:br>
              <a:rPr lang="en-US" dirty="0"/>
            </a:br>
            <a:r>
              <a:rPr lang="en-US" dirty="0"/>
              <a:t>&amp; lợi ích</a:t>
            </a:r>
            <a:endParaRPr dirty="0"/>
          </a:p>
        </p:txBody>
      </p:sp>
      <p:sp>
        <p:nvSpPr>
          <p:cNvPr id="1917" name="Google Shape;1917;p53"/>
          <p:cNvSpPr txBox="1">
            <a:spLocks noGrp="1"/>
          </p:cNvSpPr>
          <p:nvPr>
            <p:ph type="title" idx="2"/>
          </p:nvPr>
        </p:nvSpPr>
        <p:spPr>
          <a:xfrm>
            <a:off x="1621951" y="2809835"/>
            <a:ext cx="1550100" cy="122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dirty="0"/>
          </a:p>
        </p:txBody>
      </p:sp>
      <p:grpSp>
        <p:nvGrpSpPr>
          <p:cNvPr id="1919" name="Google Shape;1919;p53"/>
          <p:cNvGrpSpPr/>
          <p:nvPr/>
        </p:nvGrpSpPr>
        <p:grpSpPr>
          <a:xfrm rot="687108">
            <a:off x="6626054" y="3352152"/>
            <a:ext cx="1095923" cy="1291751"/>
            <a:chOff x="1722850" y="4554250"/>
            <a:chExt cx="362225" cy="426950"/>
          </a:xfrm>
        </p:grpSpPr>
        <p:sp>
          <p:nvSpPr>
            <p:cNvPr id="1920" name="Google Shape;1920;p53"/>
            <p:cNvSpPr/>
            <p:nvPr/>
          </p:nvSpPr>
          <p:spPr>
            <a:xfrm>
              <a:off x="1722850" y="4554250"/>
              <a:ext cx="362225" cy="426950"/>
            </a:xfrm>
            <a:custGeom>
              <a:avLst/>
              <a:gdLst/>
              <a:ahLst/>
              <a:cxnLst/>
              <a:rect l="l" t="t" r="r" b="b"/>
              <a:pathLst>
                <a:path w="14489" h="17078" extrusionOk="0">
                  <a:moveTo>
                    <a:pt x="8990" y="0"/>
                  </a:moveTo>
                  <a:cubicBezTo>
                    <a:pt x="8734" y="0"/>
                    <a:pt x="8482" y="89"/>
                    <a:pt x="8379" y="290"/>
                  </a:cubicBezTo>
                  <a:cubicBezTo>
                    <a:pt x="8350" y="289"/>
                    <a:pt x="8321" y="288"/>
                    <a:pt x="8291" y="288"/>
                  </a:cubicBezTo>
                  <a:cubicBezTo>
                    <a:pt x="7979" y="288"/>
                    <a:pt x="7602" y="357"/>
                    <a:pt x="7385" y="572"/>
                  </a:cubicBezTo>
                  <a:cubicBezTo>
                    <a:pt x="7291" y="521"/>
                    <a:pt x="7184" y="498"/>
                    <a:pt x="7077" y="498"/>
                  </a:cubicBezTo>
                  <a:cubicBezTo>
                    <a:pt x="6900" y="498"/>
                    <a:pt x="6719" y="560"/>
                    <a:pt x="6578" y="662"/>
                  </a:cubicBezTo>
                  <a:cubicBezTo>
                    <a:pt x="6322" y="671"/>
                    <a:pt x="6035" y="826"/>
                    <a:pt x="5886" y="1029"/>
                  </a:cubicBezTo>
                  <a:cubicBezTo>
                    <a:pt x="5856" y="1026"/>
                    <a:pt x="5826" y="1025"/>
                    <a:pt x="5796" y="1025"/>
                  </a:cubicBezTo>
                  <a:cubicBezTo>
                    <a:pt x="5439" y="1025"/>
                    <a:pt x="5069" y="1235"/>
                    <a:pt x="4849" y="1493"/>
                  </a:cubicBezTo>
                  <a:cubicBezTo>
                    <a:pt x="4748" y="1402"/>
                    <a:pt x="4627" y="1363"/>
                    <a:pt x="4503" y="1363"/>
                  </a:cubicBezTo>
                  <a:cubicBezTo>
                    <a:pt x="4172" y="1363"/>
                    <a:pt x="3818" y="1640"/>
                    <a:pt x="3744" y="1949"/>
                  </a:cubicBezTo>
                  <a:cubicBezTo>
                    <a:pt x="3248" y="2006"/>
                    <a:pt x="2904" y="2680"/>
                    <a:pt x="3137" y="2999"/>
                  </a:cubicBezTo>
                  <a:cubicBezTo>
                    <a:pt x="2800" y="3174"/>
                    <a:pt x="2537" y="3587"/>
                    <a:pt x="2479" y="3962"/>
                  </a:cubicBezTo>
                  <a:cubicBezTo>
                    <a:pt x="2119" y="4140"/>
                    <a:pt x="1878" y="4706"/>
                    <a:pt x="1983" y="5128"/>
                  </a:cubicBezTo>
                  <a:cubicBezTo>
                    <a:pt x="1645" y="5323"/>
                    <a:pt x="1498" y="5749"/>
                    <a:pt x="1490" y="6133"/>
                  </a:cubicBezTo>
                  <a:cubicBezTo>
                    <a:pt x="1093" y="6248"/>
                    <a:pt x="1035" y="6754"/>
                    <a:pt x="1111" y="7120"/>
                  </a:cubicBezTo>
                  <a:cubicBezTo>
                    <a:pt x="884" y="7478"/>
                    <a:pt x="1063" y="8285"/>
                    <a:pt x="1517" y="8285"/>
                  </a:cubicBezTo>
                  <a:cubicBezTo>
                    <a:pt x="1526" y="8285"/>
                    <a:pt x="1535" y="8285"/>
                    <a:pt x="1543" y="8285"/>
                  </a:cubicBezTo>
                  <a:cubicBezTo>
                    <a:pt x="1694" y="8268"/>
                    <a:pt x="2687" y="8012"/>
                    <a:pt x="2942" y="7915"/>
                  </a:cubicBezTo>
                  <a:lnTo>
                    <a:pt x="2942" y="7915"/>
                  </a:lnTo>
                  <a:cubicBezTo>
                    <a:pt x="2764" y="8620"/>
                    <a:pt x="2195" y="8480"/>
                    <a:pt x="2151" y="9021"/>
                  </a:cubicBezTo>
                  <a:cubicBezTo>
                    <a:pt x="2174" y="9543"/>
                    <a:pt x="2783" y="9445"/>
                    <a:pt x="2903" y="9997"/>
                  </a:cubicBezTo>
                  <a:cubicBezTo>
                    <a:pt x="2971" y="10203"/>
                    <a:pt x="3164" y="10307"/>
                    <a:pt x="3356" y="10307"/>
                  </a:cubicBezTo>
                  <a:cubicBezTo>
                    <a:pt x="3539" y="10307"/>
                    <a:pt x="3721" y="10213"/>
                    <a:pt x="3798" y="10024"/>
                  </a:cubicBezTo>
                  <a:cubicBezTo>
                    <a:pt x="3867" y="9868"/>
                    <a:pt x="3950" y="9735"/>
                    <a:pt x="4041" y="9632"/>
                  </a:cubicBezTo>
                  <a:lnTo>
                    <a:pt x="4041" y="10961"/>
                  </a:lnTo>
                  <a:cubicBezTo>
                    <a:pt x="2557" y="11339"/>
                    <a:pt x="1943" y="12964"/>
                    <a:pt x="2221" y="14191"/>
                  </a:cubicBezTo>
                  <a:cubicBezTo>
                    <a:pt x="0" y="15437"/>
                    <a:pt x="603" y="16254"/>
                    <a:pt x="1848" y="16254"/>
                  </a:cubicBezTo>
                  <a:cubicBezTo>
                    <a:pt x="2139" y="16254"/>
                    <a:pt x="2465" y="16209"/>
                    <a:pt x="2798" y="16115"/>
                  </a:cubicBezTo>
                  <a:lnTo>
                    <a:pt x="2798" y="16115"/>
                  </a:lnTo>
                  <a:cubicBezTo>
                    <a:pt x="2722" y="16429"/>
                    <a:pt x="2981" y="16755"/>
                    <a:pt x="3302" y="16755"/>
                  </a:cubicBezTo>
                  <a:cubicBezTo>
                    <a:pt x="3306" y="16755"/>
                    <a:pt x="3310" y="16755"/>
                    <a:pt x="3314" y="16755"/>
                  </a:cubicBezTo>
                  <a:cubicBezTo>
                    <a:pt x="3800" y="16722"/>
                    <a:pt x="4008" y="16155"/>
                    <a:pt x="4223" y="15782"/>
                  </a:cubicBezTo>
                  <a:cubicBezTo>
                    <a:pt x="4437" y="16103"/>
                    <a:pt x="4558" y="16703"/>
                    <a:pt x="4978" y="16703"/>
                  </a:cubicBezTo>
                  <a:cubicBezTo>
                    <a:pt x="5049" y="16703"/>
                    <a:pt x="5129" y="16686"/>
                    <a:pt x="5219" y="16647"/>
                  </a:cubicBezTo>
                  <a:cubicBezTo>
                    <a:pt x="5412" y="16934"/>
                    <a:pt x="5721" y="17064"/>
                    <a:pt x="6032" y="17064"/>
                  </a:cubicBezTo>
                  <a:cubicBezTo>
                    <a:pt x="6529" y="17064"/>
                    <a:pt x="7035" y="16734"/>
                    <a:pt x="7093" y="16183"/>
                  </a:cubicBezTo>
                  <a:lnTo>
                    <a:pt x="8433" y="16183"/>
                  </a:lnTo>
                  <a:cubicBezTo>
                    <a:pt x="8937" y="16279"/>
                    <a:pt x="8887" y="17065"/>
                    <a:pt x="9431" y="17078"/>
                  </a:cubicBezTo>
                  <a:cubicBezTo>
                    <a:pt x="9432" y="17078"/>
                    <a:pt x="9433" y="17078"/>
                    <a:pt x="9434" y="17078"/>
                  </a:cubicBezTo>
                  <a:cubicBezTo>
                    <a:pt x="9933" y="17078"/>
                    <a:pt x="9995" y="16278"/>
                    <a:pt x="10395" y="16183"/>
                  </a:cubicBezTo>
                  <a:lnTo>
                    <a:pt x="11122" y="16183"/>
                  </a:lnTo>
                  <a:cubicBezTo>
                    <a:pt x="11201" y="16766"/>
                    <a:pt x="11678" y="17057"/>
                    <a:pt x="12155" y="17057"/>
                  </a:cubicBezTo>
                  <a:cubicBezTo>
                    <a:pt x="12632" y="17057"/>
                    <a:pt x="13109" y="16766"/>
                    <a:pt x="13188" y="16183"/>
                  </a:cubicBezTo>
                  <a:cubicBezTo>
                    <a:pt x="13252" y="16193"/>
                    <a:pt x="13316" y="16197"/>
                    <a:pt x="13380" y="16197"/>
                  </a:cubicBezTo>
                  <a:cubicBezTo>
                    <a:pt x="13947" y="16197"/>
                    <a:pt x="14488" y="15846"/>
                    <a:pt x="14483" y="15219"/>
                  </a:cubicBezTo>
                  <a:lnTo>
                    <a:pt x="14483" y="4821"/>
                  </a:lnTo>
                  <a:cubicBezTo>
                    <a:pt x="14479" y="4290"/>
                    <a:pt x="14047" y="3858"/>
                    <a:pt x="13515" y="3858"/>
                  </a:cubicBezTo>
                  <a:lnTo>
                    <a:pt x="12841" y="3858"/>
                  </a:lnTo>
                  <a:cubicBezTo>
                    <a:pt x="13035" y="3614"/>
                    <a:pt x="13192" y="3197"/>
                    <a:pt x="13434" y="3117"/>
                  </a:cubicBezTo>
                  <a:cubicBezTo>
                    <a:pt x="13798" y="2951"/>
                    <a:pt x="13786" y="2387"/>
                    <a:pt x="13413" y="2238"/>
                  </a:cubicBezTo>
                  <a:cubicBezTo>
                    <a:pt x="13260" y="2172"/>
                    <a:pt x="13147" y="2076"/>
                    <a:pt x="13106" y="2015"/>
                  </a:cubicBezTo>
                  <a:cubicBezTo>
                    <a:pt x="13046" y="1925"/>
                    <a:pt x="13000" y="1830"/>
                    <a:pt x="12968" y="1718"/>
                  </a:cubicBezTo>
                  <a:cubicBezTo>
                    <a:pt x="12908" y="1493"/>
                    <a:pt x="12707" y="1380"/>
                    <a:pt x="12505" y="1380"/>
                  </a:cubicBezTo>
                  <a:cubicBezTo>
                    <a:pt x="12307" y="1380"/>
                    <a:pt x="12109" y="1489"/>
                    <a:pt x="12045" y="1708"/>
                  </a:cubicBezTo>
                  <a:cubicBezTo>
                    <a:pt x="11962" y="1972"/>
                    <a:pt x="11799" y="2178"/>
                    <a:pt x="11556" y="2275"/>
                  </a:cubicBezTo>
                  <a:cubicBezTo>
                    <a:pt x="11510" y="2255"/>
                    <a:pt x="11461" y="2241"/>
                    <a:pt x="11410" y="2235"/>
                  </a:cubicBezTo>
                  <a:cubicBezTo>
                    <a:pt x="11294" y="1963"/>
                    <a:pt x="10912" y="1909"/>
                    <a:pt x="10518" y="1909"/>
                  </a:cubicBezTo>
                  <a:cubicBezTo>
                    <a:pt x="10258" y="1909"/>
                    <a:pt x="9994" y="1933"/>
                    <a:pt x="9797" y="1933"/>
                  </a:cubicBezTo>
                  <a:cubicBezTo>
                    <a:pt x="9734" y="1933"/>
                    <a:pt x="9678" y="1930"/>
                    <a:pt x="9632" y="1924"/>
                  </a:cubicBezTo>
                  <a:cubicBezTo>
                    <a:pt x="9660" y="1804"/>
                    <a:pt x="9655" y="1673"/>
                    <a:pt x="9611" y="1555"/>
                  </a:cubicBezTo>
                  <a:cubicBezTo>
                    <a:pt x="9628" y="1508"/>
                    <a:pt x="9641" y="1458"/>
                    <a:pt x="9643" y="1407"/>
                  </a:cubicBezTo>
                  <a:cubicBezTo>
                    <a:pt x="9692" y="560"/>
                    <a:pt x="9692" y="513"/>
                    <a:pt x="9694" y="493"/>
                  </a:cubicBezTo>
                  <a:cubicBezTo>
                    <a:pt x="9748" y="189"/>
                    <a:pt x="9364" y="0"/>
                    <a:pt x="8990" y="0"/>
                  </a:cubicBezTo>
                  <a:close/>
                </a:path>
              </a:pathLst>
            </a:custGeom>
            <a:solidFill>
              <a:srgbClr val="FFFFFF"/>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1" name="Google Shape;1921;p53"/>
            <p:cNvSpPr/>
            <p:nvPr/>
          </p:nvSpPr>
          <p:spPr>
            <a:xfrm>
              <a:off x="1899175" y="4619550"/>
              <a:ext cx="109950" cy="53450"/>
            </a:xfrm>
            <a:custGeom>
              <a:avLst/>
              <a:gdLst/>
              <a:ahLst/>
              <a:cxnLst/>
              <a:rect l="l" t="t" r="r" b="b"/>
              <a:pathLst>
                <a:path w="4398" h="2138" extrusionOk="0">
                  <a:moveTo>
                    <a:pt x="66" y="1"/>
                  </a:moveTo>
                  <a:cubicBezTo>
                    <a:pt x="29" y="1"/>
                    <a:pt x="0" y="31"/>
                    <a:pt x="0" y="68"/>
                  </a:cubicBezTo>
                  <a:lnTo>
                    <a:pt x="0" y="2070"/>
                  </a:lnTo>
                  <a:cubicBezTo>
                    <a:pt x="0" y="2107"/>
                    <a:pt x="29" y="2138"/>
                    <a:pt x="66" y="2138"/>
                  </a:cubicBezTo>
                  <a:cubicBezTo>
                    <a:pt x="103" y="2138"/>
                    <a:pt x="134" y="2107"/>
                    <a:pt x="134" y="2070"/>
                  </a:cubicBezTo>
                  <a:lnTo>
                    <a:pt x="134" y="134"/>
                  </a:lnTo>
                  <a:lnTo>
                    <a:pt x="4263" y="134"/>
                  </a:lnTo>
                  <a:lnTo>
                    <a:pt x="4263" y="2070"/>
                  </a:lnTo>
                  <a:cubicBezTo>
                    <a:pt x="4263" y="2107"/>
                    <a:pt x="4294" y="2138"/>
                    <a:pt x="4330" y="2138"/>
                  </a:cubicBezTo>
                  <a:cubicBezTo>
                    <a:pt x="4367" y="2138"/>
                    <a:pt x="4398" y="2107"/>
                    <a:pt x="4398" y="2070"/>
                  </a:cubicBezTo>
                  <a:lnTo>
                    <a:pt x="4398" y="68"/>
                  </a:lnTo>
                  <a:cubicBezTo>
                    <a:pt x="4398" y="31"/>
                    <a:pt x="4367" y="1"/>
                    <a:pt x="4330" y="1"/>
                  </a:cubicBezTo>
                  <a:close/>
                </a:path>
              </a:pathLst>
            </a:cu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2" name="Google Shape;1922;p53"/>
            <p:cNvSpPr/>
            <p:nvPr/>
          </p:nvSpPr>
          <p:spPr>
            <a:xfrm>
              <a:off x="1909025" y="4611825"/>
              <a:ext cx="91125" cy="18000"/>
            </a:xfrm>
            <a:custGeom>
              <a:avLst/>
              <a:gdLst/>
              <a:ahLst/>
              <a:cxnLst/>
              <a:rect l="l" t="t" r="r" b="b"/>
              <a:pathLst>
                <a:path w="3645" h="720" extrusionOk="0">
                  <a:moveTo>
                    <a:pt x="79" y="1"/>
                  </a:moveTo>
                  <a:cubicBezTo>
                    <a:pt x="35" y="1"/>
                    <a:pt x="1" y="36"/>
                    <a:pt x="1" y="79"/>
                  </a:cubicBezTo>
                  <a:lnTo>
                    <a:pt x="1" y="640"/>
                  </a:lnTo>
                  <a:cubicBezTo>
                    <a:pt x="1" y="683"/>
                    <a:pt x="35" y="719"/>
                    <a:pt x="79" y="719"/>
                  </a:cubicBezTo>
                  <a:lnTo>
                    <a:pt x="3566" y="719"/>
                  </a:lnTo>
                  <a:cubicBezTo>
                    <a:pt x="3610" y="719"/>
                    <a:pt x="3645" y="683"/>
                    <a:pt x="3645" y="640"/>
                  </a:cubicBezTo>
                  <a:lnTo>
                    <a:pt x="3645" y="79"/>
                  </a:lnTo>
                  <a:cubicBezTo>
                    <a:pt x="3645" y="36"/>
                    <a:pt x="3610" y="1"/>
                    <a:pt x="3566" y="1"/>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3" name="Google Shape;1923;p53"/>
            <p:cNvSpPr/>
            <p:nvPr/>
          </p:nvSpPr>
          <p:spPr>
            <a:xfrm>
              <a:off x="1859475" y="4938400"/>
              <a:ext cx="30850" cy="30875"/>
            </a:xfrm>
            <a:custGeom>
              <a:avLst/>
              <a:gdLst/>
              <a:ahLst/>
              <a:cxnLst/>
              <a:rect l="l" t="t" r="r" b="b"/>
              <a:pathLst>
                <a:path w="1234" h="1235" extrusionOk="0">
                  <a:moveTo>
                    <a:pt x="617" y="0"/>
                  </a:moveTo>
                  <a:cubicBezTo>
                    <a:pt x="276" y="0"/>
                    <a:pt x="0" y="277"/>
                    <a:pt x="0" y="618"/>
                  </a:cubicBezTo>
                  <a:cubicBezTo>
                    <a:pt x="0" y="957"/>
                    <a:pt x="276" y="1234"/>
                    <a:pt x="617" y="1234"/>
                  </a:cubicBezTo>
                  <a:cubicBezTo>
                    <a:pt x="958" y="1234"/>
                    <a:pt x="1233" y="957"/>
                    <a:pt x="1233" y="618"/>
                  </a:cubicBezTo>
                  <a:cubicBezTo>
                    <a:pt x="1233" y="277"/>
                    <a:pt x="958" y="0"/>
                    <a:pt x="617" y="0"/>
                  </a:cubicBezTo>
                  <a:close/>
                </a:path>
              </a:pathLst>
            </a:cu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4" name="Google Shape;1924;p53"/>
            <p:cNvSpPr/>
            <p:nvPr/>
          </p:nvSpPr>
          <p:spPr>
            <a:xfrm>
              <a:off x="2011850" y="4938400"/>
              <a:ext cx="30875" cy="30875"/>
            </a:xfrm>
            <a:custGeom>
              <a:avLst/>
              <a:gdLst/>
              <a:ahLst/>
              <a:cxnLst/>
              <a:rect l="l" t="t" r="r" b="b"/>
              <a:pathLst>
                <a:path w="1235" h="1235" extrusionOk="0">
                  <a:moveTo>
                    <a:pt x="618" y="0"/>
                  </a:moveTo>
                  <a:cubicBezTo>
                    <a:pt x="277" y="0"/>
                    <a:pt x="0" y="277"/>
                    <a:pt x="0" y="618"/>
                  </a:cubicBezTo>
                  <a:cubicBezTo>
                    <a:pt x="0" y="957"/>
                    <a:pt x="277" y="1234"/>
                    <a:pt x="618" y="1234"/>
                  </a:cubicBezTo>
                  <a:cubicBezTo>
                    <a:pt x="959" y="1234"/>
                    <a:pt x="1234" y="957"/>
                    <a:pt x="1234" y="618"/>
                  </a:cubicBezTo>
                  <a:cubicBezTo>
                    <a:pt x="1234" y="277"/>
                    <a:pt x="959" y="0"/>
                    <a:pt x="618" y="0"/>
                  </a:cubicBezTo>
                  <a:close/>
                </a:path>
              </a:pathLst>
            </a:cu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5" name="Google Shape;1925;p53"/>
            <p:cNvSpPr/>
            <p:nvPr/>
          </p:nvSpPr>
          <p:spPr>
            <a:xfrm>
              <a:off x="1835075" y="4660200"/>
              <a:ext cx="239700" cy="286825"/>
            </a:xfrm>
            <a:custGeom>
              <a:avLst/>
              <a:gdLst/>
              <a:ahLst/>
              <a:cxnLst/>
              <a:rect l="l" t="t" r="r" b="b"/>
              <a:pathLst>
                <a:path w="9588" h="11473" extrusionOk="0">
                  <a:moveTo>
                    <a:pt x="537" y="0"/>
                  </a:moveTo>
                  <a:cubicBezTo>
                    <a:pt x="241" y="0"/>
                    <a:pt x="0" y="241"/>
                    <a:pt x="0" y="537"/>
                  </a:cubicBezTo>
                  <a:lnTo>
                    <a:pt x="0" y="10935"/>
                  </a:lnTo>
                  <a:cubicBezTo>
                    <a:pt x="0" y="11231"/>
                    <a:pt x="241" y="11472"/>
                    <a:pt x="537" y="11472"/>
                  </a:cubicBezTo>
                  <a:lnTo>
                    <a:pt x="7333" y="11472"/>
                  </a:lnTo>
                  <a:lnTo>
                    <a:pt x="7841" y="10884"/>
                  </a:lnTo>
                  <a:lnTo>
                    <a:pt x="8228" y="11472"/>
                  </a:lnTo>
                  <a:lnTo>
                    <a:pt x="9051" y="11472"/>
                  </a:lnTo>
                  <a:cubicBezTo>
                    <a:pt x="9347" y="11472"/>
                    <a:pt x="9588" y="11231"/>
                    <a:pt x="9588" y="10935"/>
                  </a:cubicBezTo>
                  <a:lnTo>
                    <a:pt x="9588" y="537"/>
                  </a:lnTo>
                  <a:cubicBezTo>
                    <a:pt x="9588" y="239"/>
                    <a:pt x="9348" y="0"/>
                    <a:pt x="9051" y="0"/>
                  </a:cubicBezTo>
                  <a:close/>
                </a:path>
              </a:pathLst>
            </a:custGeom>
            <a:solidFill>
              <a:schemeClr val="accent6"/>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6" name="Google Shape;1926;p53"/>
            <p:cNvSpPr/>
            <p:nvPr/>
          </p:nvSpPr>
          <p:spPr>
            <a:xfrm>
              <a:off x="1858950" y="4809550"/>
              <a:ext cx="38350" cy="39550"/>
            </a:xfrm>
            <a:custGeom>
              <a:avLst/>
              <a:gdLst/>
              <a:ahLst/>
              <a:cxnLst/>
              <a:rect l="l" t="t" r="r" b="b"/>
              <a:pathLst>
                <a:path w="1534" h="1582" extrusionOk="0">
                  <a:moveTo>
                    <a:pt x="767" y="1"/>
                  </a:moveTo>
                  <a:cubicBezTo>
                    <a:pt x="343" y="1"/>
                    <a:pt x="0" y="354"/>
                    <a:pt x="0" y="791"/>
                  </a:cubicBezTo>
                  <a:cubicBezTo>
                    <a:pt x="0" y="1228"/>
                    <a:pt x="343" y="1581"/>
                    <a:pt x="767" y="1581"/>
                  </a:cubicBezTo>
                  <a:cubicBezTo>
                    <a:pt x="1190" y="1581"/>
                    <a:pt x="1533" y="1228"/>
                    <a:pt x="1533" y="791"/>
                  </a:cubicBezTo>
                  <a:cubicBezTo>
                    <a:pt x="1533" y="354"/>
                    <a:pt x="1190" y="1"/>
                    <a:pt x="7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7" name="Google Shape;1927;p53"/>
            <p:cNvSpPr/>
            <p:nvPr/>
          </p:nvSpPr>
          <p:spPr>
            <a:xfrm>
              <a:off x="1961725" y="4809550"/>
              <a:ext cx="38375" cy="39550"/>
            </a:xfrm>
            <a:custGeom>
              <a:avLst/>
              <a:gdLst/>
              <a:ahLst/>
              <a:cxnLst/>
              <a:rect l="l" t="t" r="r" b="b"/>
              <a:pathLst>
                <a:path w="1535" h="1582" extrusionOk="0">
                  <a:moveTo>
                    <a:pt x="768" y="1"/>
                  </a:moveTo>
                  <a:cubicBezTo>
                    <a:pt x="345" y="1"/>
                    <a:pt x="1" y="354"/>
                    <a:pt x="1" y="791"/>
                  </a:cubicBezTo>
                  <a:cubicBezTo>
                    <a:pt x="1" y="1228"/>
                    <a:pt x="345" y="1581"/>
                    <a:pt x="768" y="1581"/>
                  </a:cubicBezTo>
                  <a:cubicBezTo>
                    <a:pt x="1192" y="1581"/>
                    <a:pt x="1535" y="1228"/>
                    <a:pt x="1535" y="791"/>
                  </a:cubicBezTo>
                  <a:cubicBezTo>
                    <a:pt x="1535" y="354"/>
                    <a:pt x="1192" y="1"/>
                    <a:pt x="7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8" name="Google Shape;1928;p53"/>
            <p:cNvSpPr/>
            <p:nvPr/>
          </p:nvSpPr>
          <p:spPr>
            <a:xfrm>
              <a:off x="1881425" y="4799400"/>
              <a:ext cx="17275" cy="17800"/>
            </a:xfrm>
            <a:custGeom>
              <a:avLst/>
              <a:gdLst/>
              <a:ahLst/>
              <a:cxnLst/>
              <a:rect l="l" t="t" r="r" b="b"/>
              <a:pathLst>
                <a:path w="691" h="712" extrusionOk="0">
                  <a:moveTo>
                    <a:pt x="345" y="1"/>
                  </a:moveTo>
                  <a:cubicBezTo>
                    <a:pt x="155" y="1"/>
                    <a:pt x="1" y="161"/>
                    <a:pt x="1" y="356"/>
                  </a:cubicBezTo>
                  <a:cubicBezTo>
                    <a:pt x="1" y="552"/>
                    <a:pt x="155" y="711"/>
                    <a:pt x="345" y="711"/>
                  </a:cubicBezTo>
                  <a:cubicBezTo>
                    <a:pt x="535" y="711"/>
                    <a:pt x="690" y="552"/>
                    <a:pt x="690" y="356"/>
                  </a:cubicBezTo>
                  <a:cubicBezTo>
                    <a:pt x="690" y="161"/>
                    <a:pt x="535" y="1"/>
                    <a:pt x="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9" name="Google Shape;1929;p53"/>
            <p:cNvSpPr/>
            <p:nvPr/>
          </p:nvSpPr>
          <p:spPr>
            <a:xfrm>
              <a:off x="1960900" y="4799400"/>
              <a:ext cx="17250" cy="17800"/>
            </a:xfrm>
            <a:custGeom>
              <a:avLst/>
              <a:gdLst/>
              <a:ahLst/>
              <a:cxnLst/>
              <a:rect l="l" t="t" r="r" b="b"/>
              <a:pathLst>
                <a:path w="690" h="712" extrusionOk="0">
                  <a:moveTo>
                    <a:pt x="345" y="1"/>
                  </a:moveTo>
                  <a:cubicBezTo>
                    <a:pt x="155" y="1"/>
                    <a:pt x="0" y="161"/>
                    <a:pt x="0" y="356"/>
                  </a:cubicBezTo>
                  <a:cubicBezTo>
                    <a:pt x="0" y="552"/>
                    <a:pt x="155" y="711"/>
                    <a:pt x="345" y="711"/>
                  </a:cubicBezTo>
                  <a:cubicBezTo>
                    <a:pt x="535" y="711"/>
                    <a:pt x="689" y="552"/>
                    <a:pt x="689" y="356"/>
                  </a:cubicBezTo>
                  <a:cubicBezTo>
                    <a:pt x="689" y="161"/>
                    <a:pt x="535" y="1"/>
                    <a:pt x="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0" name="Google Shape;1930;p53"/>
            <p:cNvSpPr/>
            <p:nvPr/>
          </p:nvSpPr>
          <p:spPr>
            <a:xfrm>
              <a:off x="1916925" y="4806575"/>
              <a:ext cx="26425" cy="23875"/>
            </a:xfrm>
            <a:custGeom>
              <a:avLst/>
              <a:gdLst/>
              <a:ahLst/>
              <a:cxnLst/>
              <a:rect l="l" t="t" r="r" b="b"/>
              <a:pathLst>
                <a:path w="1057" h="955" extrusionOk="0">
                  <a:moveTo>
                    <a:pt x="998" y="0"/>
                  </a:moveTo>
                  <a:cubicBezTo>
                    <a:pt x="965" y="0"/>
                    <a:pt x="939" y="26"/>
                    <a:pt x="939" y="59"/>
                  </a:cubicBezTo>
                  <a:cubicBezTo>
                    <a:pt x="939" y="64"/>
                    <a:pt x="935" y="559"/>
                    <a:pt x="733" y="758"/>
                  </a:cubicBezTo>
                  <a:cubicBezTo>
                    <a:pt x="681" y="809"/>
                    <a:pt x="619" y="835"/>
                    <a:pt x="548" y="835"/>
                  </a:cubicBezTo>
                  <a:cubicBezTo>
                    <a:pt x="545" y="835"/>
                    <a:pt x="543" y="835"/>
                    <a:pt x="540" y="835"/>
                  </a:cubicBezTo>
                  <a:cubicBezTo>
                    <a:pt x="143" y="826"/>
                    <a:pt x="119" y="86"/>
                    <a:pt x="119" y="79"/>
                  </a:cubicBezTo>
                  <a:cubicBezTo>
                    <a:pt x="119" y="48"/>
                    <a:pt x="94" y="21"/>
                    <a:pt x="64" y="21"/>
                  </a:cubicBezTo>
                  <a:cubicBezTo>
                    <a:pt x="62" y="21"/>
                    <a:pt x="61" y="21"/>
                    <a:pt x="59" y="21"/>
                  </a:cubicBezTo>
                  <a:cubicBezTo>
                    <a:pt x="26" y="21"/>
                    <a:pt x="0" y="48"/>
                    <a:pt x="1" y="81"/>
                  </a:cubicBezTo>
                  <a:cubicBezTo>
                    <a:pt x="1" y="91"/>
                    <a:pt x="6" y="294"/>
                    <a:pt x="71" y="501"/>
                  </a:cubicBezTo>
                  <a:cubicBezTo>
                    <a:pt x="161" y="793"/>
                    <a:pt x="323" y="949"/>
                    <a:pt x="539" y="954"/>
                  </a:cubicBezTo>
                  <a:lnTo>
                    <a:pt x="548" y="954"/>
                  </a:lnTo>
                  <a:cubicBezTo>
                    <a:pt x="650" y="954"/>
                    <a:pt x="742" y="916"/>
                    <a:pt x="817" y="843"/>
                  </a:cubicBezTo>
                  <a:cubicBezTo>
                    <a:pt x="1054" y="610"/>
                    <a:pt x="1056" y="81"/>
                    <a:pt x="1056" y="59"/>
                  </a:cubicBezTo>
                  <a:cubicBezTo>
                    <a:pt x="1056" y="26"/>
                    <a:pt x="1030" y="0"/>
                    <a:pt x="9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1" name="Google Shape;1931;p53"/>
            <p:cNvSpPr/>
            <p:nvPr/>
          </p:nvSpPr>
          <p:spPr>
            <a:xfrm>
              <a:off x="2018250" y="4660200"/>
              <a:ext cx="56525" cy="286825"/>
            </a:xfrm>
            <a:custGeom>
              <a:avLst/>
              <a:gdLst/>
              <a:ahLst/>
              <a:cxnLst/>
              <a:rect l="l" t="t" r="r" b="b"/>
              <a:pathLst>
                <a:path w="2261" h="11473" extrusionOk="0">
                  <a:moveTo>
                    <a:pt x="1" y="0"/>
                  </a:moveTo>
                  <a:lnTo>
                    <a:pt x="1" y="11472"/>
                  </a:lnTo>
                  <a:lnTo>
                    <a:pt x="1724" y="11472"/>
                  </a:lnTo>
                  <a:cubicBezTo>
                    <a:pt x="2020" y="11472"/>
                    <a:pt x="2261" y="11231"/>
                    <a:pt x="2261" y="10935"/>
                  </a:cubicBezTo>
                  <a:lnTo>
                    <a:pt x="2261" y="537"/>
                  </a:lnTo>
                  <a:cubicBezTo>
                    <a:pt x="2261" y="239"/>
                    <a:pt x="2021" y="0"/>
                    <a:pt x="1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2" name="Google Shape;1932;p53"/>
            <p:cNvSpPr/>
            <p:nvPr/>
          </p:nvSpPr>
          <p:spPr>
            <a:xfrm>
              <a:off x="2052450" y="4660200"/>
              <a:ext cx="1125" cy="286775"/>
            </a:xfrm>
            <a:custGeom>
              <a:avLst/>
              <a:gdLst/>
              <a:ahLst/>
              <a:cxnLst/>
              <a:rect l="l" t="t" r="r" b="b"/>
              <a:pathLst>
                <a:path w="45" h="11471" extrusionOk="0">
                  <a:moveTo>
                    <a:pt x="0" y="0"/>
                  </a:moveTo>
                  <a:lnTo>
                    <a:pt x="0" y="11471"/>
                  </a:lnTo>
                  <a:lnTo>
                    <a:pt x="45" y="11471"/>
                  </a:lnTo>
                  <a:lnTo>
                    <a:pt x="45"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3" name="Google Shape;1933;p53"/>
            <p:cNvSpPr/>
            <p:nvPr/>
          </p:nvSpPr>
          <p:spPr>
            <a:xfrm>
              <a:off x="1967475" y="4686425"/>
              <a:ext cx="25125" cy="41125"/>
            </a:xfrm>
            <a:custGeom>
              <a:avLst/>
              <a:gdLst/>
              <a:ahLst/>
              <a:cxnLst/>
              <a:rect l="l" t="t" r="r" b="b"/>
              <a:pathLst>
                <a:path w="1005" h="1645" extrusionOk="0">
                  <a:moveTo>
                    <a:pt x="27" y="0"/>
                  </a:moveTo>
                  <a:cubicBezTo>
                    <a:pt x="12" y="0"/>
                    <a:pt x="0" y="13"/>
                    <a:pt x="0" y="26"/>
                  </a:cubicBezTo>
                  <a:lnTo>
                    <a:pt x="0" y="1618"/>
                  </a:lnTo>
                  <a:cubicBezTo>
                    <a:pt x="0" y="1633"/>
                    <a:pt x="12" y="1645"/>
                    <a:pt x="27" y="1645"/>
                  </a:cubicBezTo>
                  <a:lnTo>
                    <a:pt x="979" y="1645"/>
                  </a:lnTo>
                  <a:cubicBezTo>
                    <a:pt x="993" y="1645"/>
                    <a:pt x="1005" y="1633"/>
                    <a:pt x="1005" y="1618"/>
                  </a:cubicBezTo>
                  <a:lnTo>
                    <a:pt x="1005" y="26"/>
                  </a:lnTo>
                  <a:cubicBezTo>
                    <a:pt x="1005" y="13"/>
                    <a:pt x="993" y="0"/>
                    <a:pt x="9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4" name="Google Shape;1934;p53"/>
            <p:cNvSpPr/>
            <p:nvPr/>
          </p:nvSpPr>
          <p:spPr>
            <a:xfrm>
              <a:off x="1969475" y="4689700"/>
              <a:ext cx="21150" cy="34600"/>
            </a:xfrm>
            <a:custGeom>
              <a:avLst/>
              <a:gdLst/>
              <a:ahLst/>
              <a:cxnLst/>
              <a:rect l="l" t="t" r="r" b="b"/>
              <a:pathLst>
                <a:path w="846" h="1384" extrusionOk="0">
                  <a:moveTo>
                    <a:pt x="0" y="1"/>
                  </a:moveTo>
                  <a:lnTo>
                    <a:pt x="0" y="1383"/>
                  </a:lnTo>
                  <a:lnTo>
                    <a:pt x="845" y="1383"/>
                  </a:lnTo>
                  <a:lnTo>
                    <a:pt x="8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5" name="Google Shape;1935;p53"/>
            <p:cNvSpPr/>
            <p:nvPr/>
          </p:nvSpPr>
          <p:spPr>
            <a:xfrm>
              <a:off x="1938800" y="4728575"/>
              <a:ext cx="25150" cy="41100"/>
            </a:xfrm>
            <a:custGeom>
              <a:avLst/>
              <a:gdLst/>
              <a:ahLst/>
              <a:cxnLst/>
              <a:rect l="l" t="t" r="r" b="b"/>
              <a:pathLst>
                <a:path w="1006" h="1644" extrusionOk="0">
                  <a:moveTo>
                    <a:pt x="27" y="1"/>
                  </a:moveTo>
                  <a:cubicBezTo>
                    <a:pt x="12" y="1"/>
                    <a:pt x="0" y="12"/>
                    <a:pt x="0" y="27"/>
                  </a:cubicBezTo>
                  <a:lnTo>
                    <a:pt x="0" y="1618"/>
                  </a:lnTo>
                  <a:cubicBezTo>
                    <a:pt x="0" y="1632"/>
                    <a:pt x="12" y="1644"/>
                    <a:pt x="27" y="1644"/>
                  </a:cubicBezTo>
                  <a:lnTo>
                    <a:pt x="979" y="1644"/>
                  </a:lnTo>
                  <a:cubicBezTo>
                    <a:pt x="994" y="1644"/>
                    <a:pt x="1005" y="1632"/>
                    <a:pt x="1005" y="1618"/>
                  </a:cubicBezTo>
                  <a:lnTo>
                    <a:pt x="1005" y="27"/>
                  </a:lnTo>
                  <a:cubicBezTo>
                    <a:pt x="1005" y="12"/>
                    <a:pt x="994" y="1"/>
                    <a:pt x="9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6" name="Google Shape;1936;p53"/>
            <p:cNvSpPr/>
            <p:nvPr/>
          </p:nvSpPr>
          <p:spPr>
            <a:xfrm>
              <a:off x="1940800" y="4731875"/>
              <a:ext cx="21150" cy="34550"/>
            </a:xfrm>
            <a:custGeom>
              <a:avLst/>
              <a:gdLst/>
              <a:ahLst/>
              <a:cxnLst/>
              <a:rect l="l" t="t" r="r" b="b"/>
              <a:pathLst>
                <a:path w="846" h="1382" extrusionOk="0">
                  <a:moveTo>
                    <a:pt x="0" y="0"/>
                  </a:moveTo>
                  <a:lnTo>
                    <a:pt x="0" y="1382"/>
                  </a:lnTo>
                  <a:lnTo>
                    <a:pt x="845" y="1382"/>
                  </a:lnTo>
                  <a:lnTo>
                    <a:pt x="8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7" name="Google Shape;1937;p53"/>
            <p:cNvSpPr/>
            <p:nvPr/>
          </p:nvSpPr>
          <p:spPr>
            <a:xfrm>
              <a:off x="1973475" y="4744000"/>
              <a:ext cx="25125" cy="41125"/>
            </a:xfrm>
            <a:custGeom>
              <a:avLst/>
              <a:gdLst/>
              <a:ahLst/>
              <a:cxnLst/>
              <a:rect l="l" t="t" r="r" b="b"/>
              <a:pathLst>
                <a:path w="1005" h="1645" extrusionOk="0">
                  <a:moveTo>
                    <a:pt x="26" y="0"/>
                  </a:moveTo>
                  <a:cubicBezTo>
                    <a:pt x="12" y="0"/>
                    <a:pt x="0" y="12"/>
                    <a:pt x="0" y="26"/>
                  </a:cubicBezTo>
                  <a:lnTo>
                    <a:pt x="0" y="1618"/>
                  </a:lnTo>
                  <a:cubicBezTo>
                    <a:pt x="0" y="1632"/>
                    <a:pt x="12" y="1645"/>
                    <a:pt x="26" y="1645"/>
                  </a:cubicBezTo>
                  <a:lnTo>
                    <a:pt x="979" y="1645"/>
                  </a:lnTo>
                  <a:cubicBezTo>
                    <a:pt x="992" y="1645"/>
                    <a:pt x="1005" y="1632"/>
                    <a:pt x="1005" y="1618"/>
                  </a:cubicBezTo>
                  <a:lnTo>
                    <a:pt x="1005" y="26"/>
                  </a:lnTo>
                  <a:cubicBezTo>
                    <a:pt x="1005" y="12"/>
                    <a:pt x="992" y="0"/>
                    <a:pt x="9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8" name="Google Shape;1938;p53"/>
            <p:cNvSpPr/>
            <p:nvPr/>
          </p:nvSpPr>
          <p:spPr>
            <a:xfrm>
              <a:off x="1975475" y="4747275"/>
              <a:ext cx="21100" cy="34600"/>
            </a:xfrm>
            <a:custGeom>
              <a:avLst/>
              <a:gdLst/>
              <a:ahLst/>
              <a:cxnLst/>
              <a:rect l="l" t="t" r="r" b="b"/>
              <a:pathLst>
                <a:path w="844" h="1384" extrusionOk="0">
                  <a:moveTo>
                    <a:pt x="0" y="1"/>
                  </a:moveTo>
                  <a:lnTo>
                    <a:pt x="0" y="1383"/>
                  </a:lnTo>
                  <a:lnTo>
                    <a:pt x="844" y="1383"/>
                  </a:lnTo>
                  <a:lnTo>
                    <a:pt x="8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9" name="Google Shape;1939;p53"/>
            <p:cNvSpPr/>
            <p:nvPr/>
          </p:nvSpPr>
          <p:spPr>
            <a:xfrm>
              <a:off x="2050275" y="4760650"/>
              <a:ext cx="5700" cy="84475"/>
            </a:xfrm>
            <a:custGeom>
              <a:avLst/>
              <a:gdLst/>
              <a:ahLst/>
              <a:cxnLst/>
              <a:rect l="l" t="t" r="r" b="b"/>
              <a:pathLst>
                <a:path w="228" h="3379" extrusionOk="0">
                  <a:moveTo>
                    <a:pt x="44" y="0"/>
                  </a:moveTo>
                  <a:cubicBezTo>
                    <a:pt x="19" y="0"/>
                    <a:pt x="0" y="19"/>
                    <a:pt x="0" y="44"/>
                  </a:cubicBezTo>
                  <a:lnTo>
                    <a:pt x="0" y="3333"/>
                  </a:lnTo>
                  <a:cubicBezTo>
                    <a:pt x="0" y="3358"/>
                    <a:pt x="19" y="3378"/>
                    <a:pt x="44" y="3378"/>
                  </a:cubicBezTo>
                  <a:lnTo>
                    <a:pt x="182" y="3378"/>
                  </a:lnTo>
                  <a:cubicBezTo>
                    <a:pt x="206" y="3378"/>
                    <a:pt x="227" y="3358"/>
                    <a:pt x="227" y="3333"/>
                  </a:cubicBezTo>
                  <a:lnTo>
                    <a:pt x="227" y="44"/>
                  </a:lnTo>
                  <a:cubicBezTo>
                    <a:pt x="227" y="19"/>
                    <a:pt x="207" y="0"/>
                    <a:pt x="182"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0" name="Google Shape;1940;p53"/>
            <p:cNvSpPr/>
            <p:nvPr/>
          </p:nvSpPr>
          <p:spPr>
            <a:xfrm>
              <a:off x="1747450" y="4835125"/>
              <a:ext cx="213300" cy="113625"/>
            </a:xfrm>
            <a:custGeom>
              <a:avLst/>
              <a:gdLst/>
              <a:ahLst/>
              <a:cxnLst/>
              <a:rect l="l" t="t" r="r" b="b"/>
              <a:pathLst>
                <a:path w="8532" h="4545" extrusionOk="0">
                  <a:moveTo>
                    <a:pt x="3803" y="0"/>
                  </a:moveTo>
                  <a:cubicBezTo>
                    <a:pt x="3534" y="0"/>
                    <a:pt x="3249" y="53"/>
                    <a:pt x="2954" y="177"/>
                  </a:cubicBezTo>
                  <a:cubicBezTo>
                    <a:pt x="2862" y="216"/>
                    <a:pt x="2778" y="257"/>
                    <a:pt x="2698" y="304"/>
                  </a:cubicBezTo>
                  <a:cubicBezTo>
                    <a:pt x="1157" y="1169"/>
                    <a:pt x="1742" y="3123"/>
                    <a:pt x="1742" y="3123"/>
                  </a:cubicBezTo>
                  <a:cubicBezTo>
                    <a:pt x="1742" y="3123"/>
                    <a:pt x="1" y="4098"/>
                    <a:pt x="222" y="4407"/>
                  </a:cubicBezTo>
                  <a:cubicBezTo>
                    <a:pt x="286" y="4496"/>
                    <a:pt x="453" y="4545"/>
                    <a:pt x="728" y="4545"/>
                  </a:cubicBezTo>
                  <a:cubicBezTo>
                    <a:pt x="1395" y="4545"/>
                    <a:pt x="2694" y="4255"/>
                    <a:pt x="4682" y="3550"/>
                  </a:cubicBezTo>
                  <a:cubicBezTo>
                    <a:pt x="7490" y="2553"/>
                    <a:pt x="8532" y="1625"/>
                    <a:pt x="8260" y="1298"/>
                  </a:cubicBezTo>
                  <a:cubicBezTo>
                    <a:pt x="8194" y="1218"/>
                    <a:pt x="8037" y="1187"/>
                    <a:pt x="7840" y="1187"/>
                  </a:cubicBezTo>
                  <a:cubicBezTo>
                    <a:pt x="7233" y="1187"/>
                    <a:pt x="6236" y="1472"/>
                    <a:pt x="6236" y="1472"/>
                  </a:cubicBezTo>
                  <a:cubicBezTo>
                    <a:pt x="6236" y="1472"/>
                    <a:pt x="6234" y="1468"/>
                    <a:pt x="6228" y="1459"/>
                  </a:cubicBezTo>
                  <a:cubicBezTo>
                    <a:pt x="6127" y="1318"/>
                    <a:pt x="5153" y="0"/>
                    <a:pt x="3803" y="0"/>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1" name="Google Shape;1941;p53"/>
            <p:cNvSpPr/>
            <p:nvPr/>
          </p:nvSpPr>
          <p:spPr>
            <a:xfrm>
              <a:off x="1814925" y="4835075"/>
              <a:ext cx="88225" cy="61050"/>
            </a:xfrm>
            <a:custGeom>
              <a:avLst/>
              <a:gdLst/>
              <a:ahLst/>
              <a:cxnLst/>
              <a:rect l="l" t="t" r="r" b="b"/>
              <a:pathLst>
                <a:path w="3529" h="2442" extrusionOk="0">
                  <a:moveTo>
                    <a:pt x="1104" y="1"/>
                  </a:moveTo>
                  <a:cubicBezTo>
                    <a:pt x="835" y="1"/>
                    <a:pt x="552" y="53"/>
                    <a:pt x="257" y="177"/>
                  </a:cubicBezTo>
                  <a:cubicBezTo>
                    <a:pt x="164" y="217"/>
                    <a:pt x="80" y="258"/>
                    <a:pt x="0" y="303"/>
                  </a:cubicBezTo>
                  <a:cubicBezTo>
                    <a:pt x="128" y="351"/>
                    <a:pt x="261" y="396"/>
                    <a:pt x="317" y="433"/>
                  </a:cubicBezTo>
                  <a:cubicBezTo>
                    <a:pt x="552" y="585"/>
                    <a:pt x="745" y="792"/>
                    <a:pt x="906" y="1012"/>
                  </a:cubicBezTo>
                  <a:cubicBezTo>
                    <a:pt x="1210" y="1424"/>
                    <a:pt x="1435" y="1896"/>
                    <a:pt x="1817" y="2246"/>
                  </a:cubicBezTo>
                  <a:cubicBezTo>
                    <a:pt x="1919" y="2339"/>
                    <a:pt x="2040" y="2427"/>
                    <a:pt x="2182" y="2439"/>
                  </a:cubicBezTo>
                  <a:cubicBezTo>
                    <a:pt x="2196" y="2440"/>
                    <a:pt x="2209" y="2441"/>
                    <a:pt x="2222" y="2441"/>
                  </a:cubicBezTo>
                  <a:cubicBezTo>
                    <a:pt x="2388" y="2441"/>
                    <a:pt x="2540" y="2341"/>
                    <a:pt x="2674" y="2245"/>
                  </a:cubicBezTo>
                  <a:cubicBezTo>
                    <a:pt x="2990" y="2016"/>
                    <a:pt x="3303" y="1771"/>
                    <a:pt x="3529" y="1461"/>
                  </a:cubicBezTo>
                  <a:cubicBezTo>
                    <a:pt x="3428" y="1319"/>
                    <a:pt x="2454" y="1"/>
                    <a:pt x="1104" y="1"/>
                  </a:cubicBez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2" name="Google Shape;1942;p53"/>
            <p:cNvSpPr/>
            <p:nvPr/>
          </p:nvSpPr>
          <p:spPr>
            <a:xfrm>
              <a:off x="1788100" y="4869450"/>
              <a:ext cx="118100" cy="48650"/>
            </a:xfrm>
            <a:custGeom>
              <a:avLst/>
              <a:gdLst/>
              <a:ahLst/>
              <a:cxnLst/>
              <a:rect l="l" t="t" r="r" b="b"/>
              <a:pathLst>
                <a:path w="4724" h="1946" extrusionOk="0">
                  <a:moveTo>
                    <a:pt x="4610" y="0"/>
                  </a:moveTo>
                  <a:cubicBezTo>
                    <a:pt x="4581" y="0"/>
                    <a:pt x="4552" y="13"/>
                    <a:pt x="4532" y="37"/>
                  </a:cubicBezTo>
                  <a:cubicBezTo>
                    <a:pt x="4530" y="38"/>
                    <a:pt x="4354" y="256"/>
                    <a:pt x="3997" y="536"/>
                  </a:cubicBezTo>
                  <a:cubicBezTo>
                    <a:pt x="3668" y="793"/>
                    <a:pt x="3115" y="1158"/>
                    <a:pt x="2352" y="1435"/>
                  </a:cubicBezTo>
                  <a:cubicBezTo>
                    <a:pt x="1652" y="1685"/>
                    <a:pt x="1122" y="1744"/>
                    <a:pt x="783" y="1744"/>
                  </a:cubicBezTo>
                  <a:cubicBezTo>
                    <a:pt x="755" y="1744"/>
                    <a:pt x="728" y="1743"/>
                    <a:pt x="703" y="1743"/>
                  </a:cubicBezTo>
                  <a:cubicBezTo>
                    <a:pt x="342" y="1732"/>
                    <a:pt x="157" y="1658"/>
                    <a:pt x="154" y="1656"/>
                  </a:cubicBezTo>
                  <a:cubicBezTo>
                    <a:pt x="141" y="1651"/>
                    <a:pt x="127" y="1648"/>
                    <a:pt x="114" y="1648"/>
                  </a:cubicBezTo>
                  <a:cubicBezTo>
                    <a:pt x="76" y="1648"/>
                    <a:pt x="39" y="1671"/>
                    <a:pt x="22" y="1709"/>
                  </a:cubicBezTo>
                  <a:cubicBezTo>
                    <a:pt x="0" y="1759"/>
                    <a:pt x="24" y="1819"/>
                    <a:pt x="75" y="1841"/>
                  </a:cubicBezTo>
                  <a:cubicBezTo>
                    <a:pt x="94" y="1848"/>
                    <a:pt x="331" y="1946"/>
                    <a:pt x="787" y="1946"/>
                  </a:cubicBezTo>
                  <a:cubicBezTo>
                    <a:pt x="1173" y="1946"/>
                    <a:pt x="1718" y="1876"/>
                    <a:pt x="2420" y="1625"/>
                  </a:cubicBezTo>
                  <a:cubicBezTo>
                    <a:pt x="3939" y="1077"/>
                    <a:pt x="4659" y="201"/>
                    <a:pt x="4688" y="165"/>
                  </a:cubicBezTo>
                  <a:cubicBezTo>
                    <a:pt x="4724" y="122"/>
                    <a:pt x="4718" y="58"/>
                    <a:pt x="4674" y="23"/>
                  </a:cubicBezTo>
                  <a:cubicBezTo>
                    <a:pt x="4655" y="8"/>
                    <a:pt x="4633" y="0"/>
                    <a:pt x="46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3" name="Google Shape;1943;p53"/>
            <p:cNvSpPr/>
            <p:nvPr/>
          </p:nvSpPr>
          <p:spPr>
            <a:xfrm>
              <a:off x="1803450" y="4911550"/>
              <a:ext cx="47800" cy="49750"/>
            </a:xfrm>
            <a:custGeom>
              <a:avLst/>
              <a:gdLst/>
              <a:ahLst/>
              <a:cxnLst/>
              <a:rect l="l" t="t" r="r" b="b"/>
              <a:pathLst>
                <a:path w="1912" h="1990" extrusionOk="0">
                  <a:moveTo>
                    <a:pt x="804" y="0"/>
                  </a:moveTo>
                  <a:cubicBezTo>
                    <a:pt x="794" y="0"/>
                    <a:pt x="783" y="2"/>
                    <a:pt x="773" y="5"/>
                  </a:cubicBezTo>
                  <a:cubicBezTo>
                    <a:pt x="733" y="19"/>
                    <a:pt x="705" y="57"/>
                    <a:pt x="704" y="99"/>
                  </a:cubicBezTo>
                  <a:cubicBezTo>
                    <a:pt x="691" y="724"/>
                    <a:pt x="448" y="1352"/>
                    <a:pt x="37" y="1823"/>
                  </a:cubicBezTo>
                  <a:cubicBezTo>
                    <a:pt x="1" y="1865"/>
                    <a:pt x="5" y="1928"/>
                    <a:pt x="47" y="1965"/>
                  </a:cubicBezTo>
                  <a:cubicBezTo>
                    <a:pt x="65" y="1982"/>
                    <a:pt x="89" y="1989"/>
                    <a:pt x="112" y="1989"/>
                  </a:cubicBezTo>
                  <a:cubicBezTo>
                    <a:pt x="139" y="1989"/>
                    <a:pt x="168" y="1978"/>
                    <a:pt x="187" y="1955"/>
                  </a:cubicBezTo>
                  <a:cubicBezTo>
                    <a:pt x="569" y="1516"/>
                    <a:pt x="816" y="953"/>
                    <a:pt x="884" y="374"/>
                  </a:cubicBezTo>
                  <a:cubicBezTo>
                    <a:pt x="1217" y="834"/>
                    <a:pt x="1491" y="1334"/>
                    <a:pt x="1704" y="1865"/>
                  </a:cubicBezTo>
                  <a:cubicBezTo>
                    <a:pt x="1718" y="1905"/>
                    <a:pt x="1756" y="1928"/>
                    <a:pt x="1795" y="1928"/>
                  </a:cubicBezTo>
                  <a:cubicBezTo>
                    <a:pt x="1808" y="1928"/>
                    <a:pt x="1821" y="1926"/>
                    <a:pt x="1833" y="1921"/>
                  </a:cubicBezTo>
                  <a:cubicBezTo>
                    <a:pt x="1886" y="1902"/>
                    <a:pt x="1911" y="1842"/>
                    <a:pt x="1890" y="1792"/>
                  </a:cubicBezTo>
                  <a:cubicBezTo>
                    <a:pt x="1639" y="1158"/>
                    <a:pt x="1300" y="569"/>
                    <a:pt x="883" y="38"/>
                  </a:cubicBezTo>
                  <a:cubicBezTo>
                    <a:pt x="864" y="13"/>
                    <a:pt x="834" y="0"/>
                    <a:pt x="8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4" name="Google Shape;1944;p53"/>
            <p:cNvSpPr/>
            <p:nvPr/>
          </p:nvSpPr>
          <p:spPr>
            <a:xfrm>
              <a:off x="1759400" y="4716600"/>
              <a:ext cx="34050" cy="32950"/>
            </a:xfrm>
            <a:custGeom>
              <a:avLst/>
              <a:gdLst/>
              <a:ahLst/>
              <a:cxnLst/>
              <a:rect l="l" t="t" r="r" b="b"/>
              <a:pathLst>
                <a:path w="1362" h="1318" extrusionOk="0">
                  <a:moveTo>
                    <a:pt x="182" y="1"/>
                  </a:moveTo>
                  <a:cubicBezTo>
                    <a:pt x="172" y="1"/>
                    <a:pt x="162" y="4"/>
                    <a:pt x="150" y="11"/>
                  </a:cubicBezTo>
                  <a:cubicBezTo>
                    <a:pt x="137" y="19"/>
                    <a:pt x="122" y="40"/>
                    <a:pt x="108" y="71"/>
                  </a:cubicBezTo>
                  <a:cubicBezTo>
                    <a:pt x="92" y="105"/>
                    <a:pt x="81" y="155"/>
                    <a:pt x="75" y="224"/>
                  </a:cubicBezTo>
                  <a:cubicBezTo>
                    <a:pt x="69" y="294"/>
                    <a:pt x="71" y="369"/>
                    <a:pt x="83" y="452"/>
                  </a:cubicBezTo>
                  <a:cubicBezTo>
                    <a:pt x="95" y="534"/>
                    <a:pt x="118" y="580"/>
                    <a:pt x="153" y="586"/>
                  </a:cubicBezTo>
                  <a:lnTo>
                    <a:pt x="805" y="707"/>
                  </a:lnTo>
                  <a:lnTo>
                    <a:pt x="802" y="733"/>
                  </a:lnTo>
                  <a:lnTo>
                    <a:pt x="121" y="733"/>
                  </a:lnTo>
                  <a:cubicBezTo>
                    <a:pt x="97" y="733"/>
                    <a:pt x="74" y="749"/>
                    <a:pt x="52" y="779"/>
                  </a:cubicBezTo>
                  <a:cubicBezTo>
                    <a:pt x="28" y="810"/>
                    <a:pt x="13" y="858"/>
                    <a:pt x="7" y="928"/>
                  </a:cubicBezTo>
                  <a:cubicBezTo>
                    <a:pt x="0" y="997"/>
                    <a:pt x="1" y="1061"/>
                    <a:pt x="12" y="1122"/>
                  </a:cubicBezTo>
                  <a:cubicBezTo>
                    <a:pt x="22" y="1181"/>
                    <a:pt x="37" y="1229"/>
                    <a:pt x="54" y="1263"/>
                  </a:cubicBezTo>
                  <a:cubicBezTo>
                    <a:pt x="73" y="1297"/>
                    <a:pt x="89" y="1316"/>
                    <a:pt x="102" y="1317"/>
                  </a:cubicBezTo>
                  <a:cubicBezTo>
                    <a:pt x="103" y="1317"/>
                    <a:pt x="103" y="1317"/>
                    <a:pt x="103" y="1317"/>
                  </a:cubicBezTo>
                  <a:cubicBezTo>
                    <a:pt x="115" y="1317"/>
                    <a:pt x="257" y="1279"/>
                    <a:pt x="527" y="1205"/>
                  </a:cubicBezTo>
                  <a:cubicBezTo>
                    <a:pt x="804" y="1128"/>
                    <a:pt x="1051" y="1064"/>
                    <a:pt x="1268" y="1011"/>
                  </a:cubicBezTo>
                  <a:cubicBezTo>
                    <a:pt x="1290" y="1006"/>
                    <a:pt x="1306" y="992"/>
                    <a:pt x="1316" y="974"/>
                  </a:cubicBezTo>
                  <a:cubicBezTo>
                    <a:pt x="1327" y="955"/>
                    <a:pt x="1336" y="915"/>
                    <a:pt x="1342" y="853"/>
                  </a:cubicBezTo>
                  <a:cubicBezTo>
                    <a:pt x="1362" y="653"/>
                    <a:pt x="1352" y="545"/>
                    <a:pt x="1315" y="528"/>
                  </a:cubicBezTo>
                  <a:cubicBezTo>
                    <a:pt x="883" y="329"/>
                    <a:pt x="584" y="189"/>
                    <a:pt x="417" y="107"/>
                  </a:cubicBezTo>
                  <a:cubicBezTo>
                    <a:pt x="364" y="82"/>
                    <a:pt x="316" y="59"/>
                    <a:pt x="270" y="37"/>
                  </a:cubicBezTo>
                  <a:cubicBezTo>
                    <a:pt x="223" y="14"/>
                    <a:pt x="196" y="2"/>
                    <a:pt x="186" y="1"/>
                  </a:cubicBezTo>
                  <a:cubicBezTo>
                    <a:pt x="184" y="1"/>
                    <a:pt x="183" y="1"/>
                    <a:pt x="1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5" name="Google Shape;1945;p53"/>
            <p:cNvSpPr/>
            <p:nvPr/>
          </p:nvSpPr>
          <p:spPr>
            <a:xfrm>
              <a:off x="1771225" y="4689525"/>
              <a:ext cx="30350" cy="30175"/>
            </a:xfrm>
            <a:custGeom>
              <a:avLst/>
              <a:gdLst/>
              <a:ahLst/>
              <a:cxnLst/>
              <a:rect l="l" t="t" r="r" b="b"/>
              <a:pathLst>
                <a:path w="1214" h="1207" extrusionOk="0">
                  <a:moveTo>
                    <a:pt x="616" y="546"/>
                  </a:moveTo>
                  <a:lnTo>
                    <a:pt x="826" y="606"/>
                  </a:lnTo>
                  <a:cubicBezTo>
                    <a:pt x="834" y="611"/>
                    <a:pt x="842" y="617"/>
                    <a:pt x="848" y="628"/>
                  </a:cubicBezTo>
                  <a:cubicBezTo>
                    <a:pt x="853" y="639"/>
                    <a:pt x="853" y="653"/>
                    <a:pt x="849" y="668"/>
                  </a:cubicBezTo>
                  <a:cubicBezTo>
                    <a:pt x="842" y="690"/>
                    <a:pt x="823" y="701"/>
                    <a:pt x="790" y="701"/>
                  </a:cubicBezTo>
                  <a:cubicBezTo>
                    <a:pt x="770" y="701"/>
                    <a:pt x="745" y="697"/>
                    <a:pt x="714" y="688"/>
                  </a:cubicBezTo>
                  <a:cubicBezTo>
                    <a:pt x="680" y="678"/>
                    <a:pt x="654" y="659"/>
                    <a:pt x="633" y="633"/>
                  </a:cubicBezTo>
                  <a:cubicBezTo>
                    <a:pt x="613" y="605"/>
                    <a:pt x="607" y="578"/>
                    <a:pt x="616" y="546"/>
                  </a:cubicBezTo>
                  <a:close/>
                  <a:moveTo>
                    <a:pt x="441" y="1"/>
                  </a:moveTo>
                  <a:cubicBezTo>
                    <a:pt x="425" y="1"/>
                    <a:pt x="409" y="2"/>
                    <a:pt x="395" y="5"/>
                  </a:cubicBezTo>
                  <a:cubicBezTo>
                    <a:pt x="369" y="10"/>
                    <a:pt x="336" y="19"/>
                    <a:pt x="300" y="36"/>
                  </a:cubicBezTo>
                  <a:cubicBezTo>
                    <a:pt x="262" y="52"/>
                    <a:pt x="229" y="74"/>
                    <a:pt x="202" y="104"/>
                  </a:cubicBezTo>
                  <a:cubicBezTo>
                    <a:pt x="172" y="134"/>
                    <a:pt x="145" y="175"/>
                    <a:pt x="117" y="227"/>
                  </a:cubicBezTo>
                  <a:cubicBezTo>
                    <a:pt x="87" y="277"/>
                    <a:pt x="63" y="342"/>
                    <a:pt x="40" y="418"/>
                  </a:cubicBezTo>
                  <a:cubicBezTo>
                    <a:pt x="18" y="495"/>
                    <a:pt x="6" y="576"/>
                    <a:pt x="3" y="663"/>
                  </a:cubicBezTo>
                  <a:cubicBezTo>
                    <a:pt x="1" y="748"/>
                    <a:pt x="6" y="818"/>
                    <a:pt x="18" y="869"/>
                  </a:cubicBezTo>
                  <a:cubicBezTo>
                    <a:pt x="30" y="921"/>
                    <a:pt x="44" y="949"/>
                    <a:pt x="60" y="954"/>
                  </a:cubicBezTo>
                  <a:cubicBezTo>
                    <a:pt x="79" y="959"/>
                    <a:pt x="99" y="962"/>
                    <a:pt x="121" y="962"/>
                  </a:cubicBezTo>
                  <a:cubicBezTo>
                    <a:pt x="154" y="962"/>
                    <a:pt x="191" y="956"/>
                    <a:pt x="231" y="943"/>
                  </a:cubicBezTo>
                  <a:cubicBezTo>
                    <a:pt x="297" y="922"/>
                    <a:pt x="334" y="901"/>
                    <a:pt x="342" y="880"/>
                  </a:cubicBezTo>
                  <a:cubicBezTo>
                    <a:pt x="344" y="870"/>
                    <a:pt x="342" y="849"/>
                    <a:pt x="333" y="818"/>
                  </a:cubicBezTo>
                  <a:cubicBezTo>
                    <a:pt x="326" y="785"/>
                    <a:pt x="321" y="747"/>
                    <a:pt x="316" y="701"/>
                  </a:cubicBezTo>
                  <a:cubicBezTo>
                    <a:pt x="313" y="657"/>
                    <a:pt x="316" y="618"/>
                    <a:pt x="324" y="589"/>
                  </a:cubicBezTo>
                  <a:cubicBezTo>
                    <a:pt x="332" y="560"/>
                    <a:pt x="344" y="539"/>
                    <a:pt x="355" y="527"/>
                  </a:cubicBezTo>
                  <a:cubicBezTo>
                    <a:pt x="376" y="509"/>
                    <a:pt x="400" y="500"/>
                    <a:pt x="428" y="500"/>
                  </a:cubicBezTo>
                  <a:cubicBezTo>
                    <a:pt x="442" y="500"/>
                    <a:pt x="458" y="503"/>
                    <a:pt x="474" y="507"/>
                  </a:cubicBezTo>
                  <a:lnTo>
                    <a:pt x="457" y="567"/>
                  </a:lnTo>
                  <a:cubicBezTo>
                    <a:pt x="431" y="660"/>
                    <a:pt x="416" y="748"/>
                    <a:pt x="413" y="831"/>
                  </a:cubicBezTo>
                  <a:cubicBezTo>
                    <a:pt x="412" y="886"/>
                    <a:pt x="417" y="937"/>
                    <a:pt x="429" y="981"/>
                  </a:cubicBezTo>
                  <a:cubicBezTo>
                    <a:pt x="442" y="1026"/>
                    <a:pt x="464" y="1067"/>
                    <a:pt x="497" y="1106"/>
                  </a:cubicBezTo>
                  <a:cubicBezTo>
                    <a:pt x="532" y="1146"/>
                    <a:pt x="576" y="1173"/>
                    <a:pt x="633" y="1189"/>
                  </a:cubicBezTo>
                  <a:cubicBezTo>
                    <a:pt x="674" y="1201"/>
                    <a:pt x="713" y="1207"/>
                    <a:pt x="749" y="1207"/>
                  </a:cubicBezTo>
                  <a:cubicBezTo>
                    <a:pt x="762" y="1207"/>
                    <a:pt x="776" y="1206"/>
                    <a:pt x="789" y="1204"/>
                  </a:cubicBezTo>
                  <a:cubicBezTo>
                    <a:pt x="834" y="1197"/>
                    <a:pt x="873" y="1184"/>
                    <a:pt x="901" y="1165"/>
                  </a:cubicBezTo>
                  <a:cubicBezTo>
                    <a:pt x="971" y="1120"/>
                    <a:pt x="1021" y="1041"/>
                    <a:pt x="1053" y="932"/>
                  </a:cubicBezTo>
                  <a:cubicBezTo>
                    <a:pt x="1091" y="800"/>
                    <a:pt x="1062" y="702"/>
                    <a:pt x="959" y="642"/>
                  </a:cubicBezTo>
                  <a:lnTo>
                    <a:pt x="963" y="627"/>
                  </a:lnTo>
                  <a:lnTo>
                    <a:pt x="1070" y="643"/>
                  </a:lnTo>
                  <a:cubicBezTo>
                    <a:pt x="1075" y="644"/>
                    <a:pt x="1080" y="644"/>
                    <a:pt x="1084" y="644"/>
                  </a:cubicBezTo>
                  <a:cubicBezTo>
                    <a:pt x="1090" y="644"/>
                    <a:pt x="1094" y="643"/>
                    <a:pt x="1097" y="642"/>
                  </a:cubicBezTo>
                  <a:cubicBezTo>
                    <a:pt x="1104" y="641"/>
                    <a:pt x="1111" y="631"/>
                    <a:pt x="1120" y="613"/>
                  </a:cubicBezTo>
                  <a:cubicBezTo>
                    <a:pt x="1129" y="596"/>
                    <a:pt x="1142" y="557"/>
                    <a:pt x="1160" y="494"/>
                  </a:cubicBezTo>
                  <a:cubicBezTo>
                    <a:pt x="1179" y="431"/>
                    <a:pt x="1194" y="365"/>
                    <a:pt x="1204" y="300"/>
                  </a:cubicBezTo>
                  <a:cubicBezTo>
                    <a:pt x="1214" y="234"/>
                    <a:pt x="1213" y="198"/>
                    <a:pt x="1200" y="195"/>
                  </a:cubicBezTo>
                  <a:lnTo>
                    <a:pt x="661" y="38"/>
                  </a:lnTo>
                  <a:cubicBezTo>
                    <a:pt x="599" y="20"/>
                    <a:pt x="543" y="8"/>
                    <a:pt x="496" y="5"/>
                  </a:cubicBezTo>
                  <a:cubicBezTo>
                    <a:pt x="477" y="2"/>
                    <a:pt x="458" y="1"/>
                    <a:pt x="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6" name="Google Shape;1946;p53"/>
            <p:cNvSpPr/>
            <p:nvPr/>
          </p:nvSpPr>
          <p:spPr>
            <a:xfrm>
              <a:off x="1783000" y="4661700"/>
              <a:ext cx="28850" cy="27900"/>
            </a:xfrm>
            <a:custGeom>
              <a:avLst/>
              <a:gdLst/>
              <a:ahLst/>
              <a:cxnLst/>
              <a:rect l="l" t="t" r="r" b="b"/>
              <a:pathLst>
                <a:path w="1154" h="1116" extrusionOk="0">
                  <a:moveTo>
                    <a:pt x="313" y="0"/>
                  </a:moveTo>
                  <a:cubicBezTo>
                    <a:pt x="283" y="0"/>
                    <a:pt x="254" y="13"/>
                    <a:pt x="225" y="39"/>
                  </a:cubicBezTo>
                  <a:cubicBezTo>
                    <a:pt x="181" y="79"/>
                    <a:pt x="126" y="165"/>
                    <a:pt x="62" y="294"/>
                  </a:cubicBezTo>
                  <a:cubicBezTo>
                    <a:pt x="24" y="371"/>
                    <a:pt x="4" y="456"/>
                    <a:pt x="2" y="550"/>
                  </a:cubicBezTo>
                  <a:cubicBezTo>
                    <a:pt x="0" y="608"/>
                    <a:pt x="8" y="665"/>
                    <a:pt x="24" y="719"/>
                  </a:cubicBezTo>
                  <a:cubicBezTo>
                    <a:pt x="41" y="772"/>
                    <a:pt x="74" y="828"/>
                    <a:pt x="124" y="884"/>
                  </a:cubicBezTo>
                  <a:cubicBezTo>
                    <a:pt x="176" y="941"/>
                    <a:pt x="240" y="989"/>
                    <a:pt x="320" y="1029"/>
                  </a:cubicBezTo>
                  <a:cubicBezTo>
                    <a:pt x="437" y="1087"/>
                    <a:pt x="543" y="1115"/>
                    <a:pt x="639" y="1115"/>
                  </a:cubicBezTo>
                  <a:cubicBezTo>
                    <a:pt x="649" y="1115"/>
                    <a:pt x="659" y="1115"/>
                    <a:pt x="668" y="1114"/>
                  </a:cubicBezTo>
                  <a:cubicBezTo>
                    <a:pt x="712" y="1110"/>
                    <a:pt x="754" y="1100"/>
                    <a:pt x="793" y="1082"/>
                  </a:cubicBezTo>
                  <a:cubicBezTo>
                    <a:pt x="833" y="1063"/>
                    <a:pt x="866" y="1044"/>
                    <a:pt x="891" y="1023"/>
                  </a:cubicBezTo>
                  <a:cubicBezTo>
                    <a:pt x="950" y="973"/>
                    <a:pt x="1007" y="897"/>
                    <a:pt x="1057" y="789"/>
                  </a:cubicBezTo>
                  <a:cubicBezTo>
                    <a:pt x="1110" y="683"/>
                    <a:pt x="1141" y="593"/>
                    <a:pt x="1147" y="519"/>
                  </a:cubicBezTo>
                  <a:cubicBezTo>
                    <a:pt x="1153" y="445"/>
                    <a:pt x="1127" y="394"/>
                    <a:pt x="1067" y="363"/>
                  </a:cubicBezTo>
                  <a:cubicBezTo>
                    <a:pt x="1027" y="344"/>
                    <a:pt x="977" y="332"/>
                    <a:pt x="919" y="326"/>
                  </a:cubicBezTo>
                  <a:cubicBezTo>
                    <a:pt x="907" y="325"/>
                    <a:pt x="896" y="325"/>
                    <a:pt x="886" y="325"/>
                  </a:cubicBezTo>
                  <a:cubicBezTo>
                    <a:pt x="846" y="325"/>
                    <a:pt x="822" y="334"/>
                    <a:pt x="813" y="351"/>
                  </a:cubicBezTo>
                  <a:cubicBezTo>
                    <a:pt x="810" y="357"/>
                    <a:pt x="809" y="388"/>
                    <a:pt x="806" y="449"/>
                  </a:cubicBezTo>
                  <a:cubicBezTo>
                    <a:pt x="804" y="509"/>
                    <a:pt x="794" y="556"/>
                    <a:pt x="779" y="588"/>
                  </a:cubicBezTo>
                  <a:cubicBezTo>
                    <a:pt x="763" y="621"/>
                    <a:pt x="738" y="639"/>
                    <a:pt x="703" y="641"/>
                  </a:cubicBezTo>
                  <a:cubicBezTo>
                    <a:pt x="700" y="641"/>
                    <a:pt x="698" y="641"/>
                    <a:pt x="695" y="641"/>
                  </a:cubicBezTo>
                  <a:cubicBezTo>
                    <a:pt x="660" y="641"/>
                    <a:pt x="608" y="623"/>
                    <a:pt x="538" y="588"/>
                  </a:cubicBezTo>
                  <a:cubicBezTo>
                    <a:pt x="463" y="552"/>
                    <a:pt x="416" y="518"/>
                    <a:pt x="399" y="487"/>
                  </a:cubicBezTo>
                  <a:cubicBezTo>
                    <a:pt x="380" y="457"/>
                    <a:pt x="380" y="425"/>
                    <a:pt x="396" y="393"/>
                  </a:cubicBezTo>
                  <a:cubicBezTo>
                    <a:pt x="414" y="360"/>
                    <a:pt x="442" y="325"/>
                    <a:pt x="483" y="290"/>
                  </a:cubicBezTo>
                  <a:cubicBezTo>
                    <a:pt x="524" y="255"/>
                    <a:pt x="547" y="232"/>
                    <a:pt x="551" y="223"/>
                  </a:cubicBezTo>
                  <a:cubicBezTo>
                    <a:pt x="564" y="195"/>
                    <a:pt x="549" y="158"/>
                    <a:pt x="504" y="115"/>
                  </a:cubicBezTo>
                  <a:cubicBezTo>
                    <a:pt x="460" y="72"/>
                    <a:pt x="411" y="37"/>
                    <a:pt x="365" y="14"/>
                  </a:cubicBezTo>
                  <a:cubicBezTo>
                    <a:pt x="348" y="5"/>
                    <a:pt x="330" y="0"/>
                    <a:pt x="3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7" name="Google Shape;1947;p53"/>
            <p:cNvSpPr/>
            <p:nvPr/>
          </p:nvSpPr>
          <p:spPr>
            <a:xfrm>
              <a:off x="1795750" y="4636750"/>
              <a:ext cx="34050" cy="31875"/>
            </a:xfrm>
            <a:custGeom>
              <a:avLst/>
              <a:gdLst/>
              <a:ahLst/>
              <a:cxnLst/>
              <a:rect l="l" t="t" r="r" b="b"/>
              <a:pathLst>
                <a:path w="1362" h="1275" extrusionOk="0">
                  <a:moveTo>
                    <a:pt x="679" y="590"/>
                  </a:moveTo>
                  <a:lnTo>
                    <a:pt x="855" y="718"/>
                  </a:lnTo>
                  <a:cubicBezTo>
                    <a:pt x="862" y="724"/>
                    <a:pt x="866" y="733"/>
                    <a:pt x="868" y="745"/>
                  </a:cubicBezTo>
                  <a:cubicBezTo>
                    <a:pt x="870" y="758"/>
                    <a:pt x="865" y="770"/>
                    <a:pt x="856" y="783"/>
                  </a:cubicBezTo>
                  <a:cubicBezTo>
                    <a:pt x="848" y="794"/>
                    <a:pt x="836" y="800"/>
                    <a:pt x="821" y="800"/>
                  </a:cubicBezTo>
                  <a:cubicBezTo>
                    <a:pt x="797" y="800"/>
                    <a:pt x="764" y="785"/>
                    <a:pt x="724" y="755"/>
                  </a:cubicBezTo>
                  <a:cubicBezTo>
                    <a:pt x="695" y="735"/>
                    <a:pt x="677" y="708"/>
                    <a:pt x="666" y="676"/>
                  </a:cubicBezTo>
                  <a:cubicBezTo>
                    <a:pt x="656" y="645"/>
                    <a:pt x="661" y="616"/>
                    <a:pt x="679" y="590"/>
                  </a:cubicBezTo>
                  <a:close/>
                  <a:moveTo>
                    <a:pt x="604" y="0"/>
                  </a:moveTo>
                  <a:cubicBezTo>
                    <a:pt x="590" y="0"/>
                    <a:pt x="575" y="1"/>
                    <a:pt x="560" y="2"/>
                  </a:cubicBezTo>
                  <a:cubicBezTo>
                    <a:pt x="519" y="3"/>
                    <a:pt x="481" y="14"/>
                    <a:pt x="444" y="31"/>
                  </a:cubicBezTo>
                  <a:cubicBezTo>
                    <a:pt x="407" y="50"/>
                    <a:pt x="366" y="79"/>
                    <a:pt x="321" y="118"/>
                  </a:cubicBezTo>
                  <a:cubicBezTo>
                    <a:pt x="277" y="156"/>
                    <a:pt x="231" y="207"/>
                    <a:pt x="183" y="271"/>
                  </a:cubicBezTo>
                  <a:cubicBezTo>
                    <a:pt x="136" y="335"/>
                    <a:pt x="95" y="408"/>
                    <a:pt x="63" y="488"/>
                  </a:cubicBezTo>
                  <a:cubicBezTo>
                    <a:pt x="31" y="569"/>
                    <a:pt x="13" y="634"/>
                    <a:pt x="6" y="687"/>
                  </a:cubicBezTo>
                  <a:cubicBezTo>
                    <a:pt x="0" y="739"/>
                    <a:pt x="3" y="771"/>
                    <a:pt x="16" y="780"/>
                  </a:cubicBezTo>
                  <a:cubicBezTo>
                    <a:pt x="56" y="808"/>
                    <a:pt x="111" y="825"/>
                    <a:pt x="181" y="829"/>
                  </a:cubicBezTo>
                  <a:cubicBezTo>
                    <a:pt x="195" y="830"/>
                    <a:pt x="207" y="830"/>
                    <a:pt x="219" y="830"/>
                  </a:cubicBezTo>
                  <a:cubicBezTo>
                    <a:pt x="266" y="830"/>
                    <a:pt x="295" y="823"/>
                    <a:pt x="305" y="808"/>
                  </a:cubicBezTo>
                  <a:cubicBezTo>
                    <a:pt x="313" y="800"/>
                    <a:pt x="316" y="779"/>
                    <a:pt x="320" y="746"/>
                  </a:cubicBezTo>
                  <a:cubicBezTo>
                    <a:pt x="324" y="713"/>
                    <a:pt x="332" y="674"/>
                    <a:pt x="344" y="630"/>
                  </a:cubicBezTo>
                  <a:cubicBezTo>
                    <a:pt x="357" y="587"/>
                    <a:pt x="372" y="553"/>
                    <a:pt x="390" y="528"/>
                  </a:cubicBezTo>
                  <a:cubicBezTo>
                    <a:pt x="409" y="503"/>
                    <a:pt x="425" y="487"/>
                    <a:pt x="441" y="481"/>
                  </a:cubicBezTo>
                  <a:cubicBezTo>
                    <a:pt x="454" y="475"/>
                    <a:pt x="467" y="473"/>
                    <a:pt x="481" y="473"/>
                  </a:cubicBezTo>
                  <a:cubicBezTo>
                    <a:pt x="506" y="473"/>
                    <a:pt x="533" y="483"/>
                    <a:pt x="560" y="503"/>
                  </a:cubicBezTo>
                  <a:lnTo>
                    <a:pt x="523" y="553"/>
                  </a:lnTo>
                  <a:cubicBezTo>
                    <a:pt x="465" y="630"/>
                    <a:pt x="420" y="708"/>
                    <a:pt x="390" y="786"/>
                  </a:cubicBezTo>
                  <a:cubicBezTo>
                    <a:pt x="371" y="838"/>
                    <a:pt x="357" y="887"/>
                    <a:pt x="353" y="933"/>
                  </a:cubicBezTo>
                  <a:cubicBezTo>
                    <a:pt x="350" y="980"/>
                    <a:pt x="356" y="1027"/>
                    <a:pt x="374" y="1075"/>
                  </a:cubicBezTo>
                  <a:cubicBezTo>
                    <a:pt x="393" y="1122"/>
                    <a:pt x="425" y="1164"/>
                    <a:pt x="473" y="1198"/>
                  </a:cubicBezTo>
                  <a:cubicBezTo>
                    <a:pt x="519" y="1233"/>
                    <a:pt x="566" y="1255"/>
                    <a:pt x="613" y="1265"/>
                  </a:cubicBezTo>
                  <a:cubicBezTo>
                    <a:pt x="639" y="1272"/>
                    <a:pt x="663" y="1274"/>
                    <a:pt x="686" y="1274"/>
                  </a:cubicBezTo>
                  <a:cubicBezTo>
                    <a:pt x="702" y="1274"/>
                    <a:pt x="718" y="1273"/>
                    <a:pt x="732" y="1270"/>
                  </a:cubicBezTo>
                  <a:cubicBezTo>
                    <a:pt x="814" y="1249"/>
                    <a:pt x="887" y="1193"/>
                    <a:pt x="955" y="1102"/>
                  </a:cubicBezTo>
                  <a:cubicBezTo>
                    <a:pt x="1037" y="991"/>
                    <a:pt x="1042" y="890"/>
                    <a:pt x="969" y="797"/>
                  </a:cubicBezTo>
                  <a:lnTo>
                    <a:pt x="979" y="786"/>
                  </a:lnTo>
                  <a:lnTo>
                    <a:pt x="1073" y="836"/>
                  </a:lnTo>
                  <a:cubicBezTo>
                    <a:pt x="1086" y="841"/>
                    <a:pt x="1093" y="845"/>
                    <a:pt x="1100" y="845"/>
                  </a:cubicBezTo>
                  <a:cubicBezTo>
                    <a:pt x="1107" y="845"/>
                    <a:pt x="1118" y="838"/>
                    <a:pt x="1131" y="825"/>
                  </a:cubicBezTo>
                  <a:cubicBezTo>
                    <a:pt x="1145" y="812"/>
                    <a:pt x="1172" y="779"/>
                    <a:pt x="1210" y="727"/>
                  </a:cubicBezTo>
                  <a:cubicBezTo>
                    <a:pt x="1250" y="674"/>
                    <a:pt x="1286" y="618"/>
                    <a:pt x="1319" y="561"/>
                  </a:cubicBezTo>
                  <a:cubicBezTo>
                    <a:pt x="1351" y="502"/>
                    <a:pt x="1362" y="468"/>
                    <a:pt x="1351" y="461"/>
                  </a:cubicBezTo>
                  <a:lnTo>
                    <a:pt x="900" y="128"/>
                  </a:lnTo>
                  <a:cubicBezTo>
                    <a:pt x="846" y="88"/>
                    <a:pt x="798" y="59"/>
                    <a:pt x="756" y="39"/>
                  </a:cubicBezTo>
                  <a:cubicBezTo>
                    <a:pt x="720" y="20"/>
                    <a:pt x="688" y="8"/>
                    <a:pt x="661" y="4"/>
                  </a:cubicBezTo>
                  <a:cubicBezTo>
                    <a:pt x="644" y="1"/>
                    <a:pt x="625" y="0"/>
                    <a:pt x="6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8" name="Google Shape;1948;p53"/>
            <p:cNvSpPr/>
            <p:nvPr/>
          </p:nvSpPr>
          <p:spPr>
            <a:xfrm>
              <a:off x="1810350" y="4612350"/>
              <a:ext cx="34550" cy="30125"/>
            </a:xfrm>
            <a:custGeom>
              <a:avLst/>
              <a:gdLst/>
              <a:ahLst/>
              <a:cxnLst/>
              <a:rect l="l" t="t" r="r" b="b"/>
              <a:pathLst>
                <a:path w="1382" h="1205" extrusionOk="0">
                  <a:moveTo>
                    <a:pt x="309" y="1"/>
                  </a:moveTo>
                  <a:cubicBezTo>
                    <a:pt x="273" y="1"/>
                    <a:pt x="229" y="27"/>
                    <a:pt x="175" y="79"/>
                  </a:cubicBezTo>
                  <a:cubicBezTo>
                    <a:pt x="124" y="130"/>
                    <a:pt x="79" y="189"/>
                    <a:pt x="42" y="258"/>
                  </a:cubicBezTo>
                  <a:cubicBezTo>
                    <a:pt x="5" y="327"/>
                    <a:pt x="0" y="375"/>
                    <a:pt x="27" y="404"/>
                  </a:cubicBezTo>
                  <a:lnTo>
                    <a:pt x="183" y="564"/>
                  </a:lnTo>
                  <a:lnTo>
                    <a:pt x="141" y="607"/>
                  </a:lnTo>
                  <a:cubicBezTo>
                    <a:pt x="123" y="624"/>
                    <a:pt x="121" y="652"/>
                    <a:pt x="137" y="690"/>
                  </a:cubicBezTo>
                  <a:cubicBezTo>
                    <a:pt x="153" y="728"/>
                    <a:pt x="178" y="764"/>
                    <a:pt x="213" y="800"/>
                  </a:cubicBezTo>
                  <a:cubicBezTo>
                    <a:pt x="246" y="836"/>
                    <a:pt x="277" y="861"/>
                    <a:pt x="304" y="874"/>
                  </a:cubicBezTo>
                  <a:cubicBezTo>
                    <a:pt x="320" y="882"/>
                    <a:pt x="333" y="886"/>
                    <a:pt x="343" y="886"/>
                  </a:cubicBezTo>
                  <a:cubicBezTo>
                    <a:pt x="350" y="886"/>
                    <a:pt x="356" y="884"/>
                    <a:pt x="360" y="880"/>
                  </a:cubicBezTo>
                  <a:lnTo>
                    <a:pt x="426" y="816"/>
                  </a:lnTo>
                  <a:lnTo>
                    <a:pt x="629" y="1024"/>
                  </a:lnTo>
                  <a:cubicBezTo>
                    <a:pt x="746" y="1145"/>
                    <a:pt x="852" y="1205"/>
                    <a:pt x="950" y="1205"/>
                  </a:cubicBezTo>
                  <a:cubicBezTo>
                    <a:pt x="964" y="1205"/>
                    <a:pt x="978" y="1204"/>
                    <a:pt x="991" y="1201"/>
                  </a:cubicBezTo>
                  <a:cubicBezTo>
                    <a:pt x="1046" y="1190"/>
                    <a:pt x="1096" y="1172"/>
                    <a:pt x="1141" y="1142"/>
                  </a:cubicBezTo>
                  <a:cubicBezTo>
                    <a:pt x="1186" y="1114"/>
                    <a:pt x="1236" y="1072"/>
                    <a:pt x="1293" y="1016"/>
                  </a:cubicBezTo>
                  <a:cubicBezTo>
                    <a:pt x="1350" y="961"/>
                    <a:pt x="1378" y="917"/>
                    <a:pt x="1381" y="887"/>
                  </a:cubicBezTo>
                  <a:cubicBezTo>
                    <a:pt x="1382" y="857"/>
                    <a:pt x="1352" y="812"/>
                    <a:pt x="1294" y="751"/>
                  </a:cubicBezTo>
                  <a:cubicBezTo>
                    <a:pt x="1266" y="720"/>
                    <a:pt x="1242" y="699"/>
                    <a:pt x="1224" y="688"/>
                  </a:cubicBezTo>
                  <a:cubicBezTo>
                    <a:pt x="1216" y="682"/>
                    <a:pt x="1208" y="679"/>
                    <a:pt x="1200" y="679"/>
                  </a:cubicBezTo>
                  <a:cubicBezTo>
                    <a:pt x="1190" y="679"/>
                    <a:pt x="1181" y="684"/>
                    <a:pt x="1172" y="693"/>
                  </a:cubicBezTo>
                  <a:cubicBezTo>
                    <a:pt x="1157" y="706"/>
                    <a:pt x="1134" y="720"/>
                    <a:pt x="1104" y="730"/>
                  </a:cubicBezTo>
                  <a:cubicBezTo>
                    <a:pt x="1095" y="733"/>
                    <a:pt x="1087" y="734"/>
                    <a:pt x="1079" y="734"/>
                  </a:cubicBezTo>
                  <a:cubicBezTo>
                    <a:pt x="1058" y="734"/>
                    <a:pt x="1040" y="725"/>
                    <a:pt x="1024" y="709"/>
                  </a:cubicBezTo>
                  <a:lnTo>
                    <a:pt x="785" y="463"/>
                  </a:lnTo>
                  <a:lnTo>
                    <a:pt x="864" y="388"/>
                  </a:lnTo>
                  <a:cubicBezTo>
                    <a:pt x="880" y="372"/>
                    <a:pt x="880" y="346"/>
                    <a:pt x="863" y="307"/>
                  </a:cubicBezTo>
                  <a:cubicBezTo>
                    <a:pt x="846" y="269"/>
                    <a:pt x="816" y="228"/>
                    <a:pt x="773" y="185"/>
                  </a:cubicBezTo>
                  <a:cubicBezTo>
                    <a:pt x="726" y="136"/>
                    <a:pt x="689" y="111"/>
                    <a:pt x="664" y="111"/>
                  </a:cubicBezTo>
                  <a:cubicBezTo>
                    <a:pt x="655" y="111"/>
                    <a:pt x="648" y="114"/>
                    <a:pt x="642" y="119"/>
                  </a:cubicBezTo>
                  <a:lnTo>
                    <a:pt x="543" y="215"/>
                  </a:lnTo>
                  <a:lnTo>
                    <a:pt x="356" y="22"/>
                  </a:lnTo>
                  <a:cubicBezTo>
                    <a:pt x="342" y="8"/>
                    <a:pt x="327" y="1"/>
                    <a:pt x="3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9" name="Google Shape;1949;p53"/>
            <p:cNvSpPr/>
            <p:nvPr/>
          </p:nvSpPr>
          <p:spPr>
            <a:xfrm>
              <a:off x="1826475" y="4597800"/>
              <a:ext cx="30900" cy="34350"/>
            </a:xfrm>
            <a:custGeom>
              <a:avLst/>
              <a:gdLst/>
              <a:ahLst/>
              <a:cxnLst/>
              <a:rect l="l" t="t" r="r" b="b"/>
              <a:pathLst>
                <a:path w="1236" h="1374" extrusionOk="0">
                  <a:moveTo>
                    <a:pt x="371" y="1"/>
                  </a:moveTo>
                  <a:cubicBezTo>
                    <a:pt x="363" y="1"/>
                    <a:pt x="355" y="1"/>
                    <a:pt x="347" y="3"/>
                  </a:cubicBezTo>
                  <a:cubicBezTo>
                    <a:pt x="296" y="12"/>
                    <a:pt x="238" y="41"/>
                    <a:pt x="173" y="91"/>
                  </a:cubicBezTo>
                  <a:cubicBezTo>
                    <a:pt x="36" y="194"/>
                    <a:pt x="0" y="292"/>
                    <a:pt x="67" y="381"/>
                  </a:cubicBezTo>
                  <a:cubicBezTo>
                    <a:pt x="99" y="421"/>
                    <a:pt x="137" y="441"/>
                    <a:pt x="182" y="441"/>
                  </a:cubicBezTo>
                  <a:cubicBezTo>
                    <a:pt x="236" y="441"/>
                    <a:pt x="300" y="412"/>
                    <a:pt x="376" y="355"/>
                  </a:cubicBezTo>
                  <a:cubicBezTo>
                    <a:pt x="516" y="250"/>
                    <a:pt x="549" y="154"/>
                    <a:pt x="483" y="65"/>
                  </a:cubicBezTo>
                  <a:cubicBezTo>
                    <a:pt x="450" y="22"/>
                    <a:pt x="413" y="1"/>
                    <a:pt x="371" y="1"/>
                  </a:cubicBezTo>
                  <a:close/>
                  <a:moveTo>
                    <a:pt x="614" y="298"/>
                  </a:moveTo>
                  <a:cubicBezTo>
                    <a:pt x="580" y="298"/>
                    <a:pt x="536" y="318"/>
                    <a:pt x="483" y="358"/>
                  </a:cubicBezTo>
                  <a:cubicBezTo>
                    <a:pt x="416" y="409"/>
                    <a:pt x="363" y="467"/>
                    <a:pt x="323" y="530"/>
                  </a:cubicBezTo>
                  <a:cubicBezTo>
                    <a:pt x="284" y="593"/>
                    <a:pt x="273" y="635"/>
                    <a:pt x="289" y="657"/>
                  </a:cubicBezTo>
                  <a:lnTo>
                    <a:pt x="825" y="1361"/>
                  </a:lnTo>
                  <a:cubicBezTo>
                    <a:pt x="832" y="1369"/>
                    <a:pt x="840" y="1373"/>
                    <a:pt x="851" y="1373"/>
                  </a:cubicBezTo>
                  <a:cubicBezTo>
                    <a:pt x="857" y="1373"/>
                    <a:pt x="864" y="1372"/>
                    <a:pt x="872" y="1368"/>
                  </a:cubicBezTo>
                  <a:cubicBezTo>
                    <a:pt x="894" y="1361"/>
                    <a:pt x="935" y="1335"/>
                    <a:pt x="994" y="1288"/>
                  </a:cubicBezTo>
                  <a:cubicBezTo>
                    <a:pt x="1053" y="1244"/>
                    <a:pt x="1110" y="1197"/>
                    <a:pt x="1162" y="1146"/>
                  </a:cubicBezTo>
                  <a:cubicBezTo>
                    <a:pt x="1214" y="1097"/>
                    <a:pt x="1235" y="1067"/>
                    <a:pt x="1227" y="1056"/>
                  </a:cubicBezTo>
                  <a:lnTo>
                    <a:pt x="670" y="326"/>
                  </a:lnTo>
                  <a:cubicBezTo>
                    <a:pt x="656" y="308"/>
                    <a:pt x="638" y="298"/>
                    <a:pt x="614" y="29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0" name="Google Shape;1950;p53"/>
            <p:cNvSpPr/>
            <p:nvPr/>
          </p:nvSpPr>
          <p:spPr>
            <a:xfrm>
              <a:off x="1849625" y="4589275"/>
              <a:ext cx="31575" cy="30325"/>
            </a:xfrm>
            <a:custGeom>
              <a:avLst/>
              <a:gdLst/>
              <a:ahLst/>
              <a:cxnLst/>
              <a:rect l="l" t="t" r="r" b="b"/>
              <a:pathLst>
                <a:path w="1263" h="1213" extrusionOk="0">
                  <a:moveTo>
                    <a:pt x="523" y="354"/>
                  </a:moveTo>
                  <a:cubicBezTo>
                    <a:pt x="532" y="354"/>
                    <a:pt x="540" y="357"/>
                    <a:pt x="549" y="362"/>
                  </a:cubicBezTo>
                  <a:cubicBezTo>
                    <a:pt x="562" y="368"/>
                    <a:pt x="574" y="379"/>
                    <a:pt x="588" y="394"/>
                  </a:cubicBezTo>
                  <a:cubicBezTo>
                    <a:pt x="601" y="409"/>
                    <a:pt x="618" y="433"/>
                    <a:pt x="637" y="464"/>
                  </a:cubicBezTo>
                  <a:cubicBezTo>
                    <a:pt x="657" y="495"/>
                    <a:pt x="684" y="540"/>
                    <a:pt x="716" y="598"/>
                  </a:cubicBezTo>
                  <a:cubicBezTo>
                    <a:pt x="748" y="657"/>
                    <a:pt x="772" y="709"/>
                    <a:pt x="786" y="753"/>
                  </a:cubicBezTo>
                  <a:cubicBezTo>
                    <a:pt x="801" y="796"/>
                    <a:pt x="806" y="824"/>
                    <a:pt x="802" y="835"/>
                  </a:cubicBezTo>
                  <a:cubicBezTo>
                    <a:pt x="798" y="848"/>
                    <a:pt x="789" y="856"/>
                    <a:pt x="775" y="865"/>
                  </a:cubicBezTo>
                  <a:cubicBezTo>
                    <a:pt x="766" y="870"/>
                    <a:pt x="756" y="872"/>
                    <a:pt x="747" y="872"/>
                  </a:cubicBezTo>
                  <a:cubicBezTo>
                    <a:pt x="744" y="872"/>
                    <a:pt x="740" y="872"/>
                    <a:pt x="736" y="871"/>
                  </a:cubicBezTo>
                  <a:cubicBezTo>
                    <a:pt x="725" y="867"/>
                    <a:pt x="704" y="849"/>
                    <a:pt x="674" y="813"/>
                  </a:cubicBezTo>
                  <a:cubicBezTo>
                    <a:pt x="646" y="779"/>
                    <a:pt x="611" y="725"/>
                    <a:pt x="572" y="650"/>
                  </a:cubicBezTo>
                  <a:cubicBezTo>
                    <a:pt x="531" y="577"/>
                    <a:pt x="505" y="519"/>
                    <a:pt x="490" y="475"/>
                  </a:cubicBezTo>
                  <a:cubicBezTo>
                    <a:pt x="478" y="430"/>
                    <a:pt x="472" y="403"/>
                    <a:pt x="475" y="389"/>
                  </a:cubicBezTo>
                  <a:cubicBezTo>
                    <a:pt x="480" y="376"/>
                    <a:pt x="489" y="367"/>
                    <a:pt x="502" y="360"/>
                  </a:cubicBezTo>
                  <a:cubicBezTo>
                    <a:pt x="509" y="356"/>
                    <a:pt x="516" y="354"/>
                    <a:pt x="523" y="354"/>
                  </a:cubicBezTo>
                  <a:close/>
                  <a:moveTo>
                    <a:pt x="745" y="1"/>
                  </a:moveTo>
                  <a:cubicBezTo>
                    <a:pt x="731" y="1"/>
                    <a:pt x="716" y="1"/>
                    <a:pt x="702" y="3"/>
                  </a:cubicBezTo>
                  <a:cubicBezTo>
                    <a:pt x="644" y="9"/>
                    <a:pt x="590" y="23"/>
                    <a:pt x="542" y="41"/>
                  </a:cubicBezTo>
                  <a:cubicBezTo>
                    <a:pt x="493" y="61"/>
                    <a:pt x="437" y="87"/>
                    <a:pt x="372" y="123"/>
                  </a:cubicBezTo>
                  <a:cubicBezTo>
                    <a:pt x="222" y="204"/>
                    <a:pt x="118" y="307"/>
                    <a:pt x="62" y="428"/>
                  </a:cubicBezTo>
                  <a:cubicBezTo>
                    <a:pt x="1" y="560"/>
                    <a:pt x="20" y="711"/>
                    <a:pt x="115" y="886"/>
                  </a:cubicBezTo>
                  <a:cubicBezTo>
                    <a:pt x="221" y="1081"/>
                    <a:pt x="344" y="1190"/>
                    <a:pt x="483" y="1207"/>
                  </a:cubicBezTo>
                  <a:cubicBezTo>
                    <a:pt x="507" y="1210"/>
                    <a:pt x="531" y="1212"/>
                    <a:pt x="555" y="1212"/>
                  </a:cubicBezTo>
                  <a:cubicBezTo>
                    <a:pt x="598" y="1212"/>
                    <a:pt x="641" y="1206"/>
                    <a:pt x="684" y="1195"/>
                  </a:cubicBezTo>
                  <a:cubicBezTo>
                    <a:pt x="751" y="1177"/>
                    <a:pt x="825" y="1146"/>
                    <a:pt x="906" y="1101"/>
                  </a:cubicBezTo>
                  <a:cubicBezTo>
                    <a:pt x="1064" y="1014"/>
                    <a:pt x="1167" y="904"/>
                    <a:pt x="1214" y="767"/>
                  </a:cubicBezTo>
                  <a:cubicBezTo>
                    <a:pt x="1262" y="633"/>
                    <a:pt x="1241" y="483"/>
                    <a:pt x="1151" y="318"/>
                  </a:cubicBezTo>
                  <a:cubicBezTo>
                    <a:pt x="1106" y="236"/>
                    <a:pt x="1058" y="170"/>
                    <a:pt x="1007" y="122"/>
                  </a:cubicBezTo>
                  <a:cubicBezTo>
                    <a:pt x="956" y="71"/>
                    <a:pt x="907" y="39"/>
                    <a:pt x="859" y="20"/>
                  </a:cubicBezTo>
                  <a:cubicBezTo>
                    <a:pt x="824" y="7"/>
                    <a:pt x="786" y="1"/>
                    <a:pt x="7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1" name="Google Shape;1951;p53"/>
            <p:cNvSpPr/>
            <p:nvPr/>
          </p:nvSpPr>
          <p:spPr>
            <a:xfrm>
              <a:off x="1878925" y="4576200"/>
              <a:ext cx="33875" cy="32200"/>
            </a:xfrm>
            <a:custGeom>
              <a:avLst/>
              <a:gdLst/>
              <a:ahLst/>
              <a:cxnLst/>
              <a:rect l="l" t="t" r="r" b="b"/>
              <a:pathLst>
                <a:path w="1355" h="1288" extrusionOk="0">
                  <a:moveTo>
                    <a:pt x="861" y="1"/>
                  </a:moveTo>
                  <a:cubicBezTo>
                    <a:pt x="823" y="1"/>
                    <a:pt x="781" y="8"/>
                    <a:pt x="734" y="22"/>
                  </a:cubicBezTo>
                  <a:cubicBezTo>
                    <a:pt x="692" y="36"/>
                    <a:pt x="656" y="53"/>
                    <a:pt x="625" y="74"/>
                  </a:cubicBezTo>
                  <a:cubicBezTo>
                    <a:pt x="549" y="127"/>
                    <a:pt x="506" y="195"/>
                    <a:pt x="492" y="274"/>
                  </a:cubicBezTo>
                  <a:lnTo>
                    <a:pt x="481" y="278"/>
                  </a:lnTo>
                  <a:lnTo>
                    <a:pt x="440" y="204"/>
                  </a:lnTo>
                  <a:cubicBezTo>
                    <a:pt x="425" y="178"/>
                    <a:pt x="400" y="164"/>
                    <a:pt x="364" y="164"/>
                  </a:cubicBezTo>
                  <a:cubicBezTo>
                    <a:pt x="344" y="164"/>
                    <a:pt x="319" y="169"/>
                    <a:pt x="291" y="178"/>
                  </a:cubicBezTo>
                  <a:cubicBezTo>
                    <a:pt x="217" y="201"/>
                    <a:pt x="148" y="237"/>
                    <a:pt x="87" y="283"/>
                  </a:cubicBezTo>
                  <a:cubicBezTo>
                    <a:pt x="27" y="328"/>
                    <a:pt x="1" y="364"/>
                    <a:pt x="8" y="389"/>
                  </a:cubicBezTo>
                  <a:lnTo>
                    <a:pt x="282" y="1265"/>
                  </a:lnTo>
                  <a:cubicBezTo>
                    <a:pt x="287" y="1279"/>
                    <a:pt x="301" y="1288"/>
                    <a:pt x="324" y="1288"/>
                  </a:cubicBezTo>
                  <a:cubicBezTo>
                    <a:pt x="346" y="1288"/>
                    <a:pt x="396" y="1276"/>
                    <a:pt x="466" y="1253"/>
                  </a:cubicBezTo>
                  <a:cubicBezTo>
                    <a:pt x="538" y="1231"/>
                    <a:pt x="606" y="1206"/>
                    <a:pt x="670" y="1177"/>
                  </a:cubicBezTo>
                  <a:cubicBezTo>
                    <a:pt x="734" y="1148"/>
                    <a:pt x="765" y="1127"/>
                    <a:pt x="761" y="1114"/>
                  </a:cubicBezTo>
                  <a:lnTo>
                    <a:pt x="541" y="414"/>
                  </a:lnTo>
                  <a:cubicBezTo>
                    <a:pt x="530" y="383"/>
                    <a:pt x="543" y="362"/>
                    <a:pt x="575" y="351"/>
                  </a:cubicBezTo>
                  <a:cubicBezTo>
                    <a:pt x="581" y="350"/>
                    <a:pt x="586" y="349"/>
                    <a:pt x="590" y="349"/>
                  </a:cubicBezTo>
                  <a:cubicBezTo>
                    <a:pt x="605" y="349"/>
                    <a:pt x="618" y="356"/>
                    <a:pt x="630" y="371"/>
                  </a:cubicBezTo>
                  <a:cubicBezTo>
                    <a:pt x="637" y="383"/>
                    <a:pt x="646" y="396"/>
                    <a:pt x="655" y="411"/>
                  </a:cubicBezTo>
                  <a:cubicBezTo>
                    <a:pt x="665" y="426"/>
                    <a:pt x="677" y="461"/>
                    <a:pt x="695" y="514"/>
                  </a:cubicBezTo>
                  <a:lnTo>
                    <a:pt x="871" y="1079"/>
                  </a:lnTo>
                  <a:cubicBezTo>
                    <a:pt x="875" y="1095"/>
                    <a:pt x="890" y="1104"/>
                    <a:pt x="912" y="1104"/>
                  </a:cubicBezTo>
                  <a:cubicBezTo>
                    <a:pt x="913" y="1104"/>
                    <a:pt x="914" y="1104"/>
                    <a:pt x="915" y="1104"/>
                  </a:cubicBezTo>
                  <a:cubicBezTo>
                    <a:pt x="940" y="1104"/>
                    <a:pt x="985" y="1092"/>
                    <a:pt x="1054" y="1071"/>
                  </a:cubicBezTo>
                  <a:cubicBezTo>
                    <a:pt x="1127" y="1047"/>
                    <a:pt x="1195" y="1022"/>
                    <a:pt x="1259" y="993"/>
                  </a:cubicBezTo>
                  <a:cubicBezTo>
                    <a:pt x="1324" y="964"/>
                    <a:pt x="1355" y="943"/>
                    <a:pt x="1351" y="930"/>
                  </a:cubicBezTo>
                  <a:lnTo>
                    <a:pt x="1180" y="383"/>
                  </a:lnTo>
                  <a:cubicBezTo>
                    <a:pt x="1131" y="222"/>
                    <a:pt x="1073" y="111"/>
                    <a:pt x="1011" y="54"/>
                  </a:cubicBezTo>
                  <a:cubicBezTo>
                    <a:pt x="971" y="18"/>
                    <a:pt x="921" y="1"/>
                    <a:pt x="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2" name="Google Shape;1952;p53"/>
            <p:cNvSpPr/>
            <p:nvPr/>
          </p:nvSpPr>
          <p:spPr>
            <a:xfrm>
              <a:off x="1913375" y="4570950"/>
              <a:ext cx="26700" cy="28675"/>
            </a:xfrm>
            <a:custGeom>
              <a:avLst/>
              <a:gdLst/>
              <a:ahLst/>
              <a:cxnLst/>
              <a:rect l="l" t="t" r="r" b="b"/>
              <a:pathLst>
                <a:path w="1068" h="1147" extrusionOk="0">
                  <a:moveTo>
                    <a:pt x="703" y="0"/>
                  </a:moveTo>
                  <a:cubicBezTo>
                    <a:pt x="692" y="0"/>
                    <a:pt x="679" y="0"/>
                    <a:pt x="666" y="1"/>
                  </a:cubicBezTo>
                  <a:cubicBezTo>
                    <a:pt x="608" y="3"/>
                    <a:pt x="538" y="8"/>
                    <a:pt x="453" y="18"/>
                  </a:cubicBezTo>
                  <a:cubicBezTo>
                    <a:pt x="366" y="29"/>
                    <a:pt x="292" y="48"/>
                    <a:pt x="226" y="77"/>
                  </a:cubicBezTo>
                  <a:cubicBezTo>
                    <a:pt x="160" y="106"/>
                    <a:pt x="112" y="135"/>
                    <a:pt x="82" y="166"/>
                  </a:cubicBezTo>
                  <a:cubicBezTo>
                    <a:pt x="53" y="194"/>
                    <a:pt x="32" y="231"/>
                    <a:pt x="18" y="274"/>
                  </a:cubicBezTo>
                  <a:cubicBezTo>
                    <a:pt x="6" y="318"/>
                    <a:pt x="0" y="351"/>
                    <a:pt x="0" y="374"/>
                  </a:cubicBezTo>
                  <a:cubicBezTo>
                    <a:pt x="1" y="398"/>
                    <a:pt x="3" y="432"/>
                    <a:pt x="9" y="478"/>
                  </a:cubicBezTo>
                  <a:cubicBezTo>
                    <a:pt x="14" y="525"/>
                    <a:pt x="33" y="567"/>
                    <a:pt x="61" y="603"/>
                  </a:cubicBezTo>
                  <a:cubicBezTo>
                    <a:pt x="91" y="640"/>
                    <a:pt x="124" y="666"/>
                    <a:pt x="164" y="678"/>
                  </a:cubicBezTo>
                  <a:cubicBezTo>
                    <a:pt x="203" y="692"/>
                    <a:pt x="245" y="700"/>
                    <a:pt x="289" y="708"/>
                  </a:cubicBezTo>
                  <a:cubicBezTo>
                    <a:pt x="326" y="713"/>
                    <a:pt x="361" y="715"/>
                    <a:pt x="393" y="715"/>
                  </a:cubicBezTo>
                  <a:cubicBezTo>
                    <a:pt x="399" y="715"/>
                    <a:pt x="406" y="715"/>
                    <a:pt x="412" y="715"/>
                  </a:cubicBezTo>
                  <a:cubicBezTo>
                    <a:pt x="448" y="715"/>
                    <a:pt x="480" y="718"/>
                    <a:pt x="506" y="725"/>
                  </a:cubicBezTo>
                  <a:cubicBezTo>
                    <a:pt x="532" y="734"/>
                    <a:pt x="545" y="745"/>
                    <a:pt x="548" y="763"/>
                  </a:cubicBezTo>
                  <a:cubicBezTo>
                    <a:pt x="550" y="782"/>
                    <a:pt x="544" y="795"/>
                    <a:pt x="529" y="803"/>
                  </a:cubicBezTo>
                  <a:cubicBezTo>
                    <a:pt x="516" y="811"/>
                    <a:pt x="484" y="819"/>
                    <a:pt x="435" y="824"/>
                  </a:cubicBezTo>
                  <a:cubicBezTo>
                    <a:pt x="424" y="826"/>
                    <a:pt x="412" y="826"/>
                    <a:pt x="400" y="826"/>
                  </a:cubicBezTo>
                  <a:cubicBezTo>
                    <a:pt x="358" y="826"/>
                    <a:pt x="308" y="819"/>
                    <a:pt x="251" y="804"/>
                  </a:cubicBezTo>
                  <a:cubicBezTo>
                    <a:pt x="180" y="787"/>
                    <a:pt x="137" y="778"/>
                    <a:pt x="123" y="778"/>
                  </a:cubicBezTo>
                  <a:cubicBezTo>
                    <a:pt x="122" y="778"/>
                    <a:pt x="122" y="778"/>
                    <a:pt x="121" y="778"/>
                  </a:cubicBezTo>
                  <a:cubicBezTo>
                    <a:pt x="98" y="781"/>
                    <a:pt x="76" y="818"/>
                    <a:pt x="55" y="889"/>
                  </a:cubicBezTo>
                  <a:cubicBezTo>
                    <a:pt x="33" y="960"/>
                    <a:pt x="24" y="1021"/>
                    <a:pt x="32" y="1072"/>
                  </a:cubicBezTo>
                  <a:cubicBezTo>
                    <a:pt x="33" y="1092"/>
                    <a:pt x="60" y="1108"/>
                    <a:pt x="111" y="1124"/>
                  </a:cubicBezTo>
                  <a:cubicBezTo>
                    <a:pt x="165" y="1139"/>
                    <a:pt x="233" y="1147"/>
                    <a:pt x="317" y="1147"/>
                  </a:cubicBezTo>
                  <a:cubicBezTo>
                    <a:pt x="389" y="1147"/>
                    <a:pt x="472" y="1141"/>
                    <a:pt x="566" y="1129"/>
                  </a:cubicBezTo>
                  <a:cubicBezTo>
                    <a:pt x="910" y="1088"/>
                    <a:pt x="1068" y="946"/>
                    <a:pt x="1040" y="704"/>
                  </a:cubicBezTo>
                  <a:cubicBezTo>
                    <a:pt x="1032" y="634"/>
                    <a:pt x="1007" y="576"/>
                    <a:pt x="966" y="534"/>
                  </a:cubicBezTo>
                  <a:cubicBezTo>
                    <a:pt x="926" y="492"/>
                    <a:pt x="880" y="464"/>
                    <a:pt x="827" y="452"/>
                  </a:cubicBezTo>
                  <a:cubicBezTo>
                    <a:pt x="774" y="440"/>
                    <a:pt x="723" y="432"/>
                    <a:pt x="673" y="429"/>
                  </a:cubicBezTo>
                  <a:cubicBezTo>
                    <a:pt x="623" y="425"/>
                    <a:pt x="580" y="420"/>
                    <a:pt x="543" y="415"/>
                  </a:cubicBezTo>
                  <a:cubicBezTo>
                    <a:pt x="506" y="410"/>
                    <a:pt x="487" y="398"/>
                    <a:pt x="485" y="379"/>
                  </a:cubicBezTo>
                  <a:cubicBezTo>
                    <a:pt x="481" y="350"/>
                    <a:pt x="506" y="332"/>
                    <a:pt x="558" y="326"/>
                  </a:cubicBezTo>
                  <a:cubicBezTo>
                    <a:pt x="565" y="325"/>
                    <a:pt x="573" y="324"/>
                    <a:pt x="583" y="324"/>
                  </a:cubicBezTo>
                  <a:cubicBezTo>
                    <a:pt x="614" y="324"/>
                    <a:pt x="658" y="330"/>
                    <a:pt x="711" y="340"/>
                  </a:cubicBezTo>
                  <a:cubicBezTo>
                    <a:pt x="768" y="352"/>
                    <a:pt x="809" y="358"/>
                    <a:pt x="833" y="358"/>
                  </a:cubicBezTo>
                  <a:cubicBezTo>
                    <a:pt x="839" y="358"/>
                    <a:pt x="843" y="358"/>
                    <a:pt x="847" y="357"/>
                  </a:cubicBezTo>
                  <a:cubicBezTo>
                    <a:pt x="866" y="355"/>
                    <a:pt x="890" y="320"/>
                    <a:pt x="918" y="253"/>
                  </a:cubicBezTo>
                  <a:cubicBezTo>
                    <a:pt x="944" y="187"/>
                    <a:pt x="954" y="130"/>
                    <a:pt x="949" y="82"/>
                  </a:cubicBezTo>
                  <a:cubicBezTo>
                    <a:pt x="947" y="58"/>
                    <a:pt x="927" y="41"/>
                    <a:pt x="889" y="26"/>
                  </a:cubicBezTo>
                  <a:cubicBezTo>
                    <a:pt x="866" y="18"/>
                    <a:pt x="839" y="11"/>
                    <a:pt x="805" y="6"/>
                  </a:cubicBezTo>
                  <a:cubicBezTo>
                    <a:pt x="778" y="2"/>
                    <a:pt x="744" y="0"/>
                    <a:pt x="7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3" name="Google Shape;1953;p53"/>
            <p:cNvSpPr/>
            <p:nvPr/>
          </p:nvSpPr>
          <p:spPr>
            <a:xfrm>
              <a:off x="1942450" y="4564050"/>
              <a:ext cx="12675" cy="37425"/>
            </a:xfrm>
            <a:custGeom>
              <a:avLst/>
              <a:gdLst/>
              <a:ahLst/>
              <a:cxnLst/>
              <a:rect l="l" t="t" r="r" b="b"/>
              <a:pathLst>
                <a:path w="507" h="1497" extrusionOk="0">
                  <a:moveTo>
                    <a:pt x="316" y="1"/>
                  </a:moveTo>
                  <a:cubicBezTo>
                    <a:pt x="238" y="1"/>
                    <a:pt x="169" y="3"/>
                    <a:pt x="108" y="8"/>
                  </a:cubicBezTo>
                  <a:cubicBezTo>
                    <a:pt x="37" y="16"/>
                    <a:pt x="1" y="26"/>
                    <a:pt x="2" y="39"/>
                  </a:cubicBezTo>
                  <a:lnTo>
                    <a:pt x="37" y="969"/>
                  </a:lnTo>
                  <a:cubicBezTo>
                    <a:pt x="40" y="1028"/>
                    <a:pt x="96" y="1058"/>
                    <a:pt x="205" y="1059"/>
                  </a:cubicBezTo>
                  <a:cubicBezTo>
                    <a:pt x="208" y="1059"/>
                    <a:pt x="211" y="1059"/>
                    <a:pt x="215" y="1059"/>
                  </a:cubicBezTo>
                  <a:cubicBezTo>
                    <a:pt x="290" y="1059"/>
                    <a:pt x="349" y="1048"/>
                    <a:pt x="390" y="1026"/>
                  </a:cubicBezTo>
                  <a:cubicBezTo>
                    <a:pt x="433" y="1000"/>
                    <a:pt x="457" y="974"/>
                    <a:pt x="458" y="943"/>
                  </a:cubicBezTo>
                  <a:cubicBezTo>
                    <a:pt x="490" y="381"/>
                    <a:pt x="506" y="81"/>
                    <a:pt x="507" y="45"/>
                  </a:cubicBezTo>
                  <a:cubicBezTo>
                    <a:pt x="507" y="18"/>
                    <a:pt x="459" y="2"/>
                    <a:pt x="363" y="1"/>
                  </a:cubicBezTo>
                  <a:cubicBezTo>
                    <a:pt x="347" y="1"/>
                    <a:pt x="331" y="1"/>
                    <a:pt x="316" y="1"/>
                  </a:cubicBezTo>
                  <a:close/>
                  <a:moveTo>
                    <a:pt x="229" y="1162"/>
                  </a:moveTo>
                  <a:cubicBezTo>
                    <a:pt x="86" y="1162"/>
                    <a:pt x="12" y="1216"/>
                    <a:pt x="11" y="1326"/>
                  </a:cubicBezTo>
                  <a:cubicBezTo>
                    <a:pt x="9" y="1394"/>
                    <a:pt x="28" y="1438"/>
                    <a:pt x="66" y="1460"/>
                  </a:cubicBezTo>
                  <a:cubicBezTo>
                    <a:pt x="105" y="1483"/>
                    <a:pt x="160" y="1495"/>
                    <a:pt x="232" y="1496"/>
                  </a:cubicBezTo>
                  <a:cubicBezTo>
                    <a:pt x="235" y="1496"/>
                    <a:pt x="239" y="1496"/>
                    <a:pt x="242" y="1496"/>
                  </a:cubicBezTo>
                  <a:cubicBezTo>
                    <a:pt x="309" y="1496"/>
                    <a:pt x="362" y="1485"/>
                    <a:pt x="402" y="1463"/>
                  </a:cubicBezTo>
                  <a:cubicBezTo>
                    <a:pt x="443" y="1441"/>
                    <a:pt x="464" y="1397"/>
                    <a:pt x="465" y="1333"/>
                  </a:cubicBezTo>
                  <a:cubicBezTo>
                    <a:pt x="467" y="1221"/>
                    <a:pt x="392" y="1165"/>
                    <a:pt x="242" y="1162"/>
                  </a:cubicBezTo>
                  <a:cubicBezTo>
                    <a:pt x="237" y="1162"/>
                    <a:pt x="233" y="1162"/>
                    <a:pt x="229" y="11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4" name="Google Shape;1954;p53"/>
            <p:cNvSpPr/>
            <p:nvPr/>
          </p:nvSpPr>
          <p:spPr>
            <a:xfrm>
              <a:off x="1787575" y="4756300"/>
              <a:ext cx="38950" cy="43900"/>
            </a:xfrm>
            <a:custGeom>
              <a:avLst/>
              <a:gdLst/>
              <a:ahLst/>
              <a:cxnLst/>
              <a:rect l="l" t="t" r="r" b="b"/>
              <a:pathLst>
                <a:path w="1558" h="1756" extrusionOk="0">
                  <a:moveTo>
                    <a:pt x="776" y="1"/>
                  </a:moveTo>
                  <a:cubicBezTo>
                    <a:pt x="753" y="1"/>
                    <a:pt x="729" y="14"/>
                    <a:pt x="721" y="41"/>
                  </a:cubicBezTo>
                  <a:cubicBezTo>
                    <a:pt x="667" y="204"/>
                    <a:pt x="589" y="360"/>
                    <a:pt x="484" y="497"/>
                  </a:cubicBezTo>
                  <a:cubicBezTo>
                    <a:pt x="369" y="645"/>
                    <a:pt x="219" y="769"/>
                    <a:pt x="46" y="839"/>
                  </a:cubicBezTo>
                  <a:cubicBezTo>
                    <a:pt x="0" y="858"/>
                    <a:pt x="0" y="924"/>
                    <a:pt x="47" y="943"/>
                  </a:cubicBezTo>
                  <a:cubicBezTo>
                    <a:pt x="383" y="1080"/>
                    <a:pt x="593" y="1339"/>
                    <a:pt x="736" y="1718"/>
                  </a:cubicBezTo>
                  <a:cubicBezTo>
                    <a:pt x="744" y="1742"/>
                    <a:pt x="766" y="1755"/>
                    <a:pt x="789" y="1755"/>
                  </a:cubicBezTo>
                  <a:cubicBezTo>
                    <a:pt x="809" y="1755"/>
                    <a:pt x="830" y="1744"/>
                    <a:pt x="840" y="1721"/>
                  </a:cubicBezTo>
                  <a:cubicBezTo>
                    <a:pt x="977" y="1412"/>
                    <a:pt x="1199" y="1086"/>
                    <a:pt x="1514" y="933"/>
                  </a:cubicBezTo>
                  <a:cubicBezTo>
                    <a:pt x="1557" y="912"/>
                    <a:pt x="1557" y="850"/>
                    <a:pt x="1513" y="830"/>
                  </a:cubicBezTo>
                  <a:cubicBezTo>
                    <a:pt x="1322" y="748"/>
                    <a:pt x="1126" y="611"/>
                    <a:pt x="1021" y="453"/>
                  </a:cubicBezTo>
                  <a:cubicBezTo>
                    <a:pt x="931" y="319"/>
                    <a:pt x="872" y="186"/>
                    <a:pt x="829" y="41"/>
                  </a:cubicBezTo>
                  <a:cubicBezTo>
                    <a:pt x="821" y="14"/>
                    <a:pt x="799" y="1"/>
                    <a:pt x="776" y="1"/>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5" name="Google Shape;1955;p53"/>
            <p:cNvSpPr/>
            <p:nvPr/>
          </p:nvSpPr>
          <p:spPr>
            <a:xfrm>
              <a:off x="2016725" y="4598075"/>
              <a:ext cx="38950" cy="43875"/>
            </a:xfrm>
            <a:custGeom>
              <a:avLst/>
              <a:gdLst/>
              <a:ahLst/>
              <a:cxnLst/>
              <a:rect l="l" t="t" r="r" b="b"/>
              <a:pathLst>
                <a:path w="1558" h="1755" extrusionOk="0">
                  <a:moveTo>
                    <a:pt x="776" y="0"/>
                  </a:moveTo>
                  <a:cubicBezTo>
                    <a:pt x="753" y="0"/>
                    <a:pt x="730" y="14"/>
                    <a:pt x="721" y="40"/>
                  </a:cubicBezTo>
                  <a:cubicBezTo>
                    <a:pt x="667" y="203"/>
                    <a:pt x="590" y="360"/>
                    <a:pt x="485" y="497"/>
                  </a:cubicBezTo>
                  <a:cubicBezTo>
                    <a:pt x="370" y="645"/>
                    <a:pt x="219" y="767"/>
                    <a:pt x="46" y="839"/>
                  </a:cubicBezTo>
                  <a:cubicBezTo>
                    <a:pt x="1" y="857"/>
                    <a:pt x="1" y="924"/>
                    <a:pt x="47" y="943"/>
                  </a:cubicBezTo>
                  <a:cubicBezTo>
                    <a:pt x="383" y="1080"/>
                    <a:pt x="593" y="1339"/>
                    <a:pt x="735" y="1717"/>
                  </a:cubicBezTo>
                  <a:cubicBezTo>
                    <a:pt x="745" y="1742"/>
                    <a:pt x="766" y="1754"/>
                    <a:pt x="788" y="1754"/>
                  </a:cubicBezTo>
                  <a:cubicBezTo>
                    <a:pt x="809" y="1754"/>
                    <a:pt x="829" y="1743"/>
                    <a:pt x="839" y="1719"/>
                  </a:cubicBezTo>
                  <a:cubicBezTo>
                    <a:pt x="977" y="1412"/>
                    <a:pt x="1199" y="1086"/>
                    <a:pt x="1514" y="932"/>
                  </a:cubicBezTo>
                  <a:cubicBezTo>
                    <a:pt x="1558" y="911"/>
                    <a:pt x="1558" y="849"/>
                    <a:pt x="1513" y="829"/>
                  </a:cubicBezTo>
                  <a:cubicBezTo>
                    <a:pt x="1322" y="746"/>
                    <a:pt x="1125" y="609"/>
                    <a:pt x="1020" y="452"/>
                  </a:cubicBezTo>
                  <a:cubicBezTo>
                    <a:pt x="932" y="319"/>
                    <a:pt x="872" y="185"/>
                    <a:pt x="829" y="40"/>
                  </a:cubicBezTo>
                  <a:cubicBezTo>
                    <a:pt x="821" y="14"/>
                    <a:pt x="798" y="0"/>
                    <a:pt x="776" y="0"/>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6" name="Google Shape;1956;p53"/>
            <p:cNvSpPr/>
            <p:nvPr/>
          </p:nvSpPr>
          <p:spPr>
            <a:xfrm>
              <a:off x="1939425" y="4925475"/>
              <a:ext cx="38950" cy="43875"/>
            </a:xfrm>
            <a:custGeom>
              <a:avLst/>
              <a:gdLst/>
              <a:ahLst/>
              <a:cxnLst/>
              <a:rect l="l" t="t" r="r" b="b"/>
              <a:pathLst>
                <a:path w="1558" h="1755" extrusionOk="0">
                  <a:moveTo>
                    <a:pt x="776" y="0"/>
                  </a:moveTo>
                  <a:cubicBezTo>
                    <a:pt x="753" y="0"/>
                    <a:pt x="730" y="14"/>
                    <a:pt x="721" y="40"/>
                  </a:cubicBezTo>
                  <a:cubicBezTo>
                    <a:pt x="668" y="203"/>
                    <a:pt x="590" y="359"/>
                    <a:pt x="485" y="496"/>
                  </a:cubicBezTo>
                  <a:cubicBezTo>
                    <a:pt x="370" y="645"/>
                    <a:pt x="219" y="767"/>
                    <a:pt x="47" y="838"/>
                  </a:cubicBezTo>
                  <a:cubicBezTo>
                    <a:pt x="1" y="857"/>
                    <a:pt x="1" y="924"/>
                    <a:pt x="48" y="942"/>
                  </a:cubicBezTo>
                  <a:cubicBezTo>
                    <a:pt x="384" y="1078"/>
                    <a:pt x="594" y="1338"/>
                    <a:pt x="736" y="1716"/>
                  </a:cubicBezTo>
                  <a:cubicBezTo>
                    <a:pt x="745" y="1742"/>
                    <a:pt x="767" y="1755"/>
                    <a:pt x="789" y="1755"/>
                  </a:cubicBezTo>
                  <a:cubicBezTo>
                    <a:pt x="810" y="1755"/>
                    <a:pt x="830" y="1743"/>
                    <a:pt x="839" y="1720"/>
                  </a:cubicBezTo>
                  <a:cubicBezTo>
                    <a:pt x="977" y="1411"/>
                    <a:pt x="1200" y="1085"/>
                    <a:pt x="1515" y="932"/>
                  </a:cubicBezTo>
                  <a:cubicBezTo>
                    <a:pt x="1558" y="910"/>
                    <a:pt x="1558" y="848"/>
                    <a:pt x="1513" y="829"/>
                  </a:cubicBezTo>
                  <a:cubicBezTo>
                    <a:pt x="1322" y="746"/>
                    <a:pt x="1126" y="610"/>
                    <a:pt x="1021" y="452"/>
                  </a:cubicBezTo>
                  <a:cubicBezTo>
                    <a:pt x="932" y="319"/>
                    <a:pt x="873" y="185"/>
                    <a:pt x="829" y="40"/>
                  </a:cubicBezTo>
                  <a:cubicBezTo>
                    <a:pt x="821" y="13"/>
                    <a:pt x="799" y="0"/>
                    <a:pt x="776" y="0"/>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7" name="Google Shape;1957;p53"/>
            <p:cNvSpPr/>
            <p:nvPr/>
          </p:nvSpPr>
          <p:spPr>
            <a:xfrm>
              <a:off x="1851375" y="4644825"/>
              <a:ext cx="29050" cy="32700"/>
            </a:xfrm>
            <a:custGeom>
              <a:avLst/>
              <a:gdLst/>
              <a:ahLst/>
              <a:cxnLst/>
              <a:rect l="l" t="t" r="r" b="b"/>
              <a:pathLst>
                <a:path w="1162" h="1308" extrusionOk="0">
                  <a:moveTo>
                    <a:pt x="578" y="0"/>
                  </a:moveTo>
                  <a:cubicBezTo>
                    <a:pt x="561" y="0"/>
                    <a:pt x="544" y="10"/>
                    <a:pt x="537" y="30"/>
                  </a:cubicBezTo>
                  <a:cubicBezTo>
                    <a:pt x="497" y="152"/>
                    <a:pt x="440" y="269"/>
                    <a:pt x="361" y="370"/>
                  </a:cubicBezTo>
                  <a:cubicBezTo>
                    <a:pt x="276" y="481"/>
                    <a:pt x="164" y="573"/>
                    <a:pt x="35" y="626"/>
                  </a:cubicBezTo>
                  <a:cubicBezTo>
                    <a:pt x="0" y="641"/>
                    <a:pt x="0" y="689"/>
                    <a:pt x="36" y="704"/>
                  </a:cubicBezTo>
                  <a:cubicBezTo>
                    <a:pt x="287" y="805"/>
                    <a:pt x="442" y="998"/>
                    <a:pt x="550" y="1280"/>
                  </a:cubicBezTo>
                  <a:cubicBezTo>
                    <a:pt x="556" y="1299"/>
                    <a:pt x="573" y="1308"/>
                    <a:pt x="589" y="1308"/>
                  </a:cubicBezTo>
                  <a:cubicBezTo>
                    <a:pt x="604" y="1308"/>
                    <a:pt x="619" y="1300"/>
                    <a:pt x="625" y="1283"/>
                  </a:cubicBezTo>
                  <a:cubicBezTo>
                    <a:pt x="728" y="1053"/>
                    <a:pt x="895" y="811"/>
                    <a:pt x="1129" y="695"/>
                  </a:cubicBezTo>
                  <a:cubicBezTo>
                    <a:pt x="1162" y="679"/>
                    <a:pt x="1161" y="633"/>
                    <a:pt x="1128" y="619"/>
                  </a:cubicBezTo>
                  <a:cubicBezTo>
                    <a:pt x="986" y="558"/>
                    <a:pt x="840" y="454"/>
                    <a:pt x="761" y="338"/>
                  </a:cubicBezTo>
                  <a:cubicBezTo>
                    <a:pt x="695" y="238"/>
                    <a:pt x="651" y="138"/>
                    <a:pt x="618" y="30"/>
                  </a:cubicBezTo>
                  <a:cubicBezTo>
                    <a:pt x="612" y="10"/>
                    <a:pt x="595" y="0"/>
                    <a:pt x="578" y="0"/>
                  </a:cubicBezTo>
                  <a:close/>
                </a:path>
              </a:pathLst>
            </a:custGeom>
            <a:solidFill>
              <a:schemeClr val="lt2"/>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958" name="Google Shape;1958;p53"/>
          <p:cNvSpPr/>
          <p:nvPr/>
        </p:nvSpPr>
        <p:spPr>
          <a:xfrm>
            <a:off x="5774137" y="1476873"/>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9" name="Google Shape;1959;p53"/>
          <p:cNvSpPr/>
          <p:nvPr/>
        </p:nvSpPr>
        <p:spPr>
          <a:xfrm>
            <a:off x="6078937" y="3639873"/>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0" name="Google Shape;1960;p53"/>
          <p:cNvSpPr/>
          <p:nvPr/>
        </p:nvSpPr>
        <p:spPr>
          <a:xfrm>
            <a:off x="3888662" y="1378848"/>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grpSp>
        <p:nvGrpSpPr>
          <p:cNvPr id="1648" name="Google Shape;1648;p47"/>
          <p:cNvGrpSpPr/>
          <p:nvPr/>
        </p:nvGrpSpPr>
        <p:grpSpPr>
          <a:xfrm>
            <a:off x="8204287" y="3965085"/>
            <a:ext cx="380623" cy="505928"/>
            <a:chOff x="5382225" y="1510350"/>
            <a:chExt cx="54075" cy="71875"/>
          </a:xfrm>
        </p:grpSpPr>
        <p:sp>
          <p:nvSpPr>
            <p:cNvPr id="1649" name="Google Shape;1649;p47"/>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47"/>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51" name="Google Shape;1651;p47"/>
          <p:cNvSpPr/>
          <p:nvPr/>
        </p:nvSpPr>
        <p:spPr>
          <a:xfrm>
            <a:off x="6346387" y="4119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47"/>
          <p:cNvSpPr/>
          <p:nvPr/>
        </p:nvSpPr>
        <p:spPr>
          <a:xfrm>
            <a:off x="8085408" y="1603275"/>
            <a:ext cx="237759" cy="28077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3" name="Google Shape;1653;p47"/>
          <p:cNvSpPr/>
          <p:nvPr/>
        </p:nvSpPr>
        <p:spPr>
          <a:xfrm>
            <a:off x="1177412" y="222554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47"/>
          <p:cNvSpPr/>
          <p:nvPr/>
        </p:nvSpPr>
        <p:spPr>
          <a:xfrm>
            <a:off x="3784162" y="4881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5" name="Google Shape;1655;p47"/>
          <p:cNvSpPr/>
          <p:nvPr/>
        </p:nvSpPr>
        <p:spPr>
          <a:xfrm>
            <a:off x="5092187" y="888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226;p58">
            <a:extLst>
              <a:ext uri="{FF2B5EF4-FFF2-40B4-BE49-F238E27FC236}">
                <a16:creationId xmlns:a16="http://schemas.microsoft.com/office/drawing/2014/main" id="{717CEE1B-141E-2B2E-AEBD-856DD6258C9A}"/>
              </a:ext>
            </a:extLst>
          </p:cNvPr>
          <p:cNvSpPr txBox="1">
            <a:spLocks noGrp="1"/>
          </p:cNvSpPr>
          <p:nvPr>
            <p:ph type="title"/>
          </p:nvPr>
        </p:nvSpPr>
        <p:spPr>
          <a:xfrm>
            <a:off x="1794898" y="2329179"/>
            <a:ext cx="6507480" cy="98586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8000" dirty="0"/>
              <a:t>Tái </a:t>
            </a:r>
            <a:r>
              <a:rPr lang="en-US" sz="8000" dirty="0" err="1"/>
              <a:t>sử</a:t>
            </a:r>
            <a:r>
              <a:rPr lang="en-US" sz="8000" dirty="0"/>
              <a:t> </a:t>
            </a:r>
            <a:r>
              <a:rPr lang="en-US" sz="8000" dirty="0" err="1"/>
              <a:t>dụng</a:t>
            </a:r>
            <a:endParaRPr sz="8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grpSp>
        <p:nvGrpSpPr>
          <p:cNvPr id="2180" name="Google Shape;2180;p58"/>
          <p:cNvGrpSpPr/>
          <p:nvPr/>
        </p:nvGrpSpPr>
        <p:grpSpPr>
          <a:xfrm>
            <a:off x="496750" y="173800"/>
            <a:ext cx="8150515" cy="4512401"/>
            <a:chOff x="627130" y="128603"/>
            <a:chExt cx="8316852" cy="4604490"/>
          </a:xfrm>
        </p:grpSpPr>
        <p:grpSp>
          <p:nvGrpSpPr>
            <p:cNvPr id="2181" name="Google Shape;2181;p58"/>
            <p:cNvGrpSpPr/>
            <p:nvPr/>
          </p:nvGrpSpPr>
          <p:grpSpPr>
            <a:xfrm>
              <a:off x="627130" y="128603"/>
              <a:ext cx="8316852" cy="4604490"/>
              <a:chOff x="627130" y="428622"/>
              <a:chExt cx="8316852" cy="4568400"/>
            </a:xfrm>
          </p:grpSpPr>
          <p:sp>
            <p:nvSpPr>
              <p:cNvPr id="2182" name="Google Shape;2182;p5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3" name="Google Shape;2183;p58"/>
              <p:cNvGrpSpPr/>
              <p:nvPr/>
            </p:nvGrpSpPr>
            <p:grpSpPr>
              <a:xfrm>
                <a:off x="627130" y="428636"/>
                <a:ext cx="8316852" cy="490301"/>
                <a:chOff x="280295" y="238126"/>
                <a:chExt cx="9047924" cy="533400"/>
              </a:xfrm>
            </p:grpSpPr>
            <p:sp>
              <p:nvSpPr>
                <p:cNvPr id="2184" name="Google Shape;2184;p5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5" name="Google Shape;2185;p5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6" name="Google Shape;2186;p58"/>
                <p:cNvGrpSpPr/>
                <p:nvPr/>
              </p:nvGrpSpPr>
              <p:grpSpPr>
                <a:xfrm>
                  <a:off x="8425674" y="386584"/>
                  <a:ext cx="655694" cy="176896"/>
                  <a:chOff x="13400537" y="1039026"/>
                  <a:chExt cx="495013" cy="133547"/>
                </a:xfrm>
              </p:grpSpPr>
              <p:sp>
                <p:nvSpPr>
                  <p:cNvPr id="2187" name="Google Shape;2187;p5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8" name="Google Shape;2188;p5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9" name="Google Shape;2189;p5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0" name="Google Shape;2190;p5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1" name="Google Shape;2191;p5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2" name="Google Shape;2192;p5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grpSp>
        <p:sp>
          <p:nvSpPr>
            <p:cNvPr id="2193" name="Google Shape;2193;p5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2197" name="Google Shape;2197;p58"/>
          <p:cNvSpPr/>
          <p:nvPr/>
        </p:nvSpPr>
        <p:spPr>
          <a:xfrm>
            <a:off x="713082" y="829025"/>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16" name="Google Shape;2216;p58"/>
          <p:cNvGrpSpPr/>
          <p:nvPr/>
        </p:nvGrpSpPr>
        <p:grpSpPr>
          <a:xfrm>
            <a:off x="3229130" y="820870"/>
            <a:ext cx="1281365" cy="1281379"/>
            <a:chOff x="2494400" y="653125"/>
            <a:chExt cx="340625" cy="434325"/>
          </a:xfrm>
        </p:grpSpPr>
        <p:sp>
          <p:nvSpPr>
            <p:cNvPr id="2217" name="Google Shape;2217;p5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8" name="Google Shape;2218;p5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9" name="Google Shape;2219;p5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0" name="Google Shape;2220;p5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1" name="Google Shape;2221;p5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2" name="Google Shape;2222;p5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3" name="Google Shape;2223;p5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4" name="Google Shape;2224;p5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26" name="Google Shape;2226;p58"/>
          <p:cNvSpPr txBox="1">
            <a:spLocks noGrp="1"/>
          </p:cNvSpPr>
          <p:nvPr>
            <p:ph type="title" idx="2"/>
          </p:nvPr>
        </p:nvSpPr>
        <p:spPr>
          <a:xfrm>
            <a:off x="986668" y="1289158"/>
            <a:ext cx="2046300" cy="44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Tái </a:t>
            </a:r>
            <a:r>
              <a:rPr lang="en-US" dirty="0" err="1"/>
              <a:t>sử</a:t>
            </a:r>
            <a:r>
              <a:rPr lang="en-US" dirty="0"/>
              <a:t> </a:t>
            </a:r>
            <a:r>
              <a:rPr lang="en-US" dirty="0" err="1"/>
              <a:t>dụng</a:t>
            </a:r>
            <a:endParaRPr dirty="0"/>
          </a:p>
        </p:txBody>
      </p:sp>
      <p:sp>
        <p:nvSpPr>
          <p:cNvPr id="2" name="TextBox 1">
            <a:extLst>
              <a:ext uri="{FF2B5EF4-FFF2-40B4-BE49-F238E27FC236}">
                <a16:creationId xmlns:a16="http://schemas.microsoft.com/office/drawing/2014/main" id="{93D29C2D-CDC4-6874-26DC-C5AC630B1119}"/>
              </a:ext>
            </a:extLst>
          </p:cNvPr>
          <p:cNvSpPr txBox="1"/>
          <p:nvPr/>
        </p:nvSpPr>
        <p:spPr>
          <a:xfrm>
            <a:off x="3517743" y="1221320"/>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2.1</a:t>
            </a:r>
          </a:p>
        </p:txBody>
      </p:sp>
    </p:spTree>
    <p:extLst>
      <p:ext uri="{BB962C8B-B14F-4D97-AF65-F5344CB8AC3E}">
        <p14:creationId xmlns:p14="http://schemas.microsoft.com/office/powerpoint/2010/main" val="29919027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grpSp>
        <p:nvGrpSpPr>
          <p:cNvPr id="1648" name="Google Shape;1648;p47"/>
          <p:cNvGrpSpPr/>
          <p:nvPr/>
        </p:nvGrpSpPr>
        <p:grpSpPr>
          <a:xfrm>
            <a:off x="8204287" y="3965085"/>
            <a:ext cx="380623" cy="505928"/>
            <a:chOff x="5382225" y="1510350"/>
            <a:chExt cx="54075" cy="71875"/>
          </a:xfrm>
        </p:grpSpPr>
        <p:sp>
          <p:nvSpPr>
            <p:cNvPr id="1649" name="Google Shape;1649;p47"/>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47"/>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51" name="Google Shape;1651;p47"/>
          <p:cNvSpPr/>
          <p:nvPr/>
        </p:nvSpPr>
        <p:spPr>
          <a:xfrm>
            <a:off x="6346387" y="4119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47"/>
          <p:cNvSpPr/>
          <p:nvPr/>
        </p:nvSpPr>
        <p:spPr>
          <a:xfrm>
            <a:off x="8085408" y="1603275"/>
            <a:ext cx="237759" cy="28077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3" name="Google Shape;1653;p47"/>
          <p:cNvSpPr/>
          <p:nvPr/>
        </p:nvSpPr>
        <p:spPr>
          <a:xfrm>
            <a:off x="1177412" y="222554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47"/>
          <p:cNvSpPr/>
          <p:nvPr/>
        </p:nvSpPr>
        <p:spPr>
          <a:xfrm>
            <a:off x="3784162" y="4881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5" name="Google Shape;1655;p47"/>
          <p:cNvSpPr/>
          <p:nvPr/>
        </p:nvSpPr>
        <p:spPr>
          <a:xfrm>
            <a:off x="5092187" y="888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226;p58">
            <a:extLst>
              <a:ext uri="{FF2B5EF4-FFF2-40B4-BE49-F238E27FC236}">
                <a16:creationId xmlns:a16="http://schemas.microsoft.com/office/drawing/2014/main" id="{717CEE1B-141E-2B2E-AEBD-856DD6258C9A}"/>
              </a:ext>
            </a:extLst>
          </p:cNvPr>
          <p:cNvSpPr txBox="1">
            <a:spLocks noGrp="1"/>
          </p:cNvSpPr>
          <p:nvPr>
            <p:ph type="title"/>
          </p:nvPr>
        </p:nvSpPr>
        <p:spPr>
          <a:xfrm>
            <a:off x="1576388" y="626533"/>
            <a:ext cx="6438900" cy="400473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8000" dirty="0"/>
              <a:t>Sửa </a:t>
            </a:r>
            <a:r>
              <a:rPr lang="en-US" sz="8000" dirty="0" err="1"/>
              <a:t>lỗi</a:t>
            </a:r>
            <a:r>
              <a:rPr lang="en-US" sz="8000" dirty="0"/>
              <a:t> </a:t>
            </a:r>
            <a:br>
              <a:rPr lang="en-US" sz="8000" dirty="0"/>
            </a:br>
            <a:r>
              <a:rPr lang="en-US" sz="8000" dirty="0"/>
              <a:t>&amp; </a:t>
            </a:r>
            <a:br>
              <a:rPr lang="en-US" sz="8000" dirty="0"/>
            </a:br>
            <a:r>
              <a:rPr lang="en-US" sz="8000" dirty="0" err="1"/>
              <a:t>cải</a:t>
            </a:r>
            <a:r>
              <a:rPr lang="en-US" sz="8000" dirty="0"/>
              <a:t> </a:t>
            </a:r>
            <a:r>
              <a:rPr lang="en-US" sz="8000" dirty="0" err="1"/>
              <a:t>tiến</a:t>
            </a:r>
            <a:endParaRPr lang="en-US" sz="8000" dirty="0"/>
          </a:p>
        </p:txBody>
      </p:sp>
    </p:spTree>
    <p:extLst>
      <p:ext uri="{BB962C8B-B14F-4D97-AF65-F5344CB8AC3E}">
        <p14:creationId xmlns:p14="http://schemas.microsoft.com/office/powerpoint/2010/main" val="42537632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grpSp>
        <p:nvGrpSpPr>
          <p:cNvPr id="2180" name="Google Shape;2180;p58"/>
          <p:cNvGrpSpPr/>
          <p:nvPr/>
        </p:nvGrpSpPr>
        <p:grpSpPr>
          <a:xfrm>
            <a:off x="496750" y="173800"/>
            <a:ext cx="8150515" cy="4512401"/>
            <a:chOff x="627130" y="128603"/>
            <a:chExt cx="8316852" cy="4604490"/>
          </a:xfrm>
        </p:grpSpPr>
        <p:grpSp>
          <p:nvGrpSpPr>
            <p:cNvPr id="2181" name="Google Shape;2181;p58"/>
            <p:cNvGrpSpPr/>
            <p:nvPr/>
          </p:nvGrpSpPr>
          <p:grpSpPr>
            <a:xfrm>
              <a:off x="627130" y="128603"/>
              <a:ext cx="8316852" cy="4604490"/>
              <a:chOff x="627130" y="428622"/>
              <a:chExt cx="8316852" cy="4568400"/>
            </a:xfrm>
          </p:grpSpPr>
          <p:sp>
            <p:nvSpPr>
              <p:cNvPr id="2182" name="Google Shape;2182;p5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3" name="Google Shape;2183;p58"/>
              <p:cNvGrpSpPr/>
              <p:nvPr/>
            </p:nvGrpSpPr>
            <p:grpSpPr>
              <a:xfrm>
                <a:off x="627130" y="428636"/>
                <a:ext cx="8316852" cy="490301"/>
                <a:chOff x="280295" y="238126"/>
                <a:chExt cx="9047924" cy="533400"/>
              </a:xfrm>
            </p:grpSpPr>
            <p:sp>
              <p:nvSpPr>
                <p:cNvPr id="2184" name="Google Shape;2184;p5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5" name="Google Shape;2185;p5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6" name="Google Shape;2186;p58"/>
                <p:cNvGrpSpPr/>
                <p:nvPr/>
              </p:nvGrpSpPr>
              <p:grpSpPr>
                <a:xfrm>
                  <a:off x="8425674" y="386584"/>
                  <a:ext cx="655694" cy="176896"/>
                  <a:chOff x="13400537" y="1039026"/>
                  <a:chExt cx="495013" cy="133547"/>
                </a:xfrm>
              </p:grpSpPr>
              <p:sp>
                <p:nvSpPr>
                  <p:cNvPr id="2187" name="Google Shape;2187;p5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8" name="Google Shape;2188;p5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9" name="Google Shape;2189;p5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0" name="Google Shape;2190;p5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1" name="Google Shape;2191;p5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2" name="Google Shape;2192;p5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grpSp>
        <p:sp>
          <p:nvSpPr>
            <p:cNvPr id="2193" name="Google Shape;2193;p5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2195" name="Google Shape;2195;p58"/>
          <p:cNvSpPr/>
          <p:nvPr/>
        </p:nvSpPr>
        <p:spPr>
          <a:xfrm>
            <a:off x="4666566" y="829024"/>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7" name="Google Shape;2197;p58"/>
          <p:cNvSpPr/>
          <p:nvPr/>
        </p:nvSpPr>
        <p:spPr>
          <a:xfrm>
            <a:off x="713082" y="829025"/>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07" name="Google Shape;2207;p58"/>
          <p:cNvGrpSpPr/>
          <p:nvPr/>
        </p:nvGrpSpPr>
        <p:grpSpPr>
          <a:xfrm>
            <a:off x="4659641" y="820867"/>
            <a:ext cx="1274385" cy="1274412"/>
            <a:chOff x="3265747" y="653121"/>
            <a:chExt cx="355783" cy="434325"/>
          </a:xfrm>
        </p:grpSpPr>
        <p:sp>
          <p:nvSpPr>
            <p:cNvPr id="2208" name="Google Shape;2208;p58"/>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9" name="Google Shape;2209;p58"/>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0" name="Google Shape;2210;p5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1" name="Google Shape;2211;p5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5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3" name="Google Shape;2213;p5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4" name="Google Shape;2214;p5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5" name="Google Shape;2215;p5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16" name="Google Shape;2216;p58"/>
          <p:cNvGrpSpPr/>
          <p:nvPr/>
        </p:nvGrpSpPr>
        <p:grpSpPr>
          <a:xfrm>
            <a:off x="3229130" y="820870"/>
            <a:ext cx="1281365" cy="1281379"/>
            <a:chOff x="2494400" y="653125"/>
            <a:chExt cx="340625" cy="434325"/>
          </a:xfrm>
        </p:grpSpPr>
        <p:sp>
          <p:nvSpPr>
            <p:cNvPr id="2217" name="Google Shape;2217;p5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8" name="Google Shape;2218;p5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9" name="Google Shape;2219;p5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0" name="Google Shape;2220;p5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1" name="Google Shape;2221;p5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2" name="Google Shape;2222;p5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3" name="Google Shape;2223;p5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4" name="Google Shape;2224;p5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26" name="Google Shape;2226;p58"/>
          <p:cNvSpPr txBox="1">
            <a:spLocks noGrp="1"/>
          </p:cNvSpPr>
          <p:nvPr>
            <p:ph type="title" idx="2"/>
          </p:nvPr>
        </p:nvSpPr>
        <p:spPr>
          <a:xfrm>
            <a:off x="986668" y="1289158"/>
            <a:ext cx="2046300" cy="44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Tái </a:t>
            </a:r>
            <a:r>
              <a:rPr lang="en-US" dirty="0" err="1"/>
              <a:t>sử</a:t>
            </a:r>
            <a:r>
              <a:rPr lang="en-US" dirty="0"/>
              <a:t> </a:t>
            </a:r>
            <a:r>
              <a:rPr lang="en-US" dirty="0" err="1"/>
              <a:t>dụng</a:t>
            </a:r>
            <a:endParaRPr dirty="0"/>
          </a:p>
        </p:txBody>
      </p:sp>
      <p:sp>
        <p:nvSpPr>
          <p:cNvPr id="2228" name="Google Shape;2228;p58"/>
          <p:cNvSpPr txBox="1">
            <a:spLocks noGrp="1"/>
          </p:cNvSpPr>
          <p:nvPr>
            <p:ph type="title" idx="3"/>
          </p:nvPr>
        </p:nvSpPr>
        <p:spPr>
          <a:xfrm>
            <a:off x="6305084" y="840611"/>
            <a:ext cx="1764125" cy="12616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Sửa </a:t>
            </a:r>
            <a:r>
              <a:rPr lang="en-US" dirty="0" err="1"/>
              <a:t>lỗi</a:t>
            </a:r>
            <a:r>
              <a:rPr lang="en-US" dirty="0"/>
              <a:t> </a:t>
            </a:r>
            <a:br>
              <a:rPr lang="en-US" dirty="0"/>
            </a:br>
            <a:r>
              <a:rPr lang="en-US" dirty="0"/>
              <a:t>&amp; </a:t>
            </a:r>
            <a:br>
              <a:rPr lang="en-US" dirty="0"/>
            </a:br>
            <a:r>
              <a:rPr lang="en-US" dirty="0" err="1"/>
              <a:t>cải</a:t>
            </a:r>
            <a:r>
              <a:rPr lang="en-US" dirty="0"/>
              <a:t> </a:t>
            </a:r>
            <a:r>
              <a:rPr lang="en-US" dirty="0" err="1"/>
              <a:t>tiến</a:t>
            </a:r>
            <a:endParaRPr dirty="0"/>
          </a:p>
        </p:txBody>
      </p:sp>
      <p:sp>
        <p:nvSpPr>
          <p:cNvPr id="2" name="TextBox 1">
            <a:extLst>
              <a:ext uri="{FF2B5EF4-FFF2-40B4-BE49-F238E27FC236}">
                <a16:creationId xmlns:a16="http://schemas.microsoft.com/office/drawing/2014/main" id="{93D29C2D-CDC4-6874-26DC-C5AC630B1119}"/>
              </a:ext>
            </a:extLst>
          </p:cNvPr>
          <p:cNvSpPr txBox="1"/>
          <p:nvPr/>
        </p:nvSpPr>
        <p:spPr>
          <a:xfrm>
            <a:off x="3517743" y="1221320"/>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2.1</a:t>
            </a:r>
          </a:p>
        </p:txBody>
      </p:sp>
      <p:sp>
        <p:nvSpPr>
          <p:cNvPr id="3" name="TextBox 2">
            <a:extLst>
              <a:ext uri="{FF2B5EF4-FFF2-40B4-BE49-F238E27FC236}">
                <a16:creationId xmlns:a16="http://schemas.microsoft.com/office/drawing/2014/main" id="{DF723BDE-5A8C-A052-EAAB-2D1EFD03CF8B}"/>
              </a:ext>
            </a:extLst>
          </p:cNvPr>
          <p:cNvSpPr txBox="1"/>
          <p:nvPr/>
        </p:nvSpPr>
        <p:spPr>
          <a:xfrm>
            <a:off x="4917717" y="1215826"/>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2.2</a:t>
            </a:r>
          </a:p>
        </p:txBody>
      </p:sp>
    </p:spTree>
    <p:extLst>
      <p:ext uri="{BB962C8B-B14F-4D97-AF65-F5344CB8AC3E}">
        <p14:creationId xmlns:p14="http://schemas.microsoft.com/office/powerpoint/2010/main" val="167389249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grpSp>
        <p:nvGrpSpPr>
          <p:cNvPr id="1648" name="Google Shape;1648;p47"/>
          <p:cNvGrpSpPr/>
          <p:nvPr/>
        </p:nvGrpSpPr>
        <p:grpSpPr>
          <a:xfrm>
            <a:off x="8204287" y="3965085"/>
            <a:ext cx="380623" cy="505928"/>
            <a:chOff x="5382225" y="1510350"/>
            <a:chExt cx="54075" cy="71875"/>
          </a:xfrm>
        </p:grpSpPr>
        <p:sp>
          <p:nvSpPr>
            <p:cNvPr id="1649" name="Google Shape;1649;p47"/>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47"/>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51" name="Google Shape;1651;p47"/>
          <p:cNvSpPr/>
          <p:nvPr/>
        </p:nvSpPr>
        <p:spPr>
          <a:xfrm>
            <a:off x="6346387" y="4119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47"/>
          <p:cNvSpPr/>
          <p:nvPr/>
        </p:nvSpPr>
        <p:spPr>
          <a:xfrm>
            <a:off x="8085408" y="1603275"/>
            <a:ext cx="237759" cy="28077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47"/>
          <p:cNvSpPr/>
          <p:nvPr/>
        </p:nvSpPr>
        <p:spPr>
          <a:xfrm>
            <a:off x="3784162" y="4881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226;p58">
            <a:extLst>
              <a:ext uri="{FF2B5EF4-FFF2-40B4-BE49-F238E27FC236}">
                <a16:creationId xmlns:a16="http://schemas.microsoft.com/office/drawing/2014/main" id="{717CEE1B-141E-2B2E-AEBD-856DD6258C9A}"/>
              </a:ext>
            </a:extLst>
          </p:cNvPr>
          <p:cNvSpPr txBox="1">
            <a:spLocks noGrp="1"/>
          </p:cNvSpPr>
          <p:nvPr>
            <p:ph type="title"/>
          </p:nvPr>
        </p:nvSpPr>
        <p:spPr>
          <a:xfrm>
            <a:off x="740292" y="679201"/>
            <a:ext cx="8153399" cy="400473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8000" dirty="0"/>
              <a:t>Được gọi nhiều lần với các đối số khác nhau</a:t>
            </a:r>
          </a:p>
        </p:txBody>
      </p:sp>
    </p:spTree>
    <p:extLst>
      <p:ext uri="{BB962C8B-B14F-4D97-AF65-F5344CB8AC3E}">
        <p14:creationId xmlns:p14="http://schemas.microsoft.com/office/powerpoint/2010/main" val="10889708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grpSp>
        <p:nvGrpSpPr>
          <p:cNvPr id="2180" name="Google Shape;2180;p58"/>
          <p:cNvGrpSpPr/>
          <p:nvPr/>
        </p:nvGrpSpPr>
        <p:grpSpPr>
          <a:xfrm>
            <a:off x="496750" y="173800"/>
            <a:ext cx="8150515" cy="4512401"/>
            <a:chOff x="627130" y="128603"/>
            <a:chExt cx="8316852" cy="4604490"/>
          </a:xfrm>
        </p:grpSpPr>
        <p:grpSp>
          <p:nvGrpSpPr>
            <p:cNvPr id="2181" name="Google Shape;2181;p58"/>
            <p:cNvGrpSpPr/>
            <p:nvPr/>
          </p:nvGrpSpPr>
          <p:grpSpPr>
            <a:xfrm>
              <a:off x="627130" y="128603"/>
              <a:ext cx="8316852" cy="4604490"/>
              <a:chOff x="627130" y="428622"/>
              <a:chExt cx="8316852" cy="4568400"/>
            </a:xfrm>
          </p:grpSpPr>
          <p:sp>
            <p:nvSpPr>
              <p:cNvPr id="2182" name="Google Shape;2182;p5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3" name="Google Shape;2183;p58"/>
              <p:cNvGrpSpPr/>
              <p:nvPr/>
            </p:nvGrpSpPr>
            <p:grpSpPr>
              <a:xfrm>
                <a:off x="627130" y="428636"/>
                <a:ext cx="8316852" cy="490301"/>
                <a:chOff x="280295" y="238126"/>
                <a:chExt cx="9047924" cy="533400"/>
              </a:xfrm>
            </p:grpSpPr>
            <p:sp>
              <p:nvSpPr>
                <p:cNvPr id="2184" name="Google Shape;2184;p5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5" name="Google Shape;2185;p5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6" name="Google Shape;2186;p58"/>
                <p:cNvGrpSpPr/>
                <p:nvPr/>
              </p:nvGrpSpPr>
              <p:grpSpPr>
                <a:xfrm>
                  <a:off x="8425674" y="386584"/>
                  <a:ext cx="655694" cy="176896"/>
                  <a:chOff x="13400537" y="1039026"/>
                  <a:chExt cx="495013" cy="133547"/>
                </a:xfrm>
              </p:grpSpPr>
              <p:sp>
                <p:nvSpPr>
                  <p:cNvPr id="2187" name="Google Shape;2187;p5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8" name="Google Shape;2188;p5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9" name="Google Shape;2189;p5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0" name="Google Shape;2190;p5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1" name="Google Shape;2191;p5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2" name="Google Shape;2192;p5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grpSp>
        <p:sp>
          <p:nvSpPr>
            <p:cNvPr id="2193" name="Google Shape;2193;p5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2195" name="Google Shape;2195;p58"/>
          <p:cNvSpPr/>
          <p:nvPr/>
        </p:nvSpPr>
        <p:spPr>
          <a:xfrm>
            <a:off x="4666566" y="829024"/>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6" name="Google Shape;2196;p58"/>
          <p:cNvSpPr/>
          <p:nvPr/>
        </p:nvSpPr>
        <p:spPr>
          <a:xfrm>
            <a:off x="717695" y="2998356"/>
            <a:ext cx="3766574" cy="1251194"/>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7" name="Google Shape;2197;p58"/>
          <p:cNvSpPr/>
          <p:nvPr/>
        </p:nvSpPr>
        <p:spPr>
          <a:xfrm>
            <a:off x="713082" y="829025"/>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07" name="Google Shape;2207;p58"/>
          <p:cNvGrpSpPr/>
          <p:nvPr/>
        </p:nvGrpSpPr>
        <p:grpSpPr>
          <a:xfrm>
            <a:off x="4659641" y="820867"/>
            <a:ext cx="1274385" cy="1274412"/>
            <a:chOff x="3265747" y="653121"/>
            <a:chExt cx="355783" cy="434325"/>
          </a:xfrm>
        </p:grpSpPr>
        <p:sp>
          <p:nvSpPr>
            <p:cNvPr id="2208" name="Google Shape;2208;p58"/>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9" name="Google Shape;2209;p58"/>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0" name="Google Shape;2210;p5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1" name="Google Shape;2211;p5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5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3" name="Google Shape;2213;p5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4" name="Google Shape;2214;p5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5" name="Google Shape;2215;p5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16" name="Google Shape;2216;p58"/>
          <p:cNvGrpSpPr/>
          <p:nvPr/>
        </p:nvGrpSpPr>
        <p:grpSpPr>
          <a:xfrm>
            <a:off x="3229130" y="820870"/>
            <a:ext cx="1281365" cy="1281379"/>
            <a:chOff x="2494400" y="653125"/>
            <a:chExt cx="340625" cy="434325"/>
          </a:xfrm>
        </p:grpSpPr>
        <p:sp>
          <p:nvSpPr>
            <p:cNvPr id="2217" name="Google Shape;2217;p5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8" name="Google Shape;2218;p5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9" name="Google Shape;2219;p5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0" name="Google Shape;2220;p5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1" name="Google Shape;2221;p5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2" name="Google Shape;2222;p5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3" name="Google Shape;2223;p5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4" name="Google Shape;2224;p5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26" name="Google Shape;2226;p58"/>
          <p:cNvSpPr txBox="1">
            <a:spLocks noGrp="1"/>
          </p:cNvSpPr>
          <p:nvPr>
            <p:ph type="title" idx="2"/>
          </p:nvPr>
        </p:nvSpPr>
        <p:spPr>
          <a:xfrm>
            <a:off x="986668" y="1289158"/>
            <a:ext cx="2046300" cy="44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Tái </a:t>
            </a:r>
            <a:r>
              <a:rPr lang="en-US" dirty="0" err="1"/>
              <a:t>sử</a:t>
            </a:r>
            <a:r>
              <a:rPr lang="en-US" dirty="0"/>
              <a:t> </a:t>
            </a:r>
            <a:r>
              <a:rPr lang="en-US" dirty="0" err="1"/>
              <a:t>dụng</a:t>
            </a:r>
            <a:endParaRPr dirty="0"/>
          </a:p>
        </p:txBody>
      </p:sp>
      <p:sp>
        <p:nvSpPr>
          <p:cNvPr id="2228" name="Google Shape;2228;p58"/>
          <p:cNvSpPr txBox="1">
            <a:spLocks noGrp="1"/>
          </p:cNvSpPr>
          <p:nvPr>
            <p:ph type="title" idx="3"/>
          </p:nvPr>
        </p:nvSpPr>
        <p:spPr>
          <a:xfrm>
            <a:off x="6305084" y="840611"/>
            <a:ext cx="1764125" cy="12616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Sửa </a:t>
            </a:r>
            <a:r>
              <a:rPr lang="en-US" dirty="0" err="1"/>
              <a:t>lỗi</a:t>
            </a:r>
            <a:r>
              <a:rPr lang="en-US" dirty="0"/>
              <a:t> </a:t>
            </a:r>
            <a:br>
              <a:rPr lang="en-US" dirty="0"/>
            </a:br>
            <a:r>
              <a:rPr lang="en-US" dirty="0"/>
              <a:t>&amp; </a:t>
            </a:r>
            <a:br>
              <a:rPr lang="en-US" dirty="0"/>
            </a:br>
            <a:r>
              <a:rPr lang="en-US" dirty="0" err="1"/>
              <a:t>cải</a:t>
            </a:r>
            <a:r>
              <a:rPr lang="en-US" dirty="0"/>
              <a:t> </a:t>
            </a:r>
            <a:r>
              <a:rPr lang="en-US" dirty="0" err="1"/>
              <a:t>tiến</a:t>
            </a:r>
            <a:endParaRPr dirty="0"/>
          </a:p>
        </p:txBody>
      </p:sp>
      <p:grpSp>
        <p:nvGrpSpPr>
          <p:cNvPr id="2233" name="Google Shape;2233;p58"/>
          <p:cNvGrpSpPr/>
          <p:nvPr/>
        </p:nvGrpSpPr>
        <p:grpSpPr>
          <a:xfrm>
            <a:off x="3237819" y="2982381"/>
            <a:ext cx="1269201" cy="1280241"/>
            <a:chOff x="2879000" y="653125"/>
            <a:chExt cx="340650" cy="434325"/>
          </a:xfrm>
        </p:grpSpPr>
        <p:sp>
          <p:nvSpPr>
            <p:cNvPr id="2234" name="Google Shape;2234;p58"/>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5" name="Google Shape;2235;p58"/>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6" name="Google Shape;2236;p58"/>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7" name="Google Shape;2237;p58"/>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8" name="Google Shape;2238;p58"/>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9" name="Google Shape;2239;p58"/>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0" name="Google Shape;2240;p58"/>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1" name="Google Shape;2241;p58"/>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42" name="Google Shape;2242;p58"/>
          <p:cNvSpPr txBox="1">
            <a:spLocks noGrp="1"/>
          </p:cNvSpPr>
          <p:nvPr>
            <p:ph type="title" idx="5"/>
          </p:nvPr>
        </p:nvSpPr>
        <p:spPr>
          <a:xfrm>
            <a:off x="815248" y="3122512"/>
            <a:ext cx="2247871" cy="1143013"/>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dirty="0"/>
              <a:t>Đ</a:t>
            </a:r>
            <a:r>
              <a:rPr lang="vi-VN" dirty="0"/>
              <a:t>ược gọi nhiều lần với các đối số khác nhau</a:t>
            </a:r>
            <a:endParaRPr dirty="0"/>
          </a:p>
        </p:txBody>
      </p:sp>
      <p:sp>
        <p:nvSpPr>
          <p:cNvPr id="2" name="TextBox 1">
            <a:extLst>
              <a:ext uri="{FF2B5EF4-FFF2-40B4-BE49-F238E27FC236}">
                <a16:creationId xmlns:a16="http://schemas.microsoft.com/office/drawing/2014/main" id="{93D29C2D-CDC4-6874-26DC-C5AC630B1119}"/>
              </a:ext>
            </a:extLst>
          </p:cNvPr>
          <p:cNvSpPr txBox="1"/>
          <p:nvPr/>
        </p:nvSpPr>
        <p:spPr>
          <a:xfrm>
            <a:off x="3517743" y="1221320"/>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2.1</a:t>
            </a:r>
          </a:p>
        </p:txBody>
      </p:sp>
      <p:sp>
        <p:nvSpPr>
          <p:cNvPr id="3" name="TextBox 2">
            <a:extLst>
              <a:ext uri="{FF2B5EF4-FFF2-40B4-BE49-F238E27FC236}">
                <a16:creationId xmlns:a16="http://schemas.microsoft.com/office/drawing/2014/main" id="{DF723BDE-5A8C-A052-EAAB-2D1EFD03CF8B}"/>
              </a:ext>
            </a:extLst>
          </p:cNvPr>
          <p:cNvSpPr txBox="1"/>
          <p:nvPr/>
        </p:nvSpPr>
        <p:spPr>
          <a:xfrm>
            <a:off x="4917717" y="1215826"/>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2.2</a:t>
            </a:r>
          </a:p>
        </p:txBody>
      </p:sp>
      <p:sp>
        <p:nvSpPr>
          <p:cNvPr id="4" name="TextBox 3">
            <a:extLst>
              <a:ext uri="{FF2B5EF4-FFF2-40B4-BE49-F238E27FC236}">
                <a16:creationId xmlns:a16="http://schemas.microsoft.com/office/drawing/2014/main" id="{40AEE8B3-6D29-37B6-F240-12C8B92B2FFD}"/>
              </a:ext>
            </a:extLst>
          </p:cNvPr>
          <p:cNvSpPr txBox="1"/>
          <p:nvPr/>
        </p:nvSpPr>
        <p:spPr>
          <a:xfrm>
            <a:off x="3515414" y="3399952"/>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2.3</a:t>
            </a:r>
          </a:p>
        </p:txBody>
      </p:sp>
    </p:spTree>
    <p:extLst>
      <p:ext uri="{BB962C8B-B14F-4D97-AF65-F5344CB8AC3E}">
        <p14:creationId xmlns:p14="http://schemas.microsoft.com/office/powerpoint/2010/main" val="51992269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grpSp>
        <p:nvGrpSpPr>
          <p:cNvPr id="1648" name="Google Shape;1648;p47"/>
          <p:cNvGrpSpPr/>
          <p:nvPr/>
        </p:nvGrpSpPr>
        <p:grpSpPr>
          <a:xfrm>
            <a:off x="8204287" y="3965085"/>
            <a:ext cx="380623" cy="505928"/>
            <a:chOff x="5382225" y="1510350"/>
            <a:chExt cx="54075" cy="71875"/>
          </a:xfrm>
        </p:grpSpPr>
        <p:sp>
          <p:nvSpPr>
            <p:cNvPr id="1649" name="Google Shape;1649;p47"/>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47"/>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51" name="Google Shape;1651;p47"/>
          <p:cNvSpPr/>
          <p:nvPr/>
        </p:nvSpPr>
        <p:spPr>
          <a:xfrm>
            <a:off x="6346387" y="4119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47"/>
          <p:cNvSpPr/>
          <p:nvPr/>
        </p:nvSpPr>
        <p:spPr>
          <a:xfrm>
            <a:off x="8085408" y="1603275"/>
            <a:ext cx="237759" cy="280773"/>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3" name="Google Shape;1653;p47"/>
          <p:cNvSpPr/>
          <p:nvPr/>
        </p:nvSpPr>
        <p:spPr>
          <a:xfrm>
            <a:off x="1177412" y="222554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47"/>
          <p:cNvSpPr/>
          <p:nvPr/>
        </p:nvSpPr>
        <p:spPr>
          <a:xfrm>
            <a:off x="3784162" y="4881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5" name="Google Shape;1655;p47"/>
          <p:cNvSpPr/>
          <p:nvPr/>
        </p:nvSpPr>
        <p:spPr>
          <a:xfrm>
            <a:off x="5092187" y="888497"/>
            <a:ext cx="166902" cy="19710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2226;p58">
            <a:extLst>
              <a:ext uri="{FF2B5EF4-FFF2-40B4-BE49-F238E27FC236}">
                <a16:creationId xmlns:a16="http://schemas.microsoft.com/office/drawing/2014/main" id="{717CEE1B-141E-2B2E-AEBD-856DD6258C9A}"/>
              </a:ext>
            </a:extLst>
          </p:cNvPr>
          <p:cNvSpPr txBox="1">
            <a:spLocks noGrp="1"/>
          </p:cNvSpPr>
          <p:nvPr>
            <p:ph type="title"/>
          </p:nvPr>
        </p:nvSpPr>
        <p:spPr>
          <a:xfrm>
            <a:off x="685801" y="626533"/>
            <a:ext cx="8187266" cy="400473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8000" dirty="0"/>
              <a:t>Giúp hàm chính (main) cô đọng </a:t>
            </a:r>
            <a:r>
              <a:rPr lang="en-US" sz="8000" dirty="0"/>
              <a:t>&amp;</a:t>
            </a:r>
            <a:r>
              <a:rPr lang="vi-VN" sz="8000" dirty="0"/>
              <a:t> dễ hiểu hơn</a:t>
            </a:r>
          </a:p>
        </p:txBody>
      </p:sp>
    </p:spTree>
    <p:extLst>
      <p:ext uri="{BB962C8B-B14F-4D97-AF65-F5344CB8AC3E}">
        <p14:creationId xmlns:p14="http://schemas.microsoft.com/office/powerpoint/2010/main" val="39355813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grpSp>
        <p:nvGrpSpPr>
          <p:cNvPr id="2180" name="Google Shape;2180;p58"/>
          <p:cNvGrpSpPr/>
          <p:nvPr/>
        </p:nvGrpSpPr>
        <p:grpSpPr>
          <a:xfrm>
            <a:off x="496750" y="173800"/>
            <a:ext cx="8150515" cy="4512401"/>
            <a:chOff x="627130" y="128603"/>
            <a:chExt cx="8316852" cy="4604490"/>
          </a:xfrm>
        </p:grpSpPr>
        <p:grpSp>
          <p:nvGrpSpPr>
            <p:cNvPr id="2181" name="Google Shape;2181;p58"/>
            <p:cNvGrpSpPr/>
            <p:nvPr/>
          </p:nvGrpSpPr>
          <p:grpSpPr>
            <a:xfrm>
              <a:off x="627130" y="128603"/>
              <a:ext cx="8316852" cy="4604490"/>
              <a:chOff x="627130" y="428622"/>
              <a:chExt cx="8316852" cy="4568400"/>
            </a:xfrm>
          </p:grpSpPr>
          <p:sp>
            <p:nvSpPr>
              <p:cNvPr id="2182" name="Google Shape;2182;p5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3" name="Google Shape;2183;p58"/>
              <p:cNvGrpSpPr/>
              <p:nvPr/>
            </p:nvGrpSpPr>
            <p:grpSpPr>
              <a:xfrm>
                <a:off x="627130" y="428636"/>
                <a:ext cx="8316852" cy="490301"/>
                <a:chOff x="280295" y="238126"/>
                <a:chExt cx="9047924" cy="533400"/>
              </a:xfrm>
            </p:grpSpPr>
            <p:sp>
              <p:nvSpPr>
                <p:cNvPr id="2184" name="Google Shape;2184;p5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5" name="Google Shape;2185;p5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6" name="Google Shape;2186;p58"/>
                <p:cNvGrpSpPr/>
                <p:nvPr/>
              </p:nvGrpSpPr>
              <p:grpSpPr>
                <a:xfrm>
                  <a:off x="8425674" y="386584"/>
                  <a:ext cx="655694" cy="176896"/>
                  <a:chOff x="13400537" y="1039026"/>
                  <a:chExt cx="495013" cy="133547"/>
                </a:xfrm>
              </p:grpSpPr>
              <p:sp>
                <p:nvSpPr>
                  <p:cNvPr id="2187" name="Google Shape;2187;p5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8" name="Google Shape;2188;p5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9" name="Google Shape;2189;p5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0" name="Google Shape;2190;p5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1" name="Google Shape;2191;p5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2" name="Google Shape;2192;p5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grpSp>
        <p:sp>
          <p:nvSpPr>
            <p:cNvPr id="2193" name="Google Shape;2193;p5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2194" name="Google Shape;2194;p58"/>
          <p:cNvSpPr/>
          <p:nvPr/>
        </p:nvSpPr>
        <p:spPr>
          <a:xfrm>
            <a:off x="4654340" y="2993214"/>
            <a:ext cx="3782053" cy="1256336"/>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5" name="Google Shape;2195;p58"/>
          <p:cNvSpPr/>
          <p:nvPr/>
        </p:nvSpPr>
        <p:spPr>
          <a:xfrm>
            <a:off x="4666566" y="829024"/>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6" name="Google Shape;2196;p58"/>
          <p:cNvSpPr/>
          <p:nvPr/>
        </p:nvSpPr>
        <p:spPr>
          <a:xfrm>
            <a:off x="717695" y="2998356"/>
            <a:ext cx="3766574" cy="1251194"/>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7" name="Google Shape;2197;p58"/>
          <p:cNvSpPr/>
          <p:nvPr/>
        </p:nvSpPr>
        <p:spPr>
          <a:xfrm>
            <a:off x="713082" y="829025"/>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198" name="Google Shape;2198;p58"/>
          <p:cNvGrpSpPr/>
          <p:nvPr/>
        </p:nvGrpSpPr>
        <p:grpSpPr>
          <a:xfrm>
            <a:off x="4646543" y="3000067"/>
            <a:ext cx="1257582" cy="1257595"/>
            <a:chOff x="3265750" y="653125"/>
            <a:chExt cx="340625" cy="434325"/>
          </a:xfrm>
        </p:grpSpPr>
        <p:sp>
          <p:nvSpPr>
            <p:cNvPr id="2199" name="Google Shape;2199;p58"/>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0" name="Google Shape;2200;p58"/>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1" name="Google Shape;2201;p5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2" name="Google Shape;2202;p5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3" name="Google Shape;2203;p5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4" name="Google Shape;2204;p5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5" name="Google Shape;2205;p5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6" name="Google Shape;2206;p5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07" name="Google Shape;2207;p58"/>
          <p:cNvGrpSpPr/>
          <p:nvPr/>
        </p:nvGrpSpPr>
        <p:grpSpPr>
          <a:xfrm>
            <a:off x="4659641" y="820867"/>
            <a:ext cx="1274385" cy="1274412"/>
            <a:chOff x="3265747" y="653121"/>
            <a:chExt cx="355783" cy="434325"/>
          </a:xfrm>
        </p:grpSpPr>
        <p:sp>
          <p:nvSpPr>
            <p:cNvPr id="2208" name="Google Shape;2208;p58"/>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9" name="Google Shape;2209;p58"/>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0" name="Google Shape;2210;p5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1" name="Google Shape;2211;p5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5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3" name="Google Shape;2213;p5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4" name="Google Shape;2214;p5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5" name="Google Shape;2215;p5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16" name="Google Shape;2216;p58"/>
          <p:cNvGrpSpPr/>
          <p:nvPr/>
        </p:nvGrpSpPr>
        <p:grpSpPr>
          <a:xfrm>
            <a:off x="3229130" y="820870"/>
            <a:ext cx="1281365" cy="1281379"/>
            <a:chOff x="2494400" y="653125"/>
            <a:chExt cx="340625" cy="434325"/>
          </a:xfrm>
        </p:grpSpPr>
        <p:sp>
          <p:nvSpPr>
            <p:cNvPr id="2217" name="Google Shape;2217;p5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8" name="Google Shape;2218;p5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9" name="Google Shape;2219;p5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0" name="Google Shape;2220;p5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1" name="Google Shape;2221;p5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2" name="Google Shape;2222;p5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3" name="Google Shape;2223;p5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4" name="Google Shape;2224;p5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26" name="Google Shape;2226;p58"/>
          <p:cNvSpPr txBox="1">
            <a:spLocks noGrp="1"/>
          </p:cNvSpPr>
          <p:nvPr>
            <p:ph type="title" idx="2"/>
          </p:nvPr>
        </p:nvSpPr>
        <p:spPr>
          <a:xfrm>
            <a:off x="986668" y="1289158"/>
            <a:ext cx="2046300" cy="44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Tái </a:t>
            </a:r>
            <a:r>
              <a:rPr lang="en-US" dirty="0" err="1"/>
              <a:t>sử</a:t>
            </a:r>
            <a:r>
              <a:rPr lang="en-US" dirty="0"/>
              <a:t> </a:t>
            </a:r>
            <a:r>
              <a:rPr lang="en-US" dirty="0" err="1"/>
              <a:t>dụng</a:t>
            </a:r>
            <a:endParaRPr dirty="0"/>
          </a:p>
        </p:txBody>
      </p:sp>
      <p:sp>
        <p:nvSpPr>
          <p:cNvPr id="2228" name="Google Shape;2228;p58"/>
          <p:cNvSpPr txBox="1">
            <a:spLocks noGrp="1"/>
          </p:cNvSpPr>
          <p:nvPr>
            <p:ph type="title" idx="3"/>
          </p:nvPr>
        </p:nvSpPr>
        <p:spPr>
          <a:xfrm>
            <a:off x="6305084" y="840611"/>
            <a:ext cx="1764125" cy="12616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Sửa </a:t>
            </a:r>
            <a:r>
              <a:rPr lang="en-US" dirty="0" err="1"/>
              <a:t>lỗi</a:t>
            </a:r>
            <a:r>
              <a:rPr lang="en-US" dirty="0"/>
              <a:t> </a:t>
            </a:r>
            <a:br>
              <a:rPr lang="en-US" dirty="0"/>
            </a:br>
            <a:r>
              <a:rPr lang="en-US" dirty="0"/>
              <a:t>&amp; </a:t>
            </a:r>
            <a:br>
              <a:rPr lang="en-US" dirty="0"/>
            </a:br>
            <a:r>
              <a:rPr lang="en-US" dirty="0" err="1"/>
              <a:t>cải</a:t>
            </a:r>
            <a:r>
              <a:rPr lang="en-US" dirty="0"/>
              <a:t> </a:t>
            </a:r>
            <a:r>
              <a:rPr lang="en-US" dirty="0" err="1"/>
              <a:t>tiến</a:t>
            </a:r>
            <a:endParaRPr dirty="0"/>
          </a:p>
        </p:txBody>
      </p:sp>
      <p:sp>
        <p:nvSpPr>
          <p:cNvPr id="2231" name="Google Shape;2231;p58"/>
          <p:cNvSpPr txBox="1">
            <a:spLocks noGrp="1"/>
          </p:cNvSpPr>
          <p:nvPr>
            <p:ph type="title" idx="7"/>
          </p:nvPr>
        </p:nvSpPr>
        <p:spPr>
          <a:xfrm>
            <a:off x="6100953" y="3469918"/>
            <a:ext cx="2138611" cy="44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Giúp hàm chính (main) cô đọng </a:t>
            </a:r>
            <a:r>
              <a:rPr lang="en-US" dirty="0"/>
              <a:t>&amp;</a:t>
            </a:r>
            <a:r>
              <a:rPr lang="vi-VN" dirty="0"/>
              <a:t> dễ hiểu hơn</a:t>
            </a:r>
            <a:endParaRPr dirty="0"/>
          </a:p>
        </p:txBody>
      </p:sp>
      <p:grpSp>
        <p:nvGrpSpPr>
          <p:cNvPr id="2233" name="Google Shape;2233;p58"/>
          <p:cNvGrpSpPr/>
          <p:nvPr/>
        </p:nvGrpSpPr>
        <p:grpSpPr>
          <a:xfrm>
            <a:off x="3237819" y="2982381"/>
            <a:ext cx="1269201" cy="1280241"/>
            <a:chOff x="2879000" y="653125"/>
            <a:chExt cx="340650" cy="434325"/>
          </a:xfrm>
        </p:grpSpPr>
        <p:sp>
          <p:nvSpPr>
            <p:cNvPr id="2234" name="Google Shape;2234;p58"/>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5" name="Google Shape;2235;p58"/>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6" name="Google Shape;2236;p58"/>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7" name="Google Shape;2237;p58"/>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8" name="Google Shape;2238;p58"/>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9" name="Google Shape;2239;p58"/>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0" name="Google Shape;2240;p58"/>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1" name="Google Shape;2241;p58"/>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42" name="Google Shape;2242;p58"/>
          <p:cNvSpPr txBox="1">
            <a:spLocks noGrp="1"/>
          </p:cNvSpPr>
          <p:nvPr>
            <p:ph type="title" idx="5"/>
          </p:nvPr>
        </p:nvSpPr>
        <p:spPr>
          <a:xfrm>
            <a:off x="815248" y="3122512"/>
            <a:ext cx="2247871" cy="1143013"/>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dirty="0"/>
              <a:t>Đ</a:t>
            </a:r>
            <a:r>
              <a:rPr lang="vi-VN" dirty="0"/>
              <a:t>ược gọi nhiều lần với các đối số khác nhau</a:t>
            </a:r>
            <a:endParaRPr dirty="0"/>
          </a:p>
        </p:txBody>
      </p:sp>
      <p:sp>
        <p:nvSpPr>
          <p:cNvPr id="2" name="TextBox 1">
            <a:extLst>
              <a:ext uri="{FF2B5EF4-FFF2-40B4-BE49-F238E27FC236}">
                <a16:creationId xmlns:a16="http://schemas.microsoft.com/office/drawing/2014/main" id="{93D29C2D-CDC4-6874-26DC-C5AC630B1119}"/>
              </a:ext>
            </a:extLst>
          </p:cNvPr>
          <p:cNvSpPr txBox="1"/>
          <p:nvPr/>
        </p:nvSpPr>
        <p:spPr>
          <a:xfrm>
            <a:off x="3517743" y="1221320"/>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2.1</a:t>
            </a:r>
          </a:p>
        </p:txBody>
      </p:sp>
      <p:sp>
        <p:nvSpPr>
          <p:cNvPr id="3" name="TextBox 2">
            <a:extLst>
              <a:ext uri="{FF2B5EF4-FFF2-40B4-BE49-F238E27FC236}">
                <a16:creationId xmlns:a16="http://schemas.microsoft.com/office/drawing/2014/main" id="{DF723BDE-5A8C-A052-EAAB-2D1EFD03CF8B}"/>
              </a:ext>
            </a:extLst>
          </p:cNvPr>
          <p:cNvSpPr txBox="1"/>
          <p:nvPr/>
        </p:nvSpPr>
        <p:spPr>
          <a:xfrm>
            <a:off x="4917717" y="1215826"/>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2.2</a:t>
            </a:r>
          </a:p>
        </p:txBody>
      </p:sp>
      <p:sp>
        <p:nvSpPr>
          <p:cNvPr id="4" name="TextBox 3">
            <a:extLst>
              <a:ext uri="{FF2B5EF4-FFF2-40B4-BE49-F238E27FC236}">
                <a16:creationId xmlns:a16="http://schemas.microsoft.com/office/drawing/2014/main" id="{40AEE8B3-6D29-37B6-F240-12C8B92B2FFD}"/>
              </a:ext>
            </a:extLst>
          </p:cNvPr>
          <p:cNvSpPr txBox="1"/>
          <p:nvPr/>
        </p:nvSpPr>
        <p:spPr>
          <a:xfrm>
            <a:off x="3515414" y="3399952"/>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2.3</a:t>
            </a:r>
          </a:p>
        </p:txBody>
      </p:sp>
      <p:sp>
        <p:nvSpPr>
          <p:cNvPr id="5" name="TextBox 4">
            <a:extLst>
              <a:ext uri="{FF2B5EF4-FFF2-40B4-BE49-F238E27FC236}">
                <a16:creationId xmlns:a16="http://schemas.microsoft.com/office/drawing/2014/main" id="{CE12935F-6CA1-D8B5-2CE3-CAAAA573F271}"/>
              </a:ext>
            </a:extLst>
          </p:cNvPr>
          <p:cNvSpPr txBox="1"/>
          <p:nvPr/>
        </p:nvSpPr>
        <p:spPr>
          <a:xfrm>
            <a:off x="4925665" y="3399952"/>
            <a:ext cx="775071"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2.4</a:t>
            </a:r>
          </a:p>
        </p:txBody>
      </p:sp>
    </p:spTree>
    <p:extLst>
      <p:ext uri="{BB962C8B-B14F-4D97-AF65-F5344CB8AC3E}">
        <p14:creationId xmlns:p14="http://schemas.microsoft.com/office/powerpoint/2010/main" val="10827572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2"/>
        <p:cNvGrpSpPr/>
        <p:nvPr/>
      </p:nvGrpSpPr>
      <p:grpSpPr>
        <a:xfrm>
          <a:off x="0" y="0"/>
          <a:ext cx="0" cy="0"/>
          <a:chOff x="0" y="0"/>
          <a:chExt cx="0" cy="0"/>
        </a:xfrm>
      </p:grpSpPr>
      <p:sp>
        <p:nvSpPr>
          <p:cNvPr id="2813" name="Google Shape;2813;p65"/>
          <p:cNvSpPr/>
          <p:nvPr/>
        </p:nvSpPr>
        <p:spPr>
          <a:xfrm>
            <a:off x="1360850" y="1593451"/>
            <a:ext cx="150402" cy="177598"/>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4" name="Google Shape;2814;p65"/>
          <p:cNvSpPr txBox="1">
            <a:spLocks noGrp="1"/>
          </p:cNvSpPr>
          <p:nvPr>
            <p:ph type="title"/>
          </p:nvPr>
        </p:nvSpPr>
        <p:spPr>
          <a:xfrm>
            <a:off x="1326512" y="2001146"/>
            <a:ext cx="5655907" cy="228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000" dirty="0"/>
              <a:t>Cấu trúc, quy tắc </a:t>
            </a:r>
            <a:br>
              <a:rPr lang="en-US" sz="5000" dirty="0"/>
            </a:br>
            <a:r>
              <a:rPr lang="en-US" sz="5000" dirty="0"/>
              <a:t>xây dựng </a:t>
            </a:r>
            <a:br>
              <a:rPr lang="en-US" sz="5000" dirty="0"/>
            </a:br>
            <a:r>
              <a:rPr lang="en-US" sz="5000" dirty="0"/>
              <a:t>&amp; sử dụng hàm</a:t>
            </a:r>
            <a:endParaRPr sz="5000" dirty="0"/>
          </a:p>
        </p:txBody>
      </p:sp>
      <p:grpSp>
        <p:nvGrpSpPr>
          <p:cNvPr id="2817" name="Google Shape;2817;p65"/>
          <p:cNvGrpSpPr/>
          <p:nvPr/>
        </p:nvGrpSpPr>
        <p:grpSpPr>
          <a:xfrm rot="2700000">
            <a:off x="3230846" y="7864"/>
            <a:ext cx="1211801" cy="1565934"/>
            <a:chOff x="5543700" y="1778175"/>
            <a:chExt cx="396425" cy="512275"/>
          </a:xfrm>
        </p:grpSpPr>
        <p:sp>
          <p:nvSpPr>
            <p:cNvPr id="2818" name="Google Shape;2818;p65"/>
            <p:cNvSpPr/>
            <p:nvPr/>
          </p:nvSpPr>
          <p:spPr>
            <a:xfrm>
              <a:off x="5757250" y="1784975"/>
              <a:ext cx="176150" cy="157550"/>
            </a:xfrm>
            <a:custGeom>
              <a:avLst/>
              <a:gdLst/>
              <a:ahLst/>
              <a:cxnLst/>
              <a:rect l="l" t="t" r="r" b="b"/>
              <a:pathLst>
                <a:path w="7046" h="6302" extrusionOk="0">
                  <a:moveTo>
                    <a:pt x="1929" y="0"/>
                  </a:moveTo>
                  <a:lnTo>
                    <a:pt x="0" y="3392"/>
                  </a:lnTo>
                  <a:lnTo>
                    <a:pt x="5117" y="6301"/>
                  </a:lnTo>
                  <a:lnTo>
                    <a:pt x="7046" y="2909"/>
                  </a:lnTo>
                  <a:lnTo>
                    <a:pt x="19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9" name="Google Shape;2819;p65"/>
            <p:cNvSpPr/>
            <p:nvPr/>
          </p:nvSpPr>
          <p:spPr>
            <a:xfrm>
              <a:off x="5795500" y="1833000"/>
              <a:ext cx="43125" cy="34800"/>
            </a:xfrm>
            <a:custGeom>
              <a:avLst/>
              <a:gdLst/>
              <a:ahLst/>
              <a:cxnLst/>
              <a:rect l="l" t="t" r="r" b="b"/>
              <a:pathLst>
                <a:path w="1725" h="1392" extrusionOk="0">
                  <a:moveTo>
                    <a:pt x="347" y="0"/>
                  </a:moveTo>
                  <a:lnTo>
                    <a:pt x="1" y="608"/>
                  </a:lnTo>
                  <a:lnTo>
                    <a:pt x="1379" y="1391"/>
                  </a:lnTo>
                  <a:lnTo>
                    <a:pt x="1724" y="783"/>
                  </a:lnTo>
                  <a:lnTo>
                    <a:pt x="3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0" name="Google Shape;2820;p65"/>
            <p:cNvSpPr/>
            <p:nvPr/>
          </p:nvSpPr>
          <p:spPr>
            <a:xfrm>
              <a:off x="5851825" y="1864775"/>
              <a:ext cx="43100" cy="34825"/>
            </a:xfrm>
            <a:custGeom>
              <a:avLst/>
              <a:gdLst/>
              <a:ahLst/>
              <a:cxnLst/>
              <a:rect l="l" t="t" r="r" b="b"/>
              <a:pathLst>
                <a:path w="1724" h="1393" extrusionOk="0">
                  <a:moveTo>
                    <a:pt x="346" y="0"/>
                  </a:moveTo>
                  <a:lnTo>
                    <a:pt x="0" y="609"/>
                  </a:lnTo>
                  <a:lnTo>
                    <a:pt x="1378" y="1392"/>
                  </a:lnTo>
                  <a:lnTo>
                    <a:pt x="1724" y="783"/>
                  </a:lnTo>
                  <a:lnTo>
                    <a:pt x="34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1" name="Google Shape;2821;p65"/>
            <p:cNvSpPr/>
            <p:nvPr/>
          </p:nvSpPr>
          <p:spPr>
            <a:xfrm>
              <a:off x="5757025" y="1850925"/>
              <a:ext cx="138750" cy="91700"/>
            </a:xfrm>
            <a:custGeom>
              <a:avLst/>
              <a:gdLst/>
              <a:ahLst/>
              <a:cxnLst/>
              <a:rect l="l" t="t" r="r" b="b"/>
              <a:pathLst>
                <a:path w="5550" h="3668" extrusionOk="0">
                  <a:moveTo>
                    <a:pt x="432" y="1"/>
                  </a:moveTo>
                  <a:lnTo>
                    <a:pt x="1" y="758"/>
                  </a:lnTo>
                  <a:lnTo>
                    <a:pt x="5118" y="3667"/>
                  </a:lnTo>
                  <a:lnTo>
                    <a:pt x="5549" y="2910"/>
                  </a:lnTo>
                  <a:lnTo>
                    <a:pt x="432" y="1"/>
                  </a:lnTo>
                  <a:close/>
                </a:path>
              </a:pathLst>
            </a:custGeom>
            <a:solidFill>
              <a:srgbClr val="9EA2E0">
                <a:alpha val="267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2" name="Google Shape;2822;p65"/>
            <p:cNvSpPr/>
            <p:nvPr/>
          </p:nvSpPr>
          <p:spPr>
            <a:xfrm>
              <a:off x="5750150" y="1778175"/>
              <a:ext cx="189975" cy="171400"/>
            </a:xfrm>
            <a:custGeom>
              <a:avLst/>
              <a:gdLst/>
              <a:ahLst/>
              <a:cxnLst/>
              <a:rect l="l" t="t" r="r" b="b"/>
              <a:pathLst>
                <a:path w="7599" h="6856" extrusionOk="0">
                  <a:moveTo>
                    <a:pt x="2280" y="553"/>
                  </a:moveTo>
                  <a:lnTo>
                    <a:pt x="7045" y="3260"/>
                  </a:lnTo>
                  <a:lnTo>
                    <a:pt x="5316" y="6300"/>
                  </a:lnTo>
                  <a:lnTo>
                    <a:pt x="552" y="3592"/>
                  </a:lnTo>
                  <a:lnTo>
                    <a:pt x="2280" y="553"/>
                  </a:lnTo>
                  <a:close/>
                  <a:moveTo>
                    <a:pt x="2129" y="1"/>
                  </a:moveTo>
                  <a:lnTo>
                    <a:pt x="0" y="3746"/>
                  </a:lnTo>
                  <a:lnTo>
                    <a:pt x="5470" y="6855"/>
                  </a:lnTo>
                  <a:lnTo>
                    <a:pt x="7598" y="3110"/>
                  </a:lnTo>
                  <a:lnTo>
                    <a:pt x="2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3" name="Google Shape;2823;p65"/>
            <p:cNvSpPr/>
            <p:nvPr/>
          </p:nvSpPr>
          <p:spPr>
            <a:xfrm>
              <a:off x="5549250" y="1858025"/>
              <a:ext cx="355600" cy="427275"/>
            </a:xfrm>
            <a:custGeom>
              <a:avLst/>
              <a:gdLst/>
              <a:ahLst/>
              <a:cxnLst/>
              <a:rect l="l" t="t" r="r" b="b"/>
              <a:pathLst>
                <a:path w="14224" h="17091" extrusionOk="0">
                  <a:moveTo>
                    <a:pt x="7478" y="1"/>
                  </a:moveTo>
                  <a:lnTo>
                    <a:pt x="1060" y="11294"/>
                  </a:lnTo>
                  <a:cubicBezTo>
                    <a:pt x="0" y="13156"/>
                    <a:pt x="652" y="15524"/>
                    <a:pt x="2515" y="16583"/>
                  </a:cubicBezTo>
                  <a:cubicBezTo>
                    <a:pt x="3120" y="16927"/>
                    <a:pt x="3779" y="17091"/>
                    <a:pt x="4429" y="17091"/>
                  </a:cubicBezTo>
                  <a:cubicBezTo>
                    <a:pt x="5779" y="17091"/>
                    <a:pt x="7090" y="16385"/>
                    <a:pt x="7805" y="15128"/>
                  </a:cubicBezTo>
                  <a:lnTo>
                    <a:pt x="14223" y="3835"/>
                  </a:lnTo>
                  <a:lnTo>
                    <a:pt x="74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4" name="Google Shape;2824;p65"/>
            <p:cNvSpPr/>
            <p:nvPr/>
          </p:nvSpPr>
          <p:spPr>
            <a:xfrm>
              <a:off x="5612600" y="1906250"/>
              <a:ext cx="292250" cy="379025"/>
            </a:xfrm>
            <a:custGeom>
              <a:avLst/>
              <a:gdLst/>
              <a:ahLst/>
              <a:cxnLst/>
              <a:rect l="l" t="t" r="r" b="b"/>
              <a:pathLst>
                <a:path w="11690" h="15161" extrusionOk="0">
                  <a:moveTo>
                    <a:pt x="8337" y="0"/>
                  </a:moveTo>
                  <a:lnTo>
                    <a:pt x="1" y="14664"/>
                  </a:lnTo>
                  <a:cubicBezTo>
                    <a:pt x="601" y="15001"/>
                    <a:pt x="1252" y="15161"/>
                    <a:pt x="1895" y="15161"/>
                  </a:cubicBezTo>
                  <a:cubicBezTo>
                    <a:pt x="3245" y="15161"/>
                    <a:pt x="4556" y="14455"/>
                    <a:pt x="5271" y="13199"/>
                  </a:cubicBezTo>
                  <a:lnTo>
                    <a:pt x="11689" y="1906"/>
                  </a:lnTo>
                  <a:lnTo>
                    <a:pt x="83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5" name="Google Shape;2825;p65"/>
            <p:cNvSpPr/>
            <p:nvPr/>
          </p:nvSpPr>
          <p:spPr>
            <a:xfrm>
              <a:off x="5604750" y="1945300"/>
              <a:ext cx="297100" cy="336300"/>
            </a:xfrm>
            <a:custGeom>
              <a:avLst/>
              <a:gdLst/>
              <a:ahLst/>
              <a:cxnLst/>
              <a:rect l="l" t="t" r="r" b="b"/>
              <a:pathLst>
                <a:path w="11884" h="13452" extrusionOk="0">
                  <a:moveTo>
                    <a:pt x="11531" y="1"/>
                  </a:moveTo>
                  <a:lnTo>
                    <a:pt x="5217" y="11107"/>
                  </a:lnTo>
                  <a:cubicBezTo>
                    <a:pt x="4675" y="12063"/>
                    <a:pt x="3898" y="12695"/>
                    <a:pt x="2972" y="12938"/>
                  </a:cubicBezTo>
                  <a:cubicBezTo>
                    <a:pt x="2698" y="13010"/>
                    <a:pt x="2416" y="13045"/>
                    <a:pt x="2133" y="13045"/>
                  </a:cubicBezTo>
                  <a:cubicBezTo>
                    <a:pt x="1481" y="13045"/>
                    <a:pt x="819" y="12857"/>
                    <a:pt x="210" y="12490"/>
                  </a:cubicBezTo>
                  <a:lnTo>
                    <a:pt x="0" y="12838"/>
                  </a:lnTo>
                  <a:cubicBezTo>
                    <a:pt x="34" y="12858"/>
                    <a:pt x="65" y="12876"/>
                    <a:pt x="98" y="12895"/>
                  </a:cubicBezTo>
                  <a:cubicBezTo>
                    <a:pt x="746" y="13263"/>
                    <a:pt x="1443" y="13452"/>
                    <a:pt x="2133" y="13452"/>
                  </a:cubicBezTo>
                  <a:cubicBezTo>
                    <a:pt x="2451" y="13452"/>
                    <a:pt x="2767" y="13412"/>
                    <a:pt x="3075" y="13330"/>
                  </a:cubicBezTo>
                  <a:cubicBezTo>
                    <a:pt x="4109" y="13059"/>
                    <a:pt x="4971" y="12360"/>
                    <a:pt x="5570" y="11308"/>
                  </a:cubicBezTo>
                  <a:lnTo>
                    <a:pt x="11883" y="201"/>
                  </a:lnTo>
                  <a:lnTo>
                    <a:pt x="115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6" name="Google Shape;2826;p65"/>
            <p:cNvSpPr/>
            <p:nvPr/>
          </p:nvSpPr>
          <p:spPr>
            <a:xfrm>
              <a:off x="5817025" y="1952675"/>
              <a:ext cx="64825" cy="42850"/>
            </a:xfrm>
            <a:custGeom>
              <a:avLst/>
              <a:gdLst/>
              <a:ahLst/>
              <a:cxnLst/>
              <a:rect l="l" t="t" r="r" b="b"/>
              <a:pathLst>
                <a:path w="2593" h="1714" extrusionOk="0">
                  <a:moveTo>
                    <a:pt x="201" y="0"/>
                  </a:moveTo>
                  <a:lnTo>
                    <a:pt x="0" y="354"/>
                  </a:lnTo>
                  <a:lnTo>
                    <a:pt x="2392" y="1713"/>
                  </a:lnTo>
                  <a:lnTo>
                    <a:pt x="2593" y="1360"/>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7" name="Google Shape;2827;p65"/>
            <p:cNvSpPr/>
            <p:nvPr/>
          </p:nvSpPr>
          <p:spPr>
            <a:xfrm>
              <a:off x="5834350" y="1922175"/>
              <a:ext cx="64850" cy="42850"/>
            </a:xfrm>
            <a:custGeom>
              <a:avLst/>
              <a:gdLst/>
              <a:ahLst/>
              <a:cxnLst/>
              <a:rect l="l" t="t" r="r" b="b"/>
              <a:pathLst>
                <a:path w="2594" h="1714" extrusionOk="0">
                  <a:moveTo>
                    <a:pt x="202" y="1"/>
                  </a:moveTo>
                  <a:lnTo>
                    <a:pt x="1" y="353"/>
                  </a:lnTo>
                  <a:lnTo>
                    <a:pt x="2392" y="1714"/>
                  </a:lnTo>
                  <a:lnTo>
                    <a:pt x="2593" y="1360"/>
                  </a:lnTo>
                  <a:lnTo>
                    <a:pt x="2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8" name="Google Shape;2828;p65"/>
            <p:cNvSpPr/>
            <p:nvPr/>
          </p:nvSpPr>
          <p:spPr>
            <a:xfrm>
              <a:off x="5811850" y="1961675"/>
              <a:ext cx="64825" cy="42825"/>
            </a:xfrm>
            <a:custGeom>
              <a:avLst/>
              <a:gdLst/>
              <a:ahLst/>
              <a:cxnLst/>
              <a:rect l="l" t="t" r="r" b="b"/>
              <a:pathLst>
                <a:path w="2593" h="1713" extrusionOk="0">
                  <a:moveTo>
                    <a:pt x="200" y="0"/>
                  </a:moveTo>
                  <a:lnTo>
                    <a:pt x="0" y="353"/>
                  </a:lnTo>
                  <a:lnTo>
                    <a:pt x="2393" y="1713"/>
                  </a:lnTo>
                  <a:lnTo>
                    <a:pt x="2593" y="1360"/>
                  </a:lnTo>
                  <a:lnTo>
                    <a:pt x="2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9" name="Google Shape;2829;p65"/>
            <p:cNvSpPr/>
            <p:nvPr/>
          </p:nvSpPr>
          <p:spPr>
            <a:xfrm>
              <a:off x="5715375" y="1894975"/>
              <a:ext cx="64825" cy="42825"/>
            </a:xfrm>
            <a:custGeom>
              <a:avLst/>
              <a:gdLst/>
              <a:ahLst/>
              <a:cxnLst/>
              <a:rect l="l" t="t" r="r" b="b"/>
              <a:pathLst>
                <a:path w="2593" h="1713" extrusionOk="0">
                  <a:moveTo>
                    <a:pt x="201" y="0"/>
                  </a:moveTo>
                  <a:lnTo>
                    <a:pt x="0" y="354"/>
                  </a:lnTo>
                  <a:lnTo>
                    <a:pt x="2393" y="1713"/>
                  </a:lnTo>
                  <a:lnTo>
                    <a:pt x="2593" y="1359"/>
                  </a:lnTo>
                  <a:lnTo>
                    <a:pt x="2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0" name="Google Shape;2830;p65"/>
            <p:cNvSpPr/>
            <p:nvPr/>
          </p:nvSpPr>
          <p:spPr>
            <a:xfrm>
              <a:off x="5593050" y="1864900"/>
              <a:ext cx="210750" cy="260425"/>
            </a:xfrm>
            <a:custGeom>
              <a:avLst/>
              <a:gdLst/>
              <a:ahLst/>
              <a:cxnLst/>
              <a:rect l="l" t="t" r="r" b="b"/>
              <a:pathLst>
                <a:path w="8430" h="10417" extrusionOk="0">
                  <a:moveTo>
                    <a:pt x="5805" y="1"/>
                  </a:moveTo>
                  <a:lnTo>
                    <a:pt x="56" y="10114"/>
                  </a:lnTo>
                  <a:cubicBezTo>
                    <a:pt x="0" y="10211"/>
                    <a:pt x="35" y="10335"/>
                    <a:pt x="132" y="10390"/>
                  </a:cubicBezTo>
                  <a:cubicBezTo>
                    <a:pt x="163" y="10408"/>
                    <a:pt x="198" y="10416"/>
                    <a:pt x="232" y="10416"/>
                  </a:cubicBezTo>
                  <a:cubicBezTo>
                    <a:pt x="302" y="10416"/>
                    <a:pt x="371" y="10379"/>
                    <a:pt x="409" y="10314"/>
                  </a:cubicBezTo>
                  <a:lnTo>
                    <a:pt x="5958" y="553"/>
                  </a:lnTo>
                  <a:lnTo>
                    <a:pt x="8098" y="1770"/>
                  </a:lnTo>
                  <a:cubicBezTo>
                    <a:pt x="8129" y="1788"/>
                    <a:pt x="8163" y="1796"/>
                    <a:pt x="8197" y="1796"/>
                  </a:cubicBezTo>
                  <a:cubicBezTo>
                    <a:pt x="8268" y="1796"/>
                    <a:pt x="8336" y="1759"/>
                    <a:pt x="8373" y="1693"/>
                  </a:cubicBezTo>
                  <a:cubicBezTo>
                    <a:pt x="8429" y="1596"/>
                    <a:pt x="8395" y="1472"/>
                    <a:pt x="8298" y="1418"/>
                  </a:cubicBezTo>
                  <a:lnTo>
                    <a:pt x="5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1" name="Google Shape;2831;p65"/>
            <p:cNvSpPr/>
            <p:nvPr/>
          </p:nvSpPr>
          <p:spPr>
            <a:xfrm>
              <a:off x="5728275" y="1890950"/>
              <a:ext cx="56650" cy="38100"/>
            </a:xfrm>
            <a:custGeom>
              <a:avLst/>
              <a:gdLst/>
              <a:ahLst/>
              <a:cxnLst/>
              <a:rect l="l" t="t" r="r" b="b"/>
              <a:pathLst>
                <a:path w="2266" h="1524" extrusionOk="0">
                  <a:moveTo>
                    <a:pt x="199" y="0"/>
                  </a:moveTo>
                  <a:lnTo>
                    <a:pt x="1" y="349"/>
                  </a:lnTo>
                  <a:lnTo>
                    <a:pt x="2068" y="1523"/>
                  </a:lnTo>
                  <a:lnTo>
                    <a:pt x="2266" y="1175"/>
                  </a:lnTo>
                  <a:lnTo>
                    <a:pt x="1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2" name="Google Shape;2832;p65"/>
            <p:cNvSpPr/>
            <p:nvPr/>
          </p:nvSpPr>
          <p:spPr>
            <a:xfrm>
              <a:off x="5543700" y="1851225"/>
              <a:ext cx="368275" cy="439225"/>
            </a:xfrm>
            <a:custGeom>
              <a:avLst/>
              <a:gdLst/>
              <a:ahLst/>
              <a:cxnLst/>
              <a:rect l="l" t="t" r="r" b="b"/>
              <a:pathLst>
                <a:path w="14731" h="17569" extrusionOk="0">
                  <a:moveTo>
                    <a:pt x="7785" y="555"/>
                  </a:moveTo>
                  <a:lnTo>
                    <a:pt x="14176" y="4187"/>
                  </a:lnTo>
                  <a:lnTo>
                    <a:pt x="7857" y="15303"/>
                  </a:lnTo>
                  <a:cubicBezTo>
                    <a:pt x="7181" y="16493"/>
                    <a:pt x="5935" y="17162"/>
                    <a:pt x="4655" y="17162"/>
                  </a:cubicBezTo>
                  <a:cubicBezTo>
                    <a:pt x="4040" y="17162"/>
                    <a:pt x="3417" y="17008"/>
                    <a:pt x="2845" y="16683"/>
                  </a:cubicBezTo>
                  <a:cubicBezTo>
                    <a:pt x="1083" y="15682"/>
                    <a:pt x="463" y="13433"/>
                    <a:pt x="1466" y="11671"/>
                  </a:cubicBezTo>
                  <a:lnTo>
                    <a:pt x="7785" y="555"/>
                  </a:lnTo>
                  <a:close/>
                  <a:moveTo>
                    <a:pt x="7633" y="0"/>
                  </a:moveTo>
                  <a:lnTo>
                    <a:pt x="1114" y="11470"/>
                  </a:lnTo>
                  <a:cubicBezTo>
                    <a:pt x="0" y="13427"/>
                    <a:pt x="687" y="15922"/>
                    <a:pt x="2644" y="17036"/>
                  </a:cubicBezTo>
                  <a:cubicBezTo>
                    <a:pt x="3280" y="17397"/>
                    <a:pt x="3972" y="17568"/>
                    <a:pt x="4655" y="17568"/>
                  </a:cubicBezTo>
                  <a:cubicBezTo>
                    <a:pt x="6076" y="17568"/>
                    <a:pt x="7458" y="16826"/>
                    <a:pt x="8211" y="15505"/>
                  </a:cubicBezTo>
                  <a:lnTo>
                    <a:pt x="14730" y="4035"/>
                  </a:lnTo>
                  <a:lnTo>
                    <a:pt x="76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33" name="Google Shape;2833;p65"/>
          <p:cNvSpPr/>
          <p:nvPr/>
        </p:nvSpPr>
        <p:spPr>
          <a:xfrm>
            <a:off x="5821762" y="1124448"/>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4" name="Google Shape;2834;p65"/>
          <p:cNvSpPr/>
          <p:nvPr/>
        </p:nvSpPr>
        <p:spPr>
          <a:xfrm>
            <a:off x="4133260" y="4116020"/>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5" name="Google Shape;2835;p65"/>
          <p:cNvSpPr/>
          <p:nvPr/>
        </p:nvSpPr>
        <p:spPr>
          <a:xfrm>
            <a:off x="7679612" y="2220423"/>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6" name="Google Shape;2836;p65"/>
          <p:cNvSpPr/>
          <p:nvPr/>
        </p:nvSpPr>
        <p:spPr>
          <a:xfrm>
            <a:off x="935912" y="3948673"/>
            <a:ext cx="169451" cy="200124"/>
          </a:xfrm>
          <a:custGeom>
            <a:avLst/>
            <a:gdLst/>
            <a:ahLst/>
            <a:cxnLst/>
            <a:rect l="l" t="t" r="r" b="b"/>
            <a:pathLst>
              <a:path w="1691" h="1997" extrusionOk="0">
                <a:moveTo>
                  <a:pt x="884" y="1"/>
                </a:moveTo>
                <a:cubicBezTo>
                  <a:pt x="857" y="1"/>
                  <a:pt x="830" y="16"/>
                  <a:pt x="820" y="48"/>
                </a:cubicBezTo>
                <a:cubicBezTo>
                  <a:pt x="758" y="233"/>
                  <a:pt x="671" y="411"/>
                  <a:pt x="552" y="564"/>
                </a:cubicBezTo>
                <a:cubicBezTo>
                  <a:pt x="421" y="732"/>
                  <a:pt x="251" y="871"/>
                  <a:pt x="56" y="953"/>
                </a:cubicBezTo>
                <a:cubicBezTo>
                  <a:pt x="0" y="977"/>
                  <a:pt x="2" y="1055"/>
                  <a:pt x="57" y="1079"/>
                </a:cubicBezTo>
                <a:cubicBezTo>
                  <a:pt x="435" y="1233"/>
                  <a:pt x="673" y="1527"/>
                  <a:pt x="836" y="1953"/>
                </a:cubicBezTo>
                <a:cubicBezTo>
                  <a:pt x="847" y="1982"/>
                  <a:pt x="873" y="1997"/>
                  <a:pt x="899" y="1997"/>
                </a:cubicBezTo>
                <a:cubicBezTo>
                  <a:pt x="924" y="1997"/>
                  <a:pt x="950" y="1983"/>
                  <a:pt x="961" y="1954"/>
                </a:cubicBezTo>
                <a:cubicBezTo>
                  <a:pt x="1103" y="1604"/>
                  <a:pt x="1300" y="1235"/>
                  <a:pt x="1640" y="1060"/>
                </a:cubicBezTo>
                <a:cubicBezTo>
                  <a:pt x="1691" y="1034"/>
                  <a:pt x="1689" y="964"/>
                  <a:pt x="1639" y="939"/>
                </a:cubicBezTo>
                <a:cubicBezTo>
                  <a:pt x="1449" y="845"/>
                  <a:pt x="1286" y="691"/>
                  <a:pt x="1167" y="513"/>
                </a:cubicBezTo>
                <a:cubicBezTo>
                  <a:pt x="1067" y="363"/>
                  <a:pt x="1000" y="212"/>
                  <a:pt x="950" y="50"/>
                </a:cubicBezTo>
                <a:cubicBezTo>
                  <a:pt x="940" y="17"/>
                  <a:pt x="912" y="1"/>
                  <a:pt x="8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37" name="Google Shape;2837;p65"/>
          <p:cNvGrpSpPr/>
          <p:nvPr/>
        </p:nvGrpSpPr>
        <p:grpSpPr>
          <a:xfrm>
            <a:off x="5821762" y="4116020"/>
            <a:ext cx="380623" cy="505928"/>
            <a:chOff x="5382225" y="1510350"/>
            <a:chExt cx="54075" cy="71875"/>
          </a:xfrm>
        </p:grpSpPr>
        <p:sp>
          <p:nvSpPr>
            <p:cNvPr id="2838" name="Google Shape;2838;p65"/>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9" name="Google Shape;2839;p65"/>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789" name="Google Shape;3026;p68">
            <a:extLst>
              <a:ext uri="{FF2B5EF4-FFF2-40B4-BE49-F238E27FC236}">
                <a16:creationId xmlns:a16="http://schemas.microsoft.com/office/drawing/2014/main" id="{AF4018BD-2F80-A2FC-89F6-198B0FE0AC65}"/>
              </a:ext>
            </a:extLst>
          </p:cNvPr>
          <p:cNvGrpSpPr/>
          <p:nvPr/>
        </p:nvGrpSpPr>
        <p:grpSpPr>
          <a:xfrm>
            <a:off x="6627918" y="205721"/>
            <a:ext cx="2442289" cy="2016997"/>
            <a:chOff x="4716495" y="128594"/>
            <a:chExt cx="4227655" cy="3491466"/>
          </a:xfrm>
        </p:grpSpPr>
        <p:grpSp>
          <p:nvGrpSpPr>
            <p:cNvPr id="2845" name="Google Shape;3027;p68">
              <a:extLst>
                <a:ext uri="{FF2B5EF4-FFF2-40B4-BE49-F238E27FC236}">
                  <a16:creationId xmlns:a16="http://schemas.microsoft.com/office/drawing/2014/main" id="{5EF586EC-E6DB-5FC4-D448-1467D9574958}"/>
                </a:ext>
              </a:extLst>
            </p:cNvPr>
            <p:cNvGrpSpPr/>
            <p:nvPr/>
          </p:nvGrpSpPr>
          <p:grpSpPr>
            <a:xfrm>
              <a:off x="4716495" y="128594"/>
              <a:ext cx="4227655" cy="3491466"/>
              <a:chOff x="4716494" y="428613"/>
              <a:chExt cx="4227655" cy="3464100"/>
            </a:xfrm>
          </p:grpSpPr>
          <p:sp>
            <p:nvSpPr>
              <p:cNvPr id="2847" name="Google Shape;3028;p68">
                <a:extLst>
                  <a:ext uri="{FF2B5EF4-FFF2-40B4-BE49-F238E27FC236}">
                    <a16:creationId xmlns:a16="http://schemas.microsoft.com/office/drawing/2014/main" id="{649BC37C-0653-ADAE-9608-1EE05C1D12E0}"/>
                  </a:ext>
                </a:extLst>
              </p:cNvPr>
              <p:cNvSpPr/>
              <p:nvPr/>
            </p:nvSpPr>
            <p:spPr>
              <a:xfrm>
                <a:off x="4716550" y="428613"/>
                <a:ext cx="4227600" cy="3464100"/>
              </a:xfrm>
              <a:prstGeom prst="roundRect">
                <a:avLst>
                  <a:gd name="adj" fmla="val 96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48" name="Google Shape;3029;p68">
                <a:extLst>
                  <a:ext uri="{FF2B5EF4-FFF2-40B4-BE49-F238E27FC236}">
                    <a16:creationId xmlns:a16="http://schemas.microsoft.com/office/drawing/2014/main" id="{AB2C5EDA-37DB-2BC9-5C80-A49B1F405EF1}"/>
                  </a:ext>
                </a:extLst>
              </p:cNvPr>
              <p:cNvGrpSpPr/>
              <p:nvPr/>
            </p:nvGrpSpPr>
            <p:grpSpPr>
              <a:xfrm>
                <a:off x="4716494" y="428627"/>
                <a:ext cx="4227482" cy="490301"/>
                <a:chOff x="4729125" y="238117"/>
                <a:chExt cx="4599089" cy="533400"/>
              </a:xfrm>
            </p:grpSpPr>
            <p:sp>
              <p:nvSpPr>
                <p:cNvPr id="2849" name="Google Shape;3030;p68">
                  <a:extLst>
                    <a:ext uri="{FF2B5EF4-FFF2-40B4-BE49-F238E27FC236}">
                      <a16:creationId xmlns:a16="http://schemas.microsoft.com/office/drawing/2014/main" id="{243AAA92-F2EC-C78F-A3AF-D2A715576A43}"/>
                    </a:ext>
                  </a:extLst>
                </p:cNvPr>
                <p:cNvSpPr/>
                <p:nvPr/>
              </p:nvSpPr>
              <p:spPr>
                <a:xfrm>
                  <a:off x="4729239" y="238117"/>
                  <a:ext cx="4598400" cy="533400"/>
                </a:xfrm>
                <a:prstGeom prst="round2SameRect">
                  <a:avLst>
                    <a:gd name="adj1" fmla="val 47158"/>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0" name="Google Shape;3031;p68">
                  <a:extLst>
                    <a:ext uri="{FF2B5EF4-FFF2-40B4-BE49-F238E27FC236}">
                      <a16:creationId xmlns:a16="http://schemas.microsoft.com/office/drawing/2014/main" id="{49519AA1-867F-5AA1-8733-69F0AE454A11}"/>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51" name="Google Shape;3032;p68">
                  <a:extLst>
                    <a:ext uri="{FF2B5EF4-FFF2-40B4-BE49-F238E27FC236}">
                      <a16:creationId xmlns:a16="http://schemas.microsoft.com/office/drawing/2014/main" id="{5434E1D2-F76B-3C65-32D5-E858E5EB6A2A}"/>
                    </a:ext>
                  </a:extLst>
                </p:cNvPr>
                <p:cNvGrpSpPr/>
                <p:nvPr/>
              </p:nvGrpSpPr>
              <p:grpSpPr>
                <a:xfrm>
                  <a:off x="8425674" y="386584"/>
                  <a:ext cx="655694" cy="176896"/>
                  <a:chOff x="13400537" y="1039026"/>
                  <a:chExt cx="495013" cy="133547"/>
                </a:xfrm>
              </p:grpSpPr>
              <p:sp>
                <p:nvSpPr>
                  <p:cNvPr id="2852" name="Google Shape;3033;p68">
                    <a:extLst>
                      <a:ext uri="{FF2B5EF4-FFF2-40B4-BE49-F238E27FC236}">
                        <a16:creationId xmlns:a16="http://schemas.microsoft.com/office/drawing/2014/main" id="{B897BD04-9397-3233-FAE7-A06E2E36A156}"/>
                      </a:ext>
                    </a:extLst>
                  </p:cNvPr>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3" name="Google Shape;3034;p68">
                    <a:extLst>
                      <a:ext uri="{FF2B5EF4-FFF2-40B4-BE49-F238E27FC236}">
                        <a16:creationId xmlns:a16="http://schemas.microsoft.com/office/drawing/2014/main" id="{4F72B5CF-A553-A429-9D15-6E02F9138DD2}"/>
                      </a:ext>
                    </a:extLst>
                  </p:cNvPr>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4" name="Google Shape;3035;p68">
                    <a:extLst>
                      <a:ext uri="{FF2B5EF4-FFF2-40B4-BE49-F238E27FC236}">
                        <a16:creationId xmlns:a16="http://schemas.microsoft.com/office/drawing/2014/main" id="{D5069B7A-7685-BE1D-1A25-10DAC6231F02}"/>
                      </a:ext>
                    </a:extLst>
                  </p:cNvPr>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5" name="Google Shape;3036;p68">
                    <a:extLst>
                      <a:ext uri="{FF2B5EF4-FFF2-40B4-BE49-F238E27FC236}">
                        <a16:creationId xmlns:a16="http://schemas.microsoft.com/office/drawing/2014/main" id="{55C67D3A-FA46-2E8C-0237-A2558069C09A}"/>
                      </a:ext>
                    </a:extLst>
                  </p:cNvPr>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6" name="Google Shape;3037;p68">
                    <a:extLst>
                      <a:ext uri="{FF2B5EF4-FFF2-40B4-BE49-F238E27FC236}">
                        <a16:creationId xmlns:a16="http://schemas.microsoft.com/office/drawing/2014/main" id="{7F1F5132-16FC-CF75-26AB-2A35D83E77EC}"/>
                      </a:ext>
                    </a:extLst>
                  </p:cNvPr>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7" name="Google Shape;3038;p68">
                    <a:extLst>
                      <a:ext uri="{FF2B5EF4-FFF2-40B4-BE49-F238E27FC236}">
                        <a16:creationId xmlns:a16="http://schemas.microsoft.com/office/drawing/2014/main" id="{2AF201CF-D966-E958-155F-84E9C76CF9ED}"/>
                      </a:ext>
                    </a:extLst>
                  </p:cNvPr>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846" name="Google Shape;3039;p68">
              <a:extLst>
                <a:ext uri="{FF2B5EF4-FFF2-40B4-BE49-F238E27FC236}">
                  <a16:creationId xmlns:a16="http://schemas.microsoft.com/office/drawing/2014/main" id="{50D31B99-601B-E8F4-F36A-88605AC5313E}"/>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15" name="Google Shape;2815;p65"/>
          <p:cNvSpPr txBox="1">
            <a:spLocks noGrp="1"/>
          </p:cNvSpPr>
          <p:nvPr>
            <p:ph type="title" idx="4294967295"/>
          </p:nvPr>
        </p:nvSpPr>
        <p:spPr>
          <a:xfrm>
            <a:off x="7120887" y="715144"/>
            <a:ext cx="1550987" cy="122396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9600" dirty="0"/>
              <a:t>03</a:t>
            </a:r>
            <a:endParaRPr sz="96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46"/>
          <p:cNvSpPr/>
          <p:nvPr/>
        </p:nvSpPr>
        <p:spPr>
          <a:xfrm>
            <a:off x="4827950" y="3181325"/>
            <a:ext cx="35007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9" name="Google Shape;1549;p46"/>
          <p:cNvSpPr/>
          <p:nvPr/>
        </p:nvSpPr>
        <p:spPr>
          <a:xfrm>
            <a:off x="4827950" y="1570625"/>
            <a:ext cx="35007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0" name="Google Shape;1550;p46"/>
          <p:cNvSpPr/>
          <p:nvPr/>
        </p:nvSpPr>
        <p:spPr>
          <a:xfrm>
            <a:off x="791975" y="3181325"/>
            <a:ext cx="35421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1" name="Google Shape;1551;p46"/>
          <p:cNvSpPr/>
          <p:nvPr/>
        </p:nvSpPr>
        <p:spPr>
          <a:xfrm>
            <a:off x="791975" y="1570625"/>
            <a:ext cx="3542100" cy="1143000"/>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552" name="Google Shape;1552;p46"/>
          <p:cNvGrpSpPr/>
          <p:nvPr/>
        </p:nvGrpSpPr>
        <p:grpSpPr>
          <a:xfrm>
            <a:off x="4814850" y="3181324"/>
            <a:ext cx="1143001" cy="1143013"/>
            <a:chOff x="3265750" y="653125"/>
            <a:chExt cx="340625" cy="434325"/>
          </a:xfrm>
        </p:grpSpPr>
        <p:sp>
          <p:nvSpPr>
            <p:cNvPr id="1553" name="Google Shape;1553;p46"/>
            <p:cNvSpPr/>
            <p:nvPr/>
          </p:nvSpPr>
          <p:spPr>
            <a:xfrm>
              <a:off x="3272788" y="657350"/>
              <a:ext cx="333300" cy="423900"/>
            </a:xfrm>
            <a:prstGeom prst="roundRect">
              <a:avLst>
                <a:gd name="adj" fmla="val 7051"/>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4" name="Google Shape;1554;p46"/>
            <p:cNvSpPr/>
            <p:nvPr/>
          </p:nvSpPr>
          <p:spPr>
            <a:xfrm>
              <a:off x="3265750" y="653125"/>
              <a:ext cx="340625"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5" name="Google Shape;1555;p46"/>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6" name="Google Shape;1556;p46"/>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7" name="Google Shape;1557;p46"/>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8" name="Google Shape;1558;p46"/>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9" name="Google Shape;1559;p46"/>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0" name="Google Shape;1560;p46"/>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61" name="Google Shape;1561;p46"/>
          <p:cNvGrpSpPr/>
          <p:nvPr/>
        </p:nvGrpSpPr>
        <p:grpSpPr>
          <a:xfrm>
            <a:off x="4814852" y="1570617"/>
            <a:ext cx="1142988" cy="1143013"/>
            <a:chOff x="3265747" y="653121"/>
            <a:chExt cx="355783" cy="434325"/>
          </a:xfrm>
        </p:grpSpPr>
        <p:sp>
          <p:nvSpPr>
            <p:cNvPr id="1562" name="Google Shape;1562;p46"/>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3" name="Google Shape;1563;p46"/>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4" name="Google Shape;1564;p46"/>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5" name="Google Shape;1565;p46"/>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6" name="Google Shape;1566;p46"/>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7" name="Google Shape;1567;p46"/>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46"/>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9" name="Google Shape;1569;p46"/>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70" name="Google Shape;1570;p46"/>
          <p:cNvGrpSpPr/>
          <p:nvPr/>
        </p:nvGrpSpPr>
        <p:grpSpPr>
          <a:xfrm>
            <a:off x="783942" y="1570619"/>
            <a:ext cx="1143001" cy="1143013"/>
            <a:chOff x="2494400" y="653125"/>
            <a:chExt cx="340625" cy="434325"/>
          </a:xfrm>
        </p:grpSpPr>
        <p:sp>
          <p:nvSpPr>
            <p:cNvPr id="1571" name="Google Shape;1571;p46"/>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2" name="Google Shape;1572;p46"/>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3" name="Google Shape;1573;p46"/>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46"/>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5" name="Google Shape;1575;p46"/>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6" name="Google Shape;1576;p46"/>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7" name="Google Shape;1577;p46"/>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8" name="Google Shape;1578;p46"/>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79" name="Google Shape;1579;p46"/>
          <p:cNvGrpSpPr/>
          <p:nvPr/>
        </p:nvGrpSpPr>
        <p:grpSpPr>
          <a:xfrm>
            <a:off x="783942" y="3176338"/>
            <a:ext cx="1143017" cy="1152959"/>
            <a:chOff x="2879000" y="653125"/>
            <a:chExt cx="340650" cy="434325"/>
          </a:xfrm>
        </p:grpSpPr>
        <p:sp>
          <p:nvSpPr>
            <p:cNvPr id="1580" name="Google Shape;1580;p46"/>
            <p:cNvSpPr/>
            <p:nvPr/>
          </p:nvSpPr>
          <p:spPr>
            <a:xfrm>
              <a:off x="2883738" y="659125"/>
              <a:ext cx="333300" cy="423900"/>
            </a:xfrm>
            <a:prstGeom prst="roundRect">
              <a:avLst>
                <a:gd name="adj" fmla="val 705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1" name="Google Shape;1581;p46"/>
            <p:cNvSpPr/>
            <p:nvPr/>
          </p:nvSpPr>
          <p:spPr>
            <a:xfrm>
              <a:off x="2879000" y="653125"/>
              <a:ext cx="340650" cy="434325"/>
            </a:xfrm>
            <a:custGeom>
              <a:avLst/>
              <a:gdLst/>
              <a:ahLst/>
              <a:cxnLst/>
              <a:rect l="l" t="t" r="r" b="b"/>
              <a:pathLst>
                <a:path w="13626" h="17373" extrusionOk="0">
                  <a:moveTo>
                    <a:pt x="1101" y="295"/>
                  </a:moveTo>
                  <a:lnTo>
                    <a:pt x="1101" y="296"/>
                  </a:lnTo>
                  <a:lnTo>
                    <a:pt x="12527" y="296"/>
                  </a:lnTo>
                  <a:cubicBezTo>
                    <a:pt x="12969" y="296"/>
                    <a:pt x="13329" y="657"/>
                    <a:pt x="13329" y="1100"/>
                  </a:cubicBezTo>
                  <a:lnTo>
                    <a:pt x="13329" y="16273"/>
                  </a:lnTo>
                  <a:cubicBezTo>
                    <a:pt x="13329" y="16716"/>
                    <a:pt x="12969" y="17077"/>
                    <a:pt x="12527" y="17077"/>
                  </a:cubicBezTo>
                  <a:lnTo>
                    <a:pt x="1101" y="17077"/>
                  </a:lnTo>
                  <a:cubicBezTo>
                    <a:pt x="657" y="17077"/>
                    <a:pt x="297" y="16716"/>
                    <a:pt x="297" y="16273"/>
                  </a:cubicBezTo>
                  <a:lnTo>
                    <a:pt x="297" y="1099"/>
                  </a:lnTo>
                  <a:cubicBezTo>
                    <a:pt x="297" y="655"/>
                    <a:pt x="657" y="295"/>
                    <a:pt x="1101" y="295"/>
                  </a:cubicBezTo>
                  <a:close/>
                  <a:moveTo>
                    <a:pt x="1101" y="1"/>
                  </a:moveTo>
                  <a:cubicBezTo>
                    <a:pt x="494" y="1"/>
                    <a:pt x="1" y="494"/>
                    <a:pt x="1" y="1100"/>
                  </a:cubicBezTo>
                  <a:lnTo>
                    <a:pt x="1" y="16273"/>
                  </a:lnTo>
                  <a:cubicBezTo>
                    <a:pt x="1" y="16880"/>
                    <a:pt x="494" y="17372"/>
                    <a:pt x="1101" y="17372"/>
                  </a:cubicBezTo>
                  <a:lnTo>
                    <a:pt x="12527" y="17372"/>
                  </a:lnTo>
                  <a:cubicBezTo>
                    <a:pt x="13133" y="17372"/>
                    <a:pt x="13626" y="16880"/>
                    <a:pt x="13626" y="16275"/>
                  </a:cubicBezTo>
                  <a:lnTo>
                    <a:pt x="13626" y="1100"/>
                  </a:lnTo>
                  <a:cubicBezTo>
                    <a:pt x="13626" y="494"/>
                    <a:pt x="13133" y="1"/>
                    <a:pt x="125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2" name="Google Shape;1582;p46"/>
            <p:cNvSpPr/>
            <p:nvPr/>
          </p:nvSpPr>
          <p:spPr>
            <a:xfrm>
              <a:off x="2926475" y="659850"/>
              <a:ext cx="246925" cy="71175"/>
            </a:xfrm>
            <a:custGeom>
              <a:avLst/>
              <a:gdLst/>
              <a:ahLst/>
              <a:cxnLst/>
              <a:rect l="l" t="t" r="r" b="b"/>
              <a:pathLst>
                <a:path w="9877" h="2847" extrusionOk="0">
                  <a:moveTo>
                    <a:pt x="1" y="1"/>
                  </a:moveTo>
                  <a:lnTo>
                    <a:pt x="1" y="2847"/>
                  </a:lnTo>
                  <a:lnTo>
                    <a:pt x="9876" y="2847"/>
                  </a:lnTo>
                  <a:lnTo>
                    <a:pt x="9876" y="1"/>
                  </a:ln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3" name="Google Shape;1583;p46"/>
            <p:cNvSpPr/>
            <p:nvPr/>
          </p:nvSpPr>
          <p:spPr>
            <a:xfrm>
              <a:off x="2886425" y="660550"/>
              <a:ext cx="52250" cy="419475"/>
            </a:xfrm>
            <a:custGeom>
              <a:avLst/>
              <a:gdLst/>
              <a:ahLst/>
              <a:cxnLst/>
              <a:rect l="l" t="t" r="r" b="b"/>
              <a:pathLst>
                <a:path w="2090" h="16779" extrusionOk="0">
                  <a:moveTo>
                    <a:pt x="795" y="0"/>
                  </a:moveTo>
                  <a:cubicBezTo>
                    <a:pt x="357" y="0"/>
                    <a:pt x="0" y="357"/>
                    <a:pt x="0" y="795"/>
                  </a:cubicBezTo>
                  <a:lnTo>
                    <a:pt x="0" y="15977"/>
                  </a:lnTo>
                  <a:cubicBezTo>
                    <a:pt x="0" y="16419"/>
                    <a:pt x="359" y="16779"/>
                    <a:pt x="801" y="16779"/>
                  </a:cubicBezTo>
                  <a:lnTo>
                    <a:pt x="1941" y="16779"/>
                  </a:lnTo>
                  <a:cubicBezTo>
                    <a:pt x="2022" y="16779"/>
                    <a:pt x="2090" y="16712"/>
                    <a:pt x="2089" y="16629"/>
                  </a:cubicBezTo>
                  <a:cubicBezTo>
                    <a:pt x="2089" y="16548"/>
                    <a:pt x="2022" y="16482"/>
                    <a:pt x="1941" y="16482"/>
                  </a:cubicBezTo>
                  <a:lnTo>
                    <a:pt x="801" y="16482"/>
                  </a:lnTo>
                  <a:cubicBezTo>
                    <a:pt x="522" y="16482"/>
                    <a:pt x="295" y="16255"/>
                    <a:pt x="295" y="15976"/>
                  </a:cubicBezTo>
                  <a:lnTo>
                    <a:pt x="295" y="795"/>
                  </a:lnTo>
                  <a:cubicBezTo>
                    <a:pt x="295" y="519"/>
                    <a:pt x="520" y="295"/>
                    <a:pt x="795" y="295"/>
                  </a:cubicBezTo>
                  <a:lnTo>
                    <a:pt x="1044" y="295"/>
                  </a:lnTo>
                  <a:cubicBezTo>
                    <a:pt x="1126" y="295"/>
                    <a:pt x="1191" y="230"/>
                    <a:pt x="1191" y="148"/>
                  </a:cubicBezTo>
                  <a:cubicBezTo>
                    <a:pt x="1191" y="67"/>
                    <a:pt x="1126" y="0"/>
                    <a:pt x="10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4" name="Google Shape;1584;p46"/>
            <p:cNvSpPr/>
            <p:nvPr/>
          </p:nvSpPr>
          <p:spPr>
            <a:xfrm>
              <a:off x="2917625" y="675900"/>
              <a:ext cx="264650" cy="64025"/>
            </a:xfrm>
            <a:custGeom>
              <a:avLst/>
              <a:gdLst/>
              <a:ahLst/>
              <a:cxnLst/>
              <a:rect l="l" t="t" r="r" b="b"/>
              <a:pathLst>
                <a:path w="10586" h="2561" extrusionOk="0">
                  <a:moveTo>
                    <a:pt x="104" y="1"/>
                  </a:moveTo>
                  <a:cubicBezTo>
                    <a:pt x="46" y="1"/>
                    <a:pt x="0" y="48"/>
                    <a:pt x="0" y="105"/>
                  </a:cubicBezTo>
                  <a:lnTo>
                    <a:pt x="0" y="2456"/>
                  </a:lnTo>
                  <a:cubicBezTo>
                    <a:pt x="0" y="2514"/>
                    <a:pt x="47" y="2560"/>
                    <a:pt x="104" y="2560"/>
                  </a:cubicBezTo>
                  <a:lnTo>
                    <a:pt x="10482" y="2560"/>
                  </a:lnTo>
                  <a:cubicBezTo>
                    <a:pt x="10540" y="2560"/>
                    <a:pt x="10585" y="2514"/>
                    <a:pt x="10586" y="2456"/>
                  </a:cubicBezTo>
                  <a:lnTo>
                    <a:pt x="10586" y="105"/>
                  </a:lnTo>
                  <a:cubicBezTo>
                    <a:pt x="10586" y="47"/>
                    <a:pt x="10540" y="1"/>
                    <a:pt x="10483" y="1"/>
                  </a:cubicBezTo>
                  <a:cubicBezTo>
                    <a:pt x="10425" y="1"/>
                    <a:pt x="10379" y="48"/>
                    <a:pt x="10379" y="105"/>
                  </a:cubicBezTo>
                  <a:lnTo>
                    <a:pt x="10379" y="2353"/>
                  </a:lnTo>
                  <a:lnTo>
                    <a:pt x="207" y="2353"/>
                  </a:lnTo>
                  <a:lnTo>
                    <a:pt x="207" y="105"/>
                  </a:lnTo>
                  <a:cubicBezTo>
                    <a:pt x="207"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5" name="Google Shape;1585;p46"/>
            <p:cNvSpPr/>
            <p:nvPr/>
          </p:nvSpPr>
          <p:spPr>
            <a:xfrm>
              <a:off x="2882750" y="727325"/>
              <a:ext cx="333225" cy="7400"/>
            </a:xfrm>
            <a:custGeom>
              <a:avLst/>
              <a:gdLst/>
              <a:ahLst/>
              <a:cxnLst/>
              <a:rect l="l" t="t" r="r" b="b"/>
              <a:pathLst>
                <a:path w="13329" h="296" extrusionOk="0">
                  <a:moveTo>
                    <a:pt x="0" y="0"/>
                  </a:moveTo>
                  <a:lnTo>
                    <a:pt x="0"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6" name="Google Shape;1586;p46"/>
            <p:cNvSpPr/>
            <p:nvPr/>
          </p:nvSpPr>
          <p:spPr>
            <a:xfrm>
              <a:off x="3169700"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7" name="Google Shape;1587;p46"/>
            <p:cNvSpPr/>
            <p:nvPr/>
          </p:nvSpPr>
          <p:spPr>
            <a:xfrm>
              <a:off x="2922825" y="656800"/>
              <a:ext cx="7375" cy="74225"/>
            </a:xfrm>
            <a:custGeom>
              <a:avLst/>
              <a:gdLst/>
              <a:ahLst/>
              <a:cxnLst/>
              <a:rect l="l" t="t" r="r" b="b"/>
              <a:pathLst>
                <a:path w="295" h="2969" extrusionOk="0">
                  <a:moveTo>
                    <a:pt x="0" y="1"/>
                  </a:moveTo>
                  <a:lnTo>
                    <a:pt x="0"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88" name="Google Shape;1588;p46"/>
          <p:cNvSpPr txBox="1">
            <a:spLocks noGrp="1"/>
          </p:cNvSpPr>
          <p:nvPr>
            <p:ph type="title"/>
          </p:nvPr>
        </p:nvSpPr>
        <p:spPr>
          <a:xfrm>
            <a:off x="1955799" y="1565653"/>
            <a:ext cx="2373349" cy="116558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Cấu trúc thường thấy của hàm</a:t>
            </a:r>
            <a:endParaRPr lang="en-US" dirty="0"/>
          </a:p>
        </p:txBody>
      </p:sp>
      <p:sp>
        <p:nvSpPr>
          <p:cNvPr id="1590" name="Google Shape;1590;p46"/>
          <p:cNvSpPr txBox="1">
            <a:spLocks noGrp="1"/>
          </p:cNvSpPr>
          <p:nvPr>
            <p:ph type="title" idx="4"/>
          </p:nvPr>
        </p:nvSpPr>
        <p:spPr>
          <a:xfrm>
            <a:off x="1955799" y="3186093"/>
            <a:ext cx="2373349" cy="1152959"/>
          </a:xfrm>
          <a:prstGeom prst="rect">
            <a:avLst/>
          </a:prstGeom>
        </p:spPr>
        <p:txBody>
          <a:bodyPr spcFirstLastPara="1" wrap="square" lIns="91425" tIns="91425" rIns="91425" bIns="91425" anchor="ctr" anchorCtr="0">
            <a:noAutofit/>
          </a:bodyPr>
          <a:lstStyle/>
          <a:p>
            <a:r>
              <a:rPr lang="en-US" dirty="0" err="1"/>
              <a:t>Quy</a:t>
            </a:r>
            <a:r>
              <a:rPr lang="en-US" dirty="0"/>
              <a:t> </a:t>
            </a:r>
            <a:r>
              <a:rPr lang="en-US" dirty="0" err="1"/>
              <a:t>tắc</a:t>
            </a:r>
            <a:r>
              <a:rPr lang="en-US" dirty="0"/>
              <a:t> </a:t>
            </a:r>
            <a:r>
              <a:rPr lang="en-US" dirty="0" err="1"/>
              <a:t>khi</a:t>
            </a:r>
            <a:r>
              <a:rPr lang="en-US" dirty="0"/>
              <a:t> </a:t>
            </a:r>
            <a:r>
              <a:rPr lang="en-US" dirty="0" err="1"/>
              <a:t>sử</a:t>
            </a:r>
            <a:r>
              <a:rPr lang="en-US" dirty="0"/>
              <a:t> </a:t>
            </a:r>
            <a:r>
              <a:rPr lang="en-US" dirty="0" err="1"/>
              <a:t>dụng</a:t>
            </a:r>
            <a:r>
              <a:rPr lang="en-US" dirty="0"/>
              <a:t> hàm</a:t>
            </a:r>
            <a:endParaRPr dirty="0"/>
          </a:p>
        </p:txBody>
      </p:sp>
      <p:sp>
        <p:nvSpPr>
          <p:cNvPr id="1592" name="Google Shape;1592;p46"/>
          <p:cNvSpPr txBox="1">
            <a:spLocks noGrp="1"/>
          </p:cNvSpPr>
          <p:nvPr>
            <p:ph type="title" idx="6"/>
          </p:nvPr>
        </p:nvSpPr>
        <p:spPr>
          <a:xfrm>
            <a:off x="6055886" y="3192442"/>
            <a:ext cx="2272764" cy="1142999"/>
          </a:xfrm>
          <a:prstGeom prst="rect">
            <a:avLst/>
          </a:prstGeom>
        </p:spPr>
        <p:txBody>
          <a:bodyPr spcFirstLastPara="1" wrap="square" lIns="91425" tIns="91425" rIns="91425" bIns="91425" anchor="ctr" anchorCtr="0">
            <a:noAutofit/>
          </a:bodyPr>
          <a:lstStyle/>
          <a:p>
            <a:pPr marL="0" lvl="0" indent="0"/>
            <a:r>
              <a:rPr lang="en-US" i="1" u="sng" dirty="0" err="1"/>
              <a:t>Nguyên</a:t>
            </a:r>
            <a:r>
              <a:rPr lang="en-US" i="1" u="sng" dirty="0"/>
              <a:t> </a:t>
            </a:r>
            <a:r>
              <a:rPr lang="en-US" i="1" u="sng" dirty="0" err="1"/>
              <a:t>mẫu</a:t>
            </a:r>
            <a:r>
              <a:rPr lang="en-US" i="1" u="sng" dirty="0"/>
              <a:t> </a:t>
            </a:r>
            <a:br>
              <a:rPr lang="en-US" i="1" u="sng" dirty="0"/>
            </a:br>
            <a:r>
              <a:rPr lang="en-US" i="1" u="sng" dirty="0"/>
              <a:t>của hàm </a:t>
            </a:r>
            <a:endParaRPr i="1" u="sng" dirty="0"/>
          </a:p>
        </p:txBody>
      </p:sp>
      <p:sp>
        <p:nvSpPr>
          <p:cNvPr id="1594" name="Google Shape;1594;p46"/>
          <p:cNvSpPr txBox="1">
            <a:spLocks noGrp="1"/>
          </p:cNvSpPr>
          <p:nvPr>
            <p:ph type="title" idx="8"/>
          </p:nvPr>
        </p:nvSpPr>
        <p:spPr>
          <a:xfrm>
            <a:off x="5998359" y="1579172"/>
            <a:ext cx="2330292" cy="115206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Cách</a:t>
            </a:r>
            <a:r>
              <a:rPr lang="en-US" dirty="0"/>
              <a:t> </a:t>
            </a:r>
            <a:r>
              <a:rPr lang="en-US" dirty="0" err="1"/>
              <a:t>sử</a:t>
            </a:r>
            <a:r>
              <a:rPr lang="en-US" dirty="0"/>
              <a:t> </a:t>
            </a:r>
            <a:r>
              <a:rPr lang="en-US" dirty="0" err="1"/>
              <a:t>dụng</a:t>
            </a:r>
            <a:r>
              <a:rPr lang="en-US" dirty="0"/>
              <a:t> hàm</a:t>
            </a:r>
          </a:p>
        </p:txBody>
      </p:sp>
      <p:grpSp>
        <p:nvGrpSpPr>
          <p:cNvPr id="1601" name="Google Shape;1601;p46"/>
          <p:cNvGrpSpPr/>
          <p:nvPr/>
        </p:nvGrpSpPr>
        <p:grpSpPr>
          <a:xfrm>
            <a:off x="8379625" y="325140"/>
            <a:ext cx="380623" cy="505928"/>
            <a:chOff x="5382225" y="1510350"/>
            <a:chExt cx="54075" cy="71875"/>
          </a:xfrm>
        </p:grpSpPr>
        <p:sp>
          <p:nvSpPr>
            <p:cNvPr id="1602" name="Google Shape;1602;p46"/>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3" name="Google Shape;1603;p46"/>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04" name="Google Shape;1604;p46"/>
          <p:cNvGrpSpPr/>
          <p:nvPr/>
        </p:nvGrpSpPr>
        <p:grpSpPr>
          <a:xfrm rot="3377073">
            <a:off x="5860977" y="-1120765"/>
            <a:ext cx="2424412" cy="3707334"/>
            <a:chOff x="5599725" y="2500025"/>
            <a:chExt cx="586675" cy="897125"/>
          </a:xfrm>
        </p:grpSpPr>
        <p:sp>
          <p:nvSpPr>
            <p:cNvPr id="1605" name="Google Shape;1605;p46"/>
            <p:cNvSpPr/>
            <p:nvPr/>
          </p:nvSpPr>
          <p:spPr>
            <a:xfrm>
              <a:off x="5647000" y="2500025"/>
              <a:ext cx="277375" cy="483425"/>
            </a:xfrm>
            <a:custGeom>
              <a:avLst/>
              <a:gdLst/>
              <a:ahLst/>
              <a:cxnLst/>
              <a:rect l="l" t="t" r="r" b="b"/>
              <a:pathLst>
                <a:path w="11095" h="19337" extrusionOk="0">
                  <a:moveTo>
                    <a:pt x="6252" y="1"/>
                  </a:moveTo>
                  <a:lnTo>
                    <a:pt x="6252" y="649"/>
                  </a:lnTo>
                  <a:lnTo>
                    <a:pt x="9268" y="649"/>
                  </a:lnTo>
                  <a:cubicBezTo>
                    <a:pt x="9641" y="649"/>
                    <a:pt x="9936" y="781"/>
                    <a:pt x="10146" y="1047"/>
                  </a:cubicBezTo>
                  <a:cubicBezTo>
                    <a:pt x="10340" y="1289"/>
                    <a:pt x="10446" y="1626"/>
                    <a:pt x="10446" y="1995"/>
                  </a:cubicBezTo>
                  <a:cubicBezTo>
                    <a:pt x="10446" y="2699"/>
                    <a:pt x="10041" y="3414"/>
                    <a:pt x="9268" y="3414"/>
                  </a:cubicBezTo>
                  <a:lnTo>
                    <a:pt x="3201" y="3414"/>
                  </a:lnTo>
                  <a:cubicBezTo>
                    <a:pt x="2306" y="3414"/>
                    <a:pt x="1550" y="3666"/>
                    <a:pt x="1016" y="4142"/>
                  </a:cubicBezTo>
                  <a:cubicBezTo>
                    <a:pt x="528" y="4578"/>
                    <a:pt x="259" y="5171"/>
                    <a:pt x="259" y="5810"/>
                  </a:cubicBezTo>
                  <a:cubicBezTo>
                    <a:pt x="259" y="7029"/>
                    <a:pt x="1270" y="8261"/>
                    <a:pt x="3201" y="8261"/>
                  </a:cubicBezTo>
                  <a:lnTo>
                    <a:pt x="8179" y="8261"/>
                  </a:lnTo>
                  <a:cubicBezTo>
                    <a:pt x="9645" y="8261"/>
                    <a:pt x="10302" y="9428"/>
                    <a:pt x="10302" y="10587"/>
                  </a:cubicBezTo>
                  <a:cubicBezTo>
                    <a:pt x="10302" y="11742"/>
                    <a:pt x="9638" y="12985"/>
                    <a:pt x="8179" y="12985"/>
                  </a:cubicBezTo>
                  <a:lnTo>
                    <a:pt x="3143" y="12985"/>
                  </a:lnTo>
                  <a:cubicBezTo>
                    <a:pt x="2171" y="12985"/>
                    <a:pt x="1358" y="13270"/>
                    <a:pt x="790" y="13806"/>
                  </a:cubicBezTo>
                  <a:cubicBezTo>
                    <a:pt x="281" y="14287"/>
                    <a:pt x="1" y="14941"/>
                    <a:pt x="1" y="15649"/>
                  </a:cubicBezTo>
                  <a:cubicBezTo>
                    <a:pt x="1" y="16929"/>
                    <a:pt x="996" y="18288"/>
                    <a:pt x="2839" y="18288"/>
                  </a:cubicBezTo>
                  <a:cubicBezTo>
                    <a:pt x="4275" y="18288"/>
                    <a:pt x="4775" y="19296"/>
                    <a:pt x="4795" y="19337"/>
                  </a:cubicBezTo>
                  <a:lnTo>
                    <a:pt x="5384" y="19066"/>
                  </a:lnTo>
                  <a:cubicBezTo>
                    <a:pt x="5358" y="19009"/>
                    <a:pt x="4704" y="17643"/>
                    <a:pt x="2839" y="17643"/>
                  </a:cubicBezTo>
                  <a:cubicBezTo>
                    <a:pt x="1402" y="17643"/>
                    <a:pt x="650" y="16641"/>
                    <a:pt x="650" y="15652"/>
                  </a:cubicBezTo>
                  <a:cubicBezTo>
                    <a:pt x="650" y="15125"/>
                    <a:pt x="859" y="14639"/>
                    <a:pt x="1237" y="14282"/>
                  </a:cubicBezTo>
                  <a:cubicBezTo>
                    <a:pt x="1682" y="13861"/>
                    <a:pt x="2342" y="13638"/>
                    <a:pt x="3145" y="13638"/>
                  </a:cubicBezTo>
                  <a:lnTo>
                    <a:pt x="8181" y="13638"/>
                  </a:lnTo>
                  <a:cubicBezTo>
                    <a:pt x="9999" y="13638"/>
                    <a:pt x="10951" y="12105"/>
                    <a:pt x="10951" y="10590"/>
                  </a:cubicBezTo>
                  <a:cubicBezTo>
                    <a:pt x="10951" y="9156"/>
                    <a:pt x="10085" y="7614"/>
                    <a:pt x="8181" y="7614"/>
                  </a:cubicBezTo>
                  <a:lnTo>
                    <a:pt x="3202" y="7614"/>
                  </a:lnTo>
                  <a:cubicBezTo>
                    <a:pt x="1626" y="7614"/>
                    <a:pt x="908" y="6680"/>
                    <a:pt x="908" y="5814"/>
                  </a:cubicBezTo>
                  <a:cubicBezTo>
                    <a:pt x="908" y="5361"/>
                    <a:pt x="1100" y="4940"/>
                    <a:pt x="1449" y="4629"/>
                  </a:cubicBezTo>
                  <a:cubicBezTo>
                    <a:pt x="1861" y="4259"/>
                    <a:pt x="2468" y="4064"/>
                    <a:pt x="3201" y="4064"/>
                  </a:cubicBezTo>
                  <a:lnTo>
                    <a:pt x="9268" y="4064"/>
                  </a:lnTo>
                  <a:cubicBezTo>
                    <a:pt x="10467" y="4064"/>
                    <a:pt x="11095" y="3022"/>
                    <a:pt x="11095" y="1996"/>
                  </a:cubicBezTo>
                  <a:cubicBezTo>
                    <a:pt x="11095" y="1480"/>
                    <a:pt x="10938" y="1000"/>
                    <a:pt x="10654" y="643"/>
                  </a:cubicBezTo>
                  <a:cubicBezTo>
                    <a:pt x="10320" y="223"/>
                    <a:pt x="9840" y="1"/>
                    <a:pt x="92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6" name="Google Shape;1606;p46"/>
            <p:cNvSpPr/>
            <p:nvPr/>
          </p:nvSpPr>
          <p:spPr>
            <a:xfrm>
              <a:off x="5659425" y="2910000"/>
              <a:ext cx="104575" cy="52575"/>
            </a:xfrm>
            <a:custGeom>
              <a:avLst/>
              <a:gdLst/>
              <a:ahLst/>
              <a:cxnLst/>
              <a:rect l="l" t="t" r="r" b="b"/>
              <a:pathLst>
                <a:path w="4183" h="2103" extrusionOk="0">
                  <a:moveTo>
                    <a:pt x="95" y="1"/>
                  </a:moveTo>
                  <a:cubicBezTo>
                    <a:pt x="83" y="1"/>
                    <a:pt x="70" y="4"/>
                    <a:pt x="57" y="10"/>
                  </a:cubicBezTo>
                  <a:cubicBezTo>
                    <a:pt x="16" y="31"/>
                    <a:pt x="1" y="79"/>
                    <a:pt x="22" y="119"/>
                  </a:cubicBezTo>
                  <a:cubicBezTo>
                    <a:pt x="461" y="976"/>
                    <a:pt x="1201" y="1479"/>
                    <a:pt x="2055" y="1502"/>
                  </a:cubicBezTo>
                  <a:cubicBezTo>
                    <a:pt x="2083" y="1501"/>
                    <a:pt x="2111" y="1501"/>
                    <a:pt x="2138" y="1501"/>
                  </a:cubicBezTo>
                  <a:cubicBezTo>
                    <a:pt x="3385" y="1501"/>
                    <a:pt x="3902" y="1941"/>
                    <a:pt x="4034" y="2077"/>
                  </a:cubicBezTo>
                  <a:cubicBezTo>
                    <a:pt x="4050" y="2094"/>
                    <a:pt x="4071" y="2102"/>
                    <a:pt x="4092" y="2102"/>
                  </a:cubicBezTo>
                  <a:cubicBezTo>
                    <a:pt x="4113" y="2102"/>
                    <a:pt x="4133" y="2094"/>
                    <a:pt x="4149" y="2080"/>
                  </a:cubicBezTo>
                  <a:cubicBezTo>
                    <a:pt x="4181" y="2050"/>
                    <a:pt x="4182" y="1997"/>
                    <a:pt x="4151" y="1966"/>
                  </a:cubicBezTo>
                  <a:cubicBezTo>
                    <a:pt x="4008" y="1817"/>
                    <a:pt x="3447" y="1339"/>
                    <a:pt x="2140" y="1339"/>
                  </a:cubicBezTo>
                  <a:cubicBezTo>
                    <a:pt x="2113" y="1339"/>
                    <a:pt x="2085" y="1339"/>
                    <a:pt x="2056" y="1340"/>
                  </a:cubicBezTo>
                  <a:cubicBezTo>
                    <a:pt x="1256" y="1319"/>
                    <a:pt x="583" y="860"/>
                    <a:pt x="167" y="46"/>
                  </a:cubicBezTo>
                  <a:cubicBezTo>
                    <a:pt x="153" y="17"/>
                    <a:pt x="125" y="1"/>
                    <a:pt x="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7" name="Google Shape;1607;p46"/>
            <p:cNvSpPr/>
            <p:nvPr/>
          </p:nvSpPr>
          <p:spPr>
            <a:xfrm>
              <a:off x="5646400" y="2968575"/>
              <a:ext cx="146400" cy="199150"/>
            </a:xfrm>
            <a:custGeom>
              <a:avLst/>
              <a:gdLst/>
              <a:ahLst/>
              <a:cxnLst/>
              <a:rect l="l" t="t" r="r" b="b"/>
              <a:pathLst>
                <a:path w="5856" h="7966" extrusionOk="0">
                  <a:moveTo>
                    <a:pt x="5256" y="0"/>
                  </a:moveTo>
                  <a:lnTo>
                    <a:pt x="4609" y="287"/>
                  </a:lnTo>
                  <a:lnTo>
                    <a:pt x="4687" y="384"/>
                  </a:lnTo>
                  <a:cubicBezTo>
                    <a:pt x="4978" y="817"/>
                    <a:pt x="5141" y="1936"/>
                    <a:pt x="4734" y="2702"/>
                  </a:cubicBezTo>
                  <a:cubicBezTo>
                    <a:pt x="4474" y="3189"/>
                    <a:pt x="4031" y="3436"/>
                    <a:pt x="3427" y="3436"/>
                  </a:cubicBezTo>
                  <a:cubicBezTo>
                    <a:pt x="3387" y="3435"/>
                    <a:pt x="3347" y="3435"/>
                    <a:pt x="3308" y="3435"/>
                  </a:cubicBezTo>
                  <a:cubicBezTo>
                    <a:pt x="2275" y="3435"/>
                    <a:pt x="1361" y="3868"/>
                    <a:pt x="787" y="4627"/>
                  </a:cubicBezTo>
                  <a:cubicBezTo>
                    <a:pt x="135" y="5492"/>
                    <a:pt x="1" y="6678"/>
                    <a:pt x="409" y="7966"/>
                  </a:cubicBezTo>
                  <a:lnTo>
                    <a:pt x="1063" y="7757"/>
                  </a:lnTo>
                  <a:cubicBezTo>
                    <a:pt x="724" y="6687"/>
                    <a:pt x="820" y="5724"/>
                    <a:pt x="1336" y="5041"/>
                  </a:cubicBezTo>
                  <a:cubicBezTo>
                    <a:pt x="1779" y="4453"/>
                    <a:pt x="2494" y="4120"/>
                    <a:pt x="3322" y="4120"/>
                  </a:cubicBezTo>
                  <a:cubicBezTo>
                    <a:pt x="3354" y="4120"/>
                    <a:pt x="3385" y="4120"/>
                    <a:pt x="3417" y="4121"/>
                  </a:cubicBezTo>
                  <a:cubicBezTo>
                    <a:pt x="4524" y="4121"/>
                    <a:pt x="5073" y="3526"/>
                    <a:pt x="5340" y="3025"/>
                  </a:cubicBezTo>
                  <a:cubicBezTo>
                    <a:pt x="5855" y="2055"/>
                    <a:pt x="5712" y="679"/>
                    <a:pt x="52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8" name="Google Shape;1608;p46"/>
            <p:cNvSpPr/>
            <p:nvPr/>
          </p:nvSpPr>
          <p:spPr>
            <a:xfrm>
              <a:off x="5756375" y="2842750"/>
              <a:ext cx="227225" cy="146550"/>
            </a:xfrm>
            <a:custGeom>
              <a:avLst/>
              <a:gdLst/>
              <a:ahLst/>
              <a:cxnLst/>
              <a:rect l="l" t="t" r="r" b="b"/>
              <a:pathLst>
                <a:path w="9089" h="5862" extrusionOk="0">
                  <a:moveTo>
                    <a:pt x="8964" y="0"/>
                  </a:moveTo>
                  <a:cubicBezTo>
                    <a:pt x="6470" y="0"/>
                    <a:pt x="4782" y="1377"/>
                    <a:pt x="4322" y="3786"/>
                  </a:cubicBezTo>
                  <a:cubicBezTo>
                    <a:pt x="4011" y="4733"/>
                    <a:pt x="3128" y="5027"/>
                    <a:pt x="2627" y="5120"/>
                  </a:cubicBezTo>
                  <a:cubicBezTo>
                    <a:pt x="2425" y="5157"/>
                    <a:pt x="2221" y="5173"/>
                    <a:pt x="2025" y="5173"/>
                  </a:cubicBezTo>
                  <a:cubicBezTo>
                    <a:pt x="1328" y="5173"/>
                    <a:pt x="714" y="4964"/>
                    <a:pt x="510" y="4706"/>
                  </a:cubicBezTo>
                  <a:lnTo>
                    <a:pt x="0" y="5109"/>
                  </a:lnTo>
                  <a:cubicBezTo>
                    <a:pt x="361" y="5565"/>
                    <a:pt x="1140" y="5861"/>
                    <a:pt x="2010" y="5861"/>
                  </a:cubicBezTo>
                  <a:cubicBezTo>
                    <a:pt x="2255" y="5861"/>
                    <a:pt x="2503" y="5840"/>
                    <a:pt x="2751" y="5794"/>
                  </a:cubicBezTo>
                  <a:cubicBezTo>
                    <a:pt x="3883" y="5587"/>
                    <a:pt x="4675" y="4941"/>
                    <a:pt x="4982" y="3974"/>
                  </a:cubicBezTo>
                  <a:lnTo>
                    <a:pt x="4992" y="3933"/>
                  </a:lnTo>
                  <a:cubicBezTo>
                    <a:pt x="5386" y="1832"/>
                    <a:pt x="6801" y="687"/>
                    <a:pt x="8984" y="687"/>
                  </a:cubicBezTo>
                  <a:cubicBezTo>
                    <a:pt x="9015" y="687"/>
                    <a:pt x="9046" y="687"/>
                    <a:pt x="9077" y="687"/>
                  </a:cubicBezTo>
                  <a:lnTo>
                    <a:pt x="9088" y="1"/>
                  </a:lnTo>
                  <a:cubicBezTo>
                    <a:pt x="9047" y="1"/>
                    <a:pt x="9005" y="0"/>
                    <a:pt x="89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9" name="Google Shape;1609;p46"/>
            <p:cNvSpPr/>
            <p:nvPr/>
          </p:nvSpPr>
          <p:spPr>
            <a:xfrm>
              <a:off x="5604150" y="3140500"/>
              <a:ext cx="130075" cy="252275"/>
            </a:xfrm>
            <a:custGeom>
              <a:avLst/>
              <a:gdLst/>
              <a:ahLst/>
              <a:cxnLst/>
              <a:rect l="l" t="t" r="r" b="b"/>
              <a:pathLst>
                <a:path w="5203" h="10091" extrusionOk="0">
                  <a:moveTo>
                    <a:pt x="2112" y="1"/>
                  </a:moveTo>
                  <a:cubicBezTo>
                    <a:pt x="1704" y="1"/>
                    <a:pt x="1340" y="289"/>
                    <a:pt x="1257" y="704"/>
                  </a:cubicBezTo>
                  <a:lnTo>
                    <a:pt x="82" y="6597"/>
                  </a:lnTo>
                  <a:lnTo>
                    <a:pt x="84" y="6597"/>
                  </a:lnTo>
                  <a:cubicBezTo>
                    <a:pt x="0" y="7065"/>
                    <a:pt x="305" y="7517"/>
                    <a:pt x="773" y="7610"/>
                  </a:cubicBezTo>
                  <a:cubicBezTo>
                    <a:pt x="829" y="7621"/>
                    <a:pt x="885" y="7626"/>
                    <a:pt x="941" y="7626"/>
                  </a:cubicBezTo>
                  <a:cubicBezTo>
                    <a:pt x="966" y="7626"/>
                    <a:pt x="991" y="7625"/>
                    <a:pt x="1016" y="7623"/>
                  </a:cubicBezTo>
                  <a:cubicBezTo>
                    <a:pt x="1185" y="8563"/>
                    <a:pt x="1741" y="9602"/>
                    <a:pt x="2984" y="10048"/>
                  </a:cubicBezTo>
                  <a:cubicBezTo>
                    <a:pt x="3069" y="10076"/>
                    <a:pt x="3161" y="10091"/>
                    <a:pt x="3257" y="10091"/>
                  </a:cubicBezTo>
                  <a:cubicBezTo>
                    <a:pt x="3657" y="10091"/>
                    <a:pt x="4104" y="9834"/>
                    <a:pt x="4220" y="9244"/>
                  </a:cubicBezTo>
                  <a:cubicBezTo>
                    <a:pt x="4366" y="8514"/>
                    <a:pt x="4638" y="7149"/>
                    <a:pt x="4638" y="7149"/>
                  </a:cubicBezTo>
                  <a:cubicBezTo>
                    <a:pt x="4638" y="7149"/>
                    <a:pt x="4910" y="5783"/>
                    <a:pt x="5056" y="5053"/>
                  </a:cubicBezTo>
                  <a:cubicBezTo>
                    <a:pt x="5203" y="4325"/>
                    <a:pt x="4684" y="3871"/>
                    <a:pt x="4221" y="3837"/>
                  </a:cubicBezTo>
                  <a:cubicBezTo>
                    <a:pt x="4168" y="3834"/>
                    <a:pt x="4116" y="3833"/>
                    <a:pt x="4064" y="3833"/>
                  </a:cubicBezTo>
                  <a:cubicBezTo>
                    <a:pt x="3350" y="3833"/>
                    <a:pt x="2762" y="4073"/>
                    <a:pt x="2296" y="4425"/>
                  </a:cubicBezTo>
                  <a:lnTo>
                    <a:pt x="2969" y="1045"/>
                  </a:lnTo>
                  <a:cubicBezTo>
                    <a:pt x="3064" y="572"/>
                    <a:pt x="2756" y="112"/>
                    <a:pt x="2284" y="18"/>
                  </a:cubicBezTo>
                  <a:cubicBezTo>
                    <a:pt x="2226" y="6"/>
                    <a:pt x="2169" y="1"/>
                    <a:pt x="21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0" name="Google Shape;1610;p46"/>
            <p:cNvSpPr/>
            <p:nvPr/>
          </p:nvSpPr>
          <p:spPr>
            <a:xfrm>
              <a:off x="5604175" y="3140500"/>
              <a:ext cx="76600" cy="194275"/>
            </a:xfrm>
            <a:custGeom>
              <a:avLst/>
              <a:gdLst/>
              <a:ahLst/>
              <a:cxnLst/>
              <a:rect l="l" t="t" r="r" b="b"/>
              <a:pathLst>
                <a:path w="3064" h="7771" extrusionOk="0">
                  <a:moveTo>
                    <a:pt x="2112" y="1"/>
                  </a:moveTo>
                  <a:cubicBezTo>
                    <a:pt x="1704" y="1"/>
                    <a:pt x="1340" y="289"/>
                    <a:pt x="1257" y="704"/>
                  </a:cubicBezTo>
                  <a:lnTo>
                    <a:pt x="82" y="6597"/>
                  </a:lnTo>
                  <a:lnTo>
                    <a:pt x="84" y="6597"/>
                  </a:lnTo>
                  <a:cubicBezTo>
                    <a:pt x="0" y="7065"/>
                    <a:pt x="305" y="7517"/>
                    <a:pt x="773" y="7610"/>
                  </a:cubicBezTo>
                  <a:cubicBezTo>
                    <a:pt x="829" y="7621"/>
                    <a:pt x="886" y="7626"/>
                    <a:pt x="941" y="7626"/>
                  </a:cubicBezTo>
                  <a:cubicBezTo>
                    <a:pt x="966" y="7626"/>
                    <a:pt x="991" y="7625"/>
                    <a:pt x="1016" y="7623"/>
                  </a:cubicBezTo>
                  <a:cubicBezTo>
                    <a:pt x="1026" y="7671"/>
                    <a:pt x="1036" y="7722"/>
                    <a:pt x="1047" y="7770"/>
                  </a:cubicBezTo>
                  <a:cubicBezTo>
                    <a:pt x="1096" y="7740"/>
                    <a:pt x="1148" y="7707"/>
                    <a:pt x="1201" y="7670"/>
                  </a:cubicBezTo>
                  <a:cubicBezTo>
                    <a:pt x="981" y="6524"/>
                    <a:pt x="1801" y="4999"/>
                    <a:pt x="2505" y="4486"/>
                  </a:cubicBezTo>
                  <a:lnTo>
                    <a:pt x="2670" y="4184"/>
                  </a:lnTo>
                  <a:lnTo>
                    <a:pt x="2670" y="4184"/>
                  </a:lnTo>
                  <a:cubicBezTo>
                    <a:pt x="2538" y="4255"/>
                    <a:pt x="2413" y="4336"/>
                    <a:pt x="2296" y="4425"/>
                  </a:cubicBezTo>
                  <a:lnTo>
                    <a:pt x="2969" y="1045"/>
                  </a:lnTo>
                  <a:cubicBezTo>
                    <a:pt x="3064" y="572"/>
                    <a:pt x="2757" y="112"/>
                    <a:pt x="2284" y="18"/>
                  </a:cubicBezTo>
                  <a:cubicBezTo>
                    <a:pt x="2226" y="6"/>
                    <a:pt x="2169" y="1"/>
                    <a:pt x="2112" y="1"/>
                  </a:cubicBez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1" name="Google Shape;1611;p46"/>
            <p:cNvSpPr/>
            <p:nvPr/>
          </p:nvSpPr>
          <p:spPr>
            <a:xfrm>
              <a:off x="5658125" y="3146875"/>
              <a:ext cx="17925" cy="72425"/>
            </a:xfrm>
            <a:custGeom>
              <a:avLst/>
              <a:gdLst/>
              <a:ahLst/>
              <a:cxnLst/>
              <a:rect l="l" t="t" r="r" b="b"/>
              <a:pathLst>
                <a:path w="717" h="2897" extrusionOk="0">
                  <a:moveTo>
                    <a:pt x="220" y="0"/>
                  </a:moveTo>
                  <a:cubicBezTo>
                    <a:pt x="166" y="0"/>
                    <a:pt x="118" y="37"/>
                    <a:pt x="107" y="92"/>
                  </a:cubicBezTo>
                  <a:cubicBezTo>
                    <a:pt x="96" y="154"/>
                    <a:pt x="136" y="214"/>
                    <a:pt x="197" y="226"/>
                  </a:cubicBezTo>
                  <a:cubicBezTo>
                    <a:pt x="399" y="266"/>
                    <a:pt x="460" y="520"/>
                    <a:pt x="415" y="739"/>
                  </a:cubicBezTo>
                  <a:lnTo>
                    <a:pt x="13" y="2760"/>
                  </a:lnTo>
                  <a:cubicBezTo>
                    <a:pt x="1" y="2822"/>
                    <a:pt x="41" y="2882"/>
                    <a:pt x="102" y="2895"/>
                  </a:cubicBezTo>
                  <a:cubicBezTo>
                    <a:pt x="109" y="2896"/>
                    <a:pt x="116" y="2897"/>
                    <a:pt x="123" y="2897"/>
                  </a:cubicBezTo>
                  <a:cubicBezTo>
                    <a:pt x="178" y="2897"/>
                    <a:pt x="226" y="2859"/>
                    <a:pt x="237" y="2805"/>
                  </a:cubicBezTo>
                  <a:lnTo>
                    <a:pt x="639" y="783"/>
                  </a:lnTo>
                  <a:cubicBezTo>
                    <a:pt x="716" y="399"/>
                    <a:pt x="546" y="65"/>
                    <a:pt x="242" y="2"/>
                  </a:cubicBezTo>
                  <a:cubicBezTo>
                    <a:pt x="235" y="1"/>
                    <a:pt x="227" y="0"/>
                    <a:pt x="220" y="0"/>
                  </a:cubicBez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2" name="Google Shape;1612;p46"/>
            <p:cNvSpPr/>
            <p:nvPr/>
          </p:nvSpPr>
          <p:spPr>
            <a:xfrm>
              <a:off x="5608250" y="3253400"/>
              <a:ext cx="17950" cy="72500"/>
            </a:xfrm>
            <a:custGeom>
              <a:avLst/>
              <a:gdLst/>
              <a:ahLst/>
              <a:cxnLst/>
              <a:rect l="l" t="t" r="r" b="b"/>
              <a:pathLst>
                <a:path w="718" h="2900" extrusionOk="0">
                  <a:moveTo>
                    <a:pt x="594" y="0"/>
                  </a:moveTo>
                  <a:cubicBezTo>
                    <a:pt x="540" y="0"/>
                    <a:pt x="492" y="37"/>
                    <a:pt x="481" y="92"/>
                  </a:cubicBezTo>
                  <a:lnTo>
                    <a:pt x="84" y="2083"/>
                  </a:lnTo>
                  <a:cubicBezTo>
                    <a:pt x="0" y="2506"/>
                    <a:pt x="312" y="2848"/>
                    <a:pt x="564" y="2898"/>
                  </a:cubicBezTo>
                  <a:cubicBezTo>
                    <a:pt x="571" y="2899"/>
                    <a:pt x="579" y="2900"/>
                    <a:pt x="586" y="2900"/>
                  </a:cubicBezTo>
                  <a:cubicBezTo>
                    <a:pt x="640" y="2900"/>
                    <a:pt x="688" y="2863"/>
                    <a:pt x="699" y="2808"/>
                  </a:cubicBezTo>
                  <a:cubicBezTo>
                    <a:pt x="710" y="2746"/>
                    <a:pt x="670" y="2686"/>
                    <a:pt x="609" y="2675"/>
                  </a:cubicBezTo>
                  <a:cubicBezTo>
                    <a:pt x="474" y="2648"/>
                    <a:pt x="253" y="2414"/>
                    <a:pt x="310" y="2130"/>
                  </a:cubicBezTo>
                  <a:lnTo>
                    <a:pt x="706" y="137"/>
                  </a:lnTo>
                  <a:cubicBezTo>
                    <a:pt x="718" y="76"/>
                    <a:pt x="678" y="15"/>
                    <a:pt x="616" y="2"/>
                  </a:cubicBezTo>
                  <a:cubicBezTo>
                    <a:pt x="608" y="1"/>
                    <a:pt x="601" y="0"/>
                    <a:pt x="5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3" name="Google Shape;1613;p46"/>
            <p:cNvSpPr/>
            <p:nvPr/>
          </p:nvSpPr>
          <p:spPr>
            <a:xfrm>
              <a:off x="5686725" y="3244800"/>
              <a:ext cx="46000" cy="106800"/>
            </a:xfrm>
            <a:custGeom>
              <a:avLst/>
              <a:gdLst/>
              <a:ahLst/>
              <a:cxnLst/>
              <a:rect l="l" t="t" r="r" b="b"/>
              <a:pathLst>
                <a:path w="1840" h="4272" extrusionOk="0">
                  <a:moveTo>
                    <a:pt x="1516" y="0"/>
                  </a:moveTo>
                  <a:cubicBezTo>
                    <a:pt x="540" y="973"/>
                    <a:pt x="1" y="2994"/>
                    <a:pt x="108" y="4272"/>
                  </a:cubicBezTo>
                  <a:lnTo>
                    <a:pt x="564" y="4234"/>
                  </a:lnTo>
                  <a:cubicBezTo>
                    <a:pt x="469" y="3083"/>
                    <a:pt x="968" y="1194"/>
                    <a:pt x="1840" y="324"/>
                  </a:cubicBezTo>
                  <a:lnTo>
                    <a:pt x="1516" y="0"/>
                  </a:ln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4" name="Google Shape;1614;p46"/>
            <p:cNvSpPr/>
            <p:nvPr/>
          </p:nvSpPr>
          <p:spPr>
            <a:xfrm>
              <a:off x="5636925" y="3243375"/>
              <a:ext cx="33175" cy="40500"/>
            </a:xfrm>
            <a:custGeom>
              <a:avLst/>
              <a:gdLst/>
              <a:ahLst/>
              <a:cxnLst/>
              <a:rect l="l" t="t" r="r" b="b"/>
              <a:pathLst>
                <a:path w="1327" h="1620" extrusionOk="0">
                  <a:moveTo>
                    <a:pt x="1137" y="1"/>
                  </a:moveTo>
                  <a:cubicBezTo>
                    <a:pt x="1094" y="1"/>
                    <a:pt x="1051" y="17"/>
                    <a:pt x="1017" y="49"/>
                  </a:cubicBezTo>
                  <a:lnTo>
                    <a:pt x="948" y="116"/>
                  </a:lnTo>
                  <a:cubicBezTo>
                    <a:pt x="685" y="369"/>
                    <a:pt x="326" y="714"/>
                    <a:pt x="39" y="1379"/>
                  </a:cubicBezTo>
                  <a:cubicBezTo>
                    <a:pt x="1" y="1467"/>
                    <a:pt x="42" y="1567"/>
                    <a:pt x="128" y="1605"/>
                  </a:cubicBezTo>
                  <a:cubicBezTo>
                    <a:pt x="151" y="1615"/>
                    <a:pt x="175" y="1620"/>
                    <a:pt x="197" y="1620"/>
                  </a:cubicBezTo>
                  <a:cubicBezTo>
                    <a:pt x="264" y="1620"/>
                    <a:pt x="327" y="1582"/>
                    <a:pt x="354" y="1515"/>
                  </a:cubicBezTo>
                  <a:cubicBezTo>
                    <a:pt x="615" y="914"/>
                    <a:pt x="932" y="610"/>
                    <a:pt x="1186" y="364"/>
                  </a:cubicBezTo>
                  <a:lnTo>
                    <a:pt x="1257" y="296"/>
                  </a:lnTo>
                  <a:cubicBezTo>
                    <a:pt x="1326" y="230"/>
                    <a:pt x="1327" y="121"/>
                    <a:pt x="1261" y="53"/>
                  </a:cubicBezTo>
                  <a:cubicBezTo>
                    <a:pt x="1227" y="18"/>
                    <a:pt x="1182" y="1"/>
                    <a:pt x="11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5" name="Google Shape;1615;p46"/>
            <p:cNvSpPr/>
            <p:nvPr/>
          </p:nvSpPr>
          <p:spPr>
            <a:xfrm>
              <a:off x="5599725" y="3136250"/>
              <a:ext cx="137350" cy="260900"/>
            </a:xfrm>
            <a:custGeom>
              <a:avLst/>
              <a:gdLst/>
              <a:ahLst/>
              <a:cxnLst/>
              <a:rect l="l" t="t" r="r" b="b"/>
              <a:pathLst>
                <a:path w="5494" h="10436" extrusionOk="0">
                  <a:moveTo>
                    <a:pt x="2290" y="342"/>
                  </a:moveTo>
                  <a:cubicBezTo>
                    <a:pt x="2335" y="342"/>
                    <a:pt x="2381" y="346"/>
                    <a:pt x="2426" y="355"/>
                  </a:cubicBezTo>
                  <a:cubicBezTo>
                    <a:pt x="2807" y="430"/>
                    <a:pt x="3052" y="801"/>
                    <a:pt x="2978" y="1180"/>
                  </a:cubicBezTo>
                  <a:lnTo>
                    <a:pt x="2304" y="4559"/>
                  </a:lnTo>
                  <a:cubicBezTo>
                    <a:pt x="2291" y="4629"/>
                    <a:pt x="2321" y="4700"/>
                    <a:pt x="2382" y="4738"/>
                  </a:cubicBezTo>
                  <a:cubicBezTo>
                    <a:pt x="2410" y="4756"/>
                    <a:pt x="2443" y="4765"/>
                    <a:pt x="2475" y="4765"/>
                  </a:cubicBezTo>
                  <a:cubicBezTo>
                    <a:pt x="2511" y="4765"/>
                    <a:pt x="2547" y="4753"/>
                    <a:pt x="2577" y="4730"/>
                  </a:cubicBezTo>
                  <a:cubicBezTo>
                    <a:pt x="3065" y="4359"/>
                    <a:pt x="3624" y="4172"/>
                    <a:pt x="4238" y="4172"/>
                  </a:cubicBezTo>
                  <a:cubicBezTo>
                    <a:pt x="4288" y="4172"/>
                    <a:pt x="4338" y="4174"/>
                    <a:pt x="4388" y="4176"/>
                  </a:cubicBezTo>
                  <a:cubicBezTo>
                    <a:pt x="4411" y="4178"/>
                    <a:pt x="4437" y="4181"/>
                    <a:pt x="4463" y="4187"/>
                  </a:cubicBezTo>
                  <a:cubicBezTo>
                    <a:pt x="4650" y="4225"/>
                    <a:pt x="4824" y="4338"/>
                    <a:pt x="4939" y="4499"/>
                  </a:cubicBezTo>
                  <a:cubicBezTo>
                    <a:pt x="5073" y="4688"/>
                    <a:pt x="5118" y="4926"/>
                    <a:pt x="5065" y="5189"/>
                  </a:cubicBezTo>
                  <a:lnTo>
                    <a:pt x="4230" y="9381"/>
                  </a:lnTo>
                  <a:cubicBezTo>
                    <a:pt x="4134" y="9861"/>
                    <a:pt x="3773" y="10089"/>
                    <a:pt x="3435" y="10089"/>
                  </a:cubicBezTo>
                  <a:cubicBezTo>
                    <a:pt x="3386" y="10089"/>
                    <a:pt x="3337" y="10084"/>
                    <a:pt x="3290" y="10075"/>
                  </a:cubicBezTo>
                  <a:cubicBezTo>
                    <a:pt x="3264" y="10070"/>
                    <a:pt x="3240" y="10062"/>
                    <a:pt x="3214" y="10055"/>
                  </a:cubicBezTo>
                  <a:cubicBezTo>
                    <a:pt x="1874" y="9574"/>
                    <a:pt x="1478" y="8413"/>
                    <a:pt x="1363" y="7763"/>
                  </a:cubicBezTo>
                  <a:cubicBezTo>
                    <a:pt x="1348" y="7681"/>
                    <a:pt x="1276" y="7621"/>
                    <a:pt x="1194" y="7621"/>
                  </a:cubicBezTo>
                  <a:cubicBezTo>
                    <a:pt x="1189" y="7621"/>
                    <a:pt x="1184" y="7621"/>
                    <a:pt x="1180" y="7622"/>
                  </a:cubicBezTo>
                  <a:cubicBezTo>
                    <a:pt x="1158" y="7624"/>
                    <a:pt x="1136" y="7625"/>
                    <a:pt x="1115" y="7625"/>
                  </a:cubicBezTo>
                  <a:cubicBezTo>
                    <a:pt x="1070" y="7625"/>
                    <a:pt x="1026" y="7620"/>
                    <a:pt x="984" y="7611"/>
                  </a:cubicBezTo>
                  <a:cubicBezTo>
                    <a:pt x="612" y="7536"/>
                    <a:pt x="363" y="7172"/>
                    <a:pt x="431" y="6798"/>
                  </a:cubicBezTo>
                  <a:cubicBezTo>
                    <a:pt x="432" y="6794"/>
                    <a:pt x="432" y="6789"/>
                    <a:pt x="431" y="6783"/>
                  </a:cubicBezTo>
                  <a:lnTo>
                    <a:pt x="1602" y="906"/>
                  </a:lnTo>
                  <a:cubicBezTo>
                    <a:pt x="1668" y="571"/>
                    <a:pt x="1962" y="342"/>
                    <a:pt x="2290" y="342"/>
                  </a:cubicBezTo>
                  <a:close/>
                  <a:moveTo>
                    <a:pt x="2292" y="0"/>
                  </a:moveTo>
                  <a:cubicBezTo>
                    <a:pt x="1804" y="0"/>
                    <a:pt x="1366" y="345"/>
                    <a:pt x="1267" y="841"/>
                  </a:cubicBezTo>
                  <a:lnTo>
                    <a:pt x="93" y="6736"/>
                  </a:lnTo>
                  <a:cubicBezTo>
                    <a:pt x="91" y="6742"/>
                    <a:pt x="90" y="6750"/>
                    <a:pt x="90" y="6757"/>
                  </a:cubicBezTo>
                  <a:cubicBezTo>
                    <a:pt x="0" y="7308"/>
                    <a:pt x="367" y="7841"/>
                    <a:pt x="917" y="7951"/>
                  </a:cubicBezTo>
                  <a:cubicBezTo>
                    <a:pt x="962" y="7958"/>
                    <a:pt x="1006" y="7966"/>
                    <a:pt x="1052" y="7968"/>
                  </a:cubicBezTo>
                  <a:cubicBezTo>
                    <a:pt x="1304" y="9126"/>
                    <a:pt x="2046" y="10002"/>
                    <a:pt x="3103" y="10381"/>
                  </a:cubicBezTo>
                  <a:cubicBezTo>
                    <a:pt x="3145" y="10396"/>
                    <a:pt x="3184" y="10406"/>
                    <a:pt x="3225" y="10414"/>
                  </a:cubicBezTo>
                  <a:cubicBezTo>
                    <a:pt x="3295" y="10428"/>
                    <a:pt x="3367" y="10435"/>
                    <a:pt x="3440" y="10435"/>
                  </a:cubicBezTo>
                  <a:cubicBezTo>
                    <a:pt x="3923" y="10435"/>
                    <a:pt x="4434" y="10119"/>
                    <a:pt x="4567" y="9450"/>
                  </a:cubicBezTo>
                  <a:lnTo>
                    <a:pt x="5403" y="5259"/>
                  </a:lnTo>
                  <a:cubicBezTo>
                    <a:pt x="5493" y="4805"/>
                    <a:pt x="5353" y="4488"/>
                    <a:pt x="5220" y="4301"/>
                  </a:cubicBezTo>
                  <a:cubicBezTo>
                    <a:pt x="5054" y="4070"/>
                    <a:pt x="4804" y="3907"/>
                    <a:pt x="4533" y="3853"/>
                  </a:cubicBezTo>
                  <a:cubicBezTo>
                    <a:pt x="4492" y="3844"/>
                    <a:pt x="4451" y="3838"/>
                    <a:pt x="4412" y="3836"/>
                  </a:cubicBezTo>
                  <a:cubicBezTo>
                    <a:pt x="4353" y="3833"/>
                    <a:pt x="4296" y="3832"/>
                    <a:pt x="4238" y="3832"/>
                  </a:cubicBezTo>
                  <a:cubicBezTo>
                    <a:pt x="3690" y="3832"/>
                    <a:pt x="3183" y="3964"/>
                    <a:pt x="2723" y="4225"/>
                  </a:cubicBezTo>
                  <a:lnTo>
                    <a:pt x="3315" y="1249"/>
                  </a:lnTo>
                  <a:cubicBezTo>
                    <a:pt x="3429" y="684"/>
                    <a:pt x="3061" y="133"/>
                    <a:pt x="2495" y="20"/>
                  </a:cubicBezTo>
                  <a:cubicBezTo>
                    <a:pt x="2427" y="7"/>
                    <a:pt x="2359" y="0"/>
                    <a:pt x="22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6" name="Google Shape;1616;p46"/>
            <p:cNvSpPr/>
            <p:nvPr/>
          </p:nvSpPr>
          <p:spPr>
            <a:xfrm>
              <a:off x="5676225" y="3237450"/>
              <a:ext cx="50350" cy="117325"/>
            </a:xfrm>
            <a:custGeom>
              <a:avLst/>
              <a:gdLst/>
              <a:ahLst/>
              <a:cxnLst/>
              <a:rect l="l" t="t" r="r" b="b"/>
              <a:pathLst>
                <a:path w="2014" h="4693" extrusionOk="0">
                  <a:moveTo>
                    <a:pt x="1762" y="0"/>
                  </a:moveTo>
                  <a:cubicBezTo>
                    <a:pt x="1704" y="0"/>
                    <a:pt x="1646" y="23"/>
                    <a:pt x="1601" y="68"/>
                  </a:cubicBezTo>
                  <a:cubicBezTo>
                    <a:pt x="616" y="1051"/>
                    <a:pt x="1" y="3210"/>
                    <a:pt x="107" y="4483"/>
                  </a:cubicBezTo>
                  <a:cubicBezTo>
                    <a:pt x="117" y="4602"/>
                    <a:pt x="217" y="4693"/>
                    <a:pt x="335" y="4693"/>
                  </a:cubicBezTo>
                  <a:cubicBezTo>
                    <a:pt x="341" y="4693"/>
                    <a:pt x="348" y="4692"/>
                    <a:pt x="354" y="4692"/>
                  </a:cubicBezTo>
                  <a:cubicBezTo>
                    <a:pt x="481" y="4681"/>
                    <a:pt x="574" y="4571"/>
                    <a:pt x="564" y="4445"/>
                  </a:cubicBezTo>
                  <a:cubicBezTo>
                    <a:pt x="467" y="3296"/>
                    <a:pt x="1040" y="1276"/>
                    <a:pt x="1924" y="392"/>
                  </a:cubicBezTo>
                  <a:cubicBezTo>
                    <a:pt x="2013" y="303"/>
                    <a:pt x="2013" y="157"/>
                    <a:pt x="1924" y="68"/>
                  </a:cubicBezTo>
                  <a:cubicBezTo>
                    <a:pt x="1891" y="34"/>
                    <a:pt x="1851" y="12"/>
                    <a:pt x="1807" y="5"/>
                  </a:cubicBezTo>
                  <a:cubicBezTo>
                    <a:pt x="1792" y="2"/>
                    <a:pt x="1777" y="0"/>
                    <a:pt x="1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7" name="Google Shape;1617;p46"/>
            <p:cNvSpPr/>
            <p:nvPr/>
          </p:nvSpPr>
          <p:spPr>
            <a:xfrm>
              <a:off x="5926875" y="2809325"/>
              <a:ext cx="255750" cy="124025"/>
            </a:xfrm>
            <a:custGeom>
              <a:avLst/>
              <a:gdLst/>
              <a:ahLst/>
              <a:cxnLst/>
              <a:rect l="l" t="t" r="r" b="b"/>
              <a:pathLst>
                <a:path w="10230" h="4961" extrusionOk="0">
                  <a:moveTo>
                    <a:pt x="6850" y="0"/>
                  </a:moveTo>
                  <a:cubicBezTo>
                    <a:pt x="6806" y="0"/>
                    <a:pt x="6761" y="4"/>
                    <a:pt x="6715" y="11"/>
                  </a:cubicBezTo>
                  <a:lnTo>
                    <a:pt x="6715" y="9"/>
                  </a:lnTo>
                  <a:lnTo>
                    <a:pt x="794" y="1036"/>
                  </a:lnTo>
                  <a:cubicBezTo>
                    <a:pt x="319" y="1118"/>
                    <a:pt x="1" y="1570"/>
                    <a:pt x="84" y="2044"/>
                  </a:cubicBezTo>
                  <a:cubicBezTo>
                    <a:pt x="158" y="2470"/>
                    <a:pt x="527" y="2769"/>
                    <a:pt x="944" y="2769"/>
                  </a:cubicBezTo>
                  <a:cubicBezTo>
                    <a:pt x="993" y="2769"/>
                    <a:pt x="1042" y="2765"/>
                    <a:pt x="1092" y="2757"/>
                  </a:cubicBezTo>
                  <a:lnTo>
                    <a:pt x="4488" y="2167"/>
                  </a:lnTo>
                  <a:lnTo>
                    <a:pt x="4488" y="2167"/>
                  </a:lnTo>
                  <a:cubicBezTo>
                    <a:pt x="4099" y="2657"/>
                    <a:pt x="3833" y="3291"/>
                    <a:pt x="3853" y="4077"/>
                  </a:cubicBezTo>
                  <a:cubicBezTo>
                    <a:pt x="3872" y="4491"/>
                    <a:pt x="4229" y="4961"/>
                    <a:pt x="4832" y="4961"/>
                  </a:cubicBezTo>
                  <a:cubicBezTo>
                    <a:pt x="4901" y="4961"/>
                    <a:pt x="4973" y="4955"/>
                    <a:pt x="5048" y="4942"/>
                  </a:cubicBezTo>
                  <a:cubicBezTo>
                    <a:pt x="5781" y="4814"/>
                    <a:pt x="7154" y="4577"/>
                    <a:pt x="7154" y="4577"/>
                  </a:cubicBezTo>
                  <a:cubicBezTo>
                    <a:pt x="7154" y="4577"/>
                    <a:pt x="8527" y="4338"/>
                    <a:pt x="9259" y="4211"/>
                  </a:cubicBezTo>
                  <a:cubicBezTo>
                    <a:pt x="9992" y="4085"/>
                    <a:pt x="10229" y="3438"/>
                    <a:pt x="10094" y="2994"/>
                  </a:cubicBezTo>
                  <a:cubicBezTo>
                    <a:pt x="9680" y="1741"/>
                    <a:pt x="8654" y="1158"/>
                    <a:pt x="7719" y="968"/>
                  </a:cubicBezTo>
                  <a:cubicBezTo>
                    <a:pt x="7727" y="889"/>
                    <a:pt x="7725" y="807"/>
                    <a:pt x="7712" y="724"/>
                  </a:cubicBezTo>
                  <a:cubicBezTo>
                    <a:pt x="7637" y="299"/>
                    <a:pt x="7268" y="0"/>
                    <a:pt x="6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8" name="Google Shape;1618;p46"/>
            <p:cNvSpPr/>
            <p:nvPr/>
          </p:nvSpPr>
          <p:spPr>
            <a:xfrm>
              <a:off x="5926875" y="2809325"/>
              <a:ext cx="196650" cy="69250"/>
            </a:xfrm>
            <a:custGeom>
              <a:avLst/>
              <a:gdLst/>
              <a:ahLst/>
              <a:cxnLst/>
              <a:rect l="l" t="t" r="r" b="b"/>
              <a:pathLst>
                <a:path w="7866" h="2770" extrusionOk="0">
                  <a:moveTo>
                    <a:pt x="6850" y="0"/>
                  </a:moveTo>
                  <a:cubicBezTo>
                    <a:pt x="6806" y="0"/>
                    <a:pt x="6761" y="4"/>
                    <a:pt x="6715" y="11"/>
                  </a:cubicBezTo>
                  <a:lnTo>
                    <a:pt x="6715" y="9"/>
                  </a:lnTo>
                  <a:lnTo>
                    <a:pt x="794" y="1036"/>
                  </a:lnTo>
                  <a:cubicBezTo>
                    <a:pt x="319" y="1118"/>
                    <a:pt x="1" y="1570"/>
                    <a:pt x="84" y="2044"/>
                  </a:cubicBezTo>
                  <a:cubicBezTo>
                    <a:pt x="158" y="2470"/>
                    <a:pt x="527" y="2769"/>
                    <a:pt x="944" y="2769"/>
                  </a:cubicBezTo>
                  <a:cubicBezTo>
                    <a:pt x="993" y="2769"/>
                    <a:pt x="1042" y="2765"/>
                    <a:pt x="1092" y="2757"/>
                  </a:cubicBezTo>
                  <a:lnTo>
                    <a:pt x="4488" y="2167"/>
                  </a:lnTo>
                  <a:lnTo>
                    <a:pt x="4488" y="2167"/>
                  </a:lnTo>
                  <a:cubicBezTo>
                    <a:pt x="4398" y="2281"/>
                    <a:pt x="4313" y="2405"/>
                    <a:pt x="4238" y="2537"/>
                  </a:cubicBezTo>
                  <a:lnTo>
                    <a:pt x="4545" y="2379"/>
                  </a:lnTo>
                  <a:cubicBezTo>
                    <a:pt x="5007" y="1778"/>
                    <a:pt x="6237" y="1106"/>
                    <a:pt x="7301" y="1106"/>
                  </a:cubicBezTo>
                  <a:cubicBezTo>
                    <a:pt x="7459" y="1106"/>
                    <a:pt x="7613" y="1121"/>
                    <a:pt x="7761" y="1153"/>
                  </a:cubicBezTo>
                  <a:cubicBezTo>
                    <a:pt x="7799" y="1102"/>
                    <a:pt x="7834" y="1052"/>
                    <a:pt x="7865" y="1002"/>
                  </a:cubicBezTo>
                  <a:cubicBezTo>
                    <a:pt x="7817" y="990"/>
                    <a:pt x="7767" y="979"/>
                    <a:pt x="7719" y="968"/>
                  </a:cubicBezTo>
                  <a:cubicBezTo>
                    <a:pt x="7727" y="889"/>
                    <a:pt x="7725" y="807"/>
                    <a:pt x="7712" y="724"/>
                  </a:cubicBezTo>
                  <a:cubicBezTo>
                    <a:pt x="7637" y="299"/>
                    <a:pt x="7268" y="0"/>
                    <a:pt x="6850" y="0"/>
                  </a:cubicBez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9" name="Google Shape;1619;p46"/>
            <p:cNvSpPr/>
            <p:nvPr/>
          </p:nvSpPr>
          <p:spPr>
            <a:xfrm>
              <a:off x="5934650" y="2859450"/>
              <a:ext cx="72975" cy="14900"/>
            </a:xfrm>
            <a:custGeom>
              <a:avLst/>
              <a:gdLst/>
              <a:ahLst/>
              <a:cxnLst/>
              <a:rect l="l" t="t" r="r" b="b"/>
              <a:pathLst>
                <a:path w="2919" h="596" extrusionOk="0">
                  <a:moveTo>
                    <a:pt x="2794" y="1"/>
                  </a:moveTo>
                  <a:cubicBezTo>
                    <a:pt x="2787" y="1"/>
                    <a:pt x="2781" y="1"/>
                    <a:pt x="2775" y="2"/>
                  </a:cubicBezTo>
                  <a:lnTo>
                    <a:pt x="744" y="355"/>
                  </a:lnTo>
                  <a:cubicBezTo>
                    <a:pt x="705" y="362"/>
                    <a:pt x="665" y="365"/>
                    <a:pt x="626" y="365"/>
                  </a:cubicBezTo>
                  <a:cubicBezTo>
                    <a:pt x="442" y="365"/>
                    <a:pt x="266" y="290"/>
                    <a:pt x="237" y="123"/>
                  </a:cubicBezTo>
                  <a:cubicBezTo>
                    <a:pt x="227" y="68"/>
                    <a:pt x="178" y="29"/>
                    <a:pt x="124" y="29"/>
                  </a:cubicBezTo>
                  <a:cubicBezTo>
                    <a:pt x="117" y="29"/>
                    <a:pt x="111" y="30"/>
                    <a:pt x="104" y="31"/>
                  </a:cubicBezTo>
                  <a:cubicBezTo>
                    <a:pt x="42" y="42"/>
                    <a:pt x="0" y="101"/>
                    <a:pt x="11" y="163"/>
                  </a:cubicBezTo>
                  <a:cubicBezTo>
                    <a:pt x="56" y="426"/>
                    <a:pt x="308" y="595"/>
                    <a:pt x="624" y="595"/>
                  </a:cubicBezTo>
                  <a:cubicBezTo>
                    <a:pt x="676" y="595"/>
                    <a:pt x="729" y="591"/>
                    <a:pt x="784" y="581"/>
                  </a:cubicBezTo>
                  <a:lnTo>
                    <a:pt x="2815" y="229"/>
                  </a:lnTo>
                  <a:cubicBezTo>
                    <a:pt x="2877" y="217"/>
                    <a:pt x="2919" y="158"/>
                    <a:pt x="2908" y="96"/>
                  </a:cubicBezTo>
                  <a:cubicBezTo>
                    <a:pt x="2897" y="40"/>
                    <a:pt x="2848" y="1"/>
                    <a:pt x="2794" y="1"/>
                  </a:cubicBezTo>
                  <a:close/>
                </a:path>
              </a:pathLst>
            </a:custGeom>
            <a:solidFill>
              <a:srgbClr val="27C1E6">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0" name="Google Shape;1620;p46"/>
            <p:cNvSpPr/>
            <p:nvPr/>
          </p:nvSpPr>
          <p:spPr>
            <a:xfrm>
              <a:off x="6042125" y="2813400"/>
              <a:ext cx="72975" cy="16125"/>
            </a:xfrm>
            <a:custGeom>
              <a:avLst/>
              <a:gdLst/>
              <a:ahLst/>
              <a:cxnLst/>
              <a:rect l="l" t="t" r="r" b="b"/>
              <a:pathLst>
                <a:path w="2919" h="645" extrusionOk="0">
                  <a:moveTo>
                    <a:pt x="2228" y="0"/>
                  </a:moveTo>
                  <a:cubicBezTo>
                    <a:pt x="2188" y="0"/>
                    <a:pt x="2147" y="3"/>
                    <a:pt x="2105" y="11"/>
                  </a:cubicBezTo>
                  <a:lnTo>
                    <a:pt x="104" y="358"/>
                  </a:lnTo>
                  <a:cubicBezTo>
                    <a:pt x="42" y="369"/>
                    <a:pt x="0" y="428"/>
                    <a:pt x="11" y="490"/>
                  </a:cubicBezTo>
                  <a:cubicBezTo>
                    <a:pt x="21" y="546"/>
                    <a:pt x="70" y="586"/>
                    <a:pt x="124" y="586"/>
                  </a:cubicBezTo>
                  <a:cubicBezTo>
                    <a:pt x="130" y="586"/>
                    <a:pt x="136" y="585"/>
                    <a:pt x="142" y="584"/>
                  </a:cubicBezTo>
                  <a:lnTo>
                    <a:pt x="2144" y="237"/>
                  </a:lnTo>
                  <a:cubicBezTo>
                    <a:pt x="2172" y="232"/>
                    <a:pt x="2199" y="230"/>
                    <a:pt x="2226" y="230"/>
                  </a:cubicBezTo>
                  <a:cubicBezTo>
                    <a:pt x="2473" y="230"/>
                    <a:pt x="2660" y="427"/>
                    <a:pt x="2682" y="549"/>
                  </a:cubicBezTo>
                  <a:cubicBezTo>
                    <a:pt x="2692" y="605"/>
                    <a:pt x="2741" y="645"/>
                    <a:pt x="2795" y="645"/>
                  </a:cubicBezTo>
                  <a:cubicBezTo>
                    <a:pt x="2802" y="645"/>
                    <a:pt x="2808" y="644"/>
                    <a:pt x="2814" y="643"/>
                  </a:cubicBezTo>
                  <a:cubicBezTo>
                    <a:pt x="2877" y="631"/>
                    <a:pt x="2918" y="571"/>
                    <a:pt x="2908" y="510"/>
                  </a:cubicBezTo>
                  <a:cubicBezTo>
                    <a:pt x="2867" y="283"/>
                    <a:pt x="2592" y="0"/>
                    <a:pt x="22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1" name="Google Shape;1621;p46"/>
            <p:cNvSpPr/>
            <p:nvPr/>
          </p:nvSpPr>
          <p:spPr>
            <a:xfrm>
              <a:off x="6031225" y="2893275"/>
              <a:ext cx="107675" cy="41425"/>
            </a:xfrm>
            <a:custGeom>
              <a:avLst/>
              <a:gdLst/>
              <a:ahLst/>
              <a:cxnLst/>
              <a:rect l="l" t="t" r="r" b="b"/>
              <a:pathLst>
                <a:path w="4307" h="1657" extrusionOk="0">
                  <a:moveTo>
                    <a:pt x="3849" y="1"/>
                  </a:moveTo>
                  <a:cubicBezTo>
                    <a:pt x="2586" y="1"/>
                    <a:pt x="885" y="481"/>
                    <a:pt x="0" y="1325"/>
                  </a:cubicBezTo>
                  <a:lnTo>
                    <a:pt x="316" y="1656"/>
                  </a:lnTo>
                  <a:cubicBezTo>
                    <a:pt x="1110" y="900"/>
                    <a:pt x="2702" y="458"/>
                    <a:pt x="3851" y="458"/>
                  </a:cubicBezTo>
                  <a:cubicBezTo>
                    <a:pt x="3994" y="458"/>
                    <a:pt x="4130" y="465"/>
                    <a:pt x="4256" y="479"/>
                  </a:cubicBezTo>
                  <a:lnTo>
                    <a:pt x="4307" y="25"/>
                  </a:lnTo>
                  <a:cubicBezTo>
                    <a:pt x="4163" y="9"/>
                    <a:pt x="4009" y="1"/>
                    <a:pt x="3849" y="1"/>
                  </a:cubicBezTo>
                  <a:close/>
                </a:path>
              </a:pathLst>
            </a:custGeom>
            <a:solidFill>
              <a:srgbClr val="9EA2E0">
                <a:alpha val="43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2" name="Google Shape;1622;p46"/>
            <p:cNvSpPr/>
            <p:nvPr/>
          </p:nvSpPr>
          <p:spPr>
            <a:xfrm>
              <a:off x="5922275" y="2805050"/>
              <a:ext cx="264125" cy="132725"/>
            </a:xfrm>
            <a:custGeom>
              <a:avLst/>
              <a:gdLst/>
              <a:ahLst/>
              <a:cxnLst/>
              <a:rect l="l" t="t" r="r" b="b"/>
              <a:pathLst>
                <a:path w="10565" h="5309" extrusionOk="0">
                  <a:moveTo>
                    <a:pt x="7037" y="339"/>
                  </a:moveTo>
                  <a:cubicBezTo>
                    <a:pt x="7372" y="339"/>
                    <a:pt x="7671" y="583"/>
                    <a:pt x="7729" y="921"/>
                  </a:cubicBezTo>
                  <a:cubicBezTo>
                    <a:pt x="7740" y="984"/>
                    <a:pt x="7741" y="1051"/>
                    <a:pt x="7735" y="1117"/>
                  </a:cubicBezTo>
                  <a:cubicBezTo>
                    <a:pt x="7725" y="1205"/>
                    <a:pt x="7785" y="1285"/>
                    <a:pt x="7871" y="1304"/>
                  </a:cubicBezTo>
                  <a:cubicBezTo>
                    <a:pt x="8518" y="1436"/>
                    <a:pt x="9669" y="1861"/>
                    <a:pt x="10116" y="3213"/>
                  </a:cubicBezTo>
                  <a:cubicBezTo>
                    <a:pt x="10124" y="3237"/>
                    <a:pt x="10131" y="3263"/>
                    <a:pt x="10134" y="3289"/>
                  </a:cubicBezTo>
                  <a:cubicBezTo>
                    <a:pt x="10200" y="3665"/>
                    <a:pt x="9970" y="4115"/>
                    <a:pt x="9417" y="4212"/>
                  </a:cubicBezTo>
                  <a:lnTo>
                    <a:pt x="5205" y="4943"/>
                  </a:lnTo>
                  <a:cubicBezTo>
                    <a:pt x="5142" y="4954"/>
                    <a:pt x="5081" y="4960"/>
                    <a:pt x="5021" y="4960"/>
                  </a:cubicBezTo>
                  <a:cubicBezTo>
                    <a:pt x="4831" y="4960"/>
                    <a:pt x="4660" y="4906"/>
                    <a:pt x="4519" y="4799"/>
                  </a:cubicBezTo>
                  <a:cubicBezTo>
                    <a:pt x="4362" y="4681"/>
                    <a:pt x="4252" y="4505"/>
                    <a:pt x="4220" y="4317"/>
                  </a:cubicBezTo>
                  <a:cubicBezTo>
                    <a:pt x="4214" y="4291"/>
                    <a:pt x="4211" y="4265"/>
                    <a:pt x="4210" y="4242"/>
                  </a:cubicBezTo>
                  <a:cubicBezTo>
                    <a:pt x="4194" y="3568"/>
                    <a:pt x="4395" y="2963"/>
                    <a:pt x="4809" y="2445"/>
                  </a:cubicBezTo>
                  <a:cubicBezTo>
                    <a:pt x="4853" y="2389"/>
                    <a:pt x="4858" y="2311"/>
                    <a:pt x="4821" y="2250"/>
                  </a:cubicBezTo>
                  <a:cubicBezTo>
                    <a:pt x="4790" y="2196"/>
                    <a:pt x="4733" y="2166"/>
                    <a:pt x="4673" y="2166"/>
                  </a:cubicBezTo>
                  <a:cubicBezTo>
                    <a:pt x="4664" y="2166"/>
                    <a:pt x="4654" y="2166"/>
                    <a:pt x="4645" y="2168"/>
                  </a:cubicBezTo>
                  <a:lnTo>
                    <a:pt x="1249" y="2757"/>
                  </a:lnTo>
                  <a:cubicBezTo>
                    <a:pt x="1208" y="2764"/>
                    <a:pt x="1168" y="2768"/>
                    <a:pt x="1128" y="2768"/>
                  </a:cubicBezTo>
                  <a:cubicBezTo>
                    <a:pt x="795" y="2768"/>
                    <a:pt x="498" y="2527"/>
                    <a:pt x="439" y="2187"/>
                  </a:cubicBezTo>
                  <a:cubicBezTo>
                    <a:pt x="373" y="1806"/>
                    <a:pt x="628" y="1442"/>
                    <a:pt x="1010" y="1377"/>
                  </a:cubicBezTo>
                  <a:lnTo>
                    <a:pt x="6914" y="352"/>
                  </a:lnTo>
                  <a:cubicBezTo>
                    <a:pt x="6918" y="352"/>
                    <a:pt x="6923" y="352"/>
                    <a:pt x="6930" y="348"/>
                  </a:cubicBezTo>
                  <a:cubicBezTo>
                    <a:pt x="6966" y="342"/>
                    <a:pt x="7002" y="339"/>
                    <a:pt x="7037" y="339"/>
                  </a:cubicBezTo>
                  <a:close/>
                  <a:moveTo>
                    <a:pt x="7033" y="1"/>
                  </a:moveTo>
                  <a:cubicBezTo>
                    <a:pt x="6987" y="1"/>
                    <a:pt x="6940" y="4"/>
                    <a:pt x="6893" y="10"/>
                  </a:cubicBezTo>
                  <a:cubicBezTo>
                    <a:pt x="6887" y="10"/>
                    <a:pt x="6878" y="11"/>
                    <a:pt x="6872" y="13"/>
                  </a:cubicBezTo>
                  <a:lnTo>
                    <a:pt x="950" y="1040"/>
                  </a:lnTo>
                  <a:cubicBezTo>
                    <a:pt x="382" y="1137"/>
                    <a:pt x="1" y="1679"/>
                    <a:pt x="100" y="2247"/>
                  </a:cubicBezTo>
                  <a:cubicBezTo>
                    <a:pt x="187" y="2755"/>
                    <a:pt x="632" y="3115"/>
                    <a:pt x="1132" y="3115"/>
                  </a:cubicBezTo>
                  <a:cubicBezTo>
                    <a:pt x="1190" y="3115"/>
                    <a:pt x="1249" y="3110"/>
                    <a:pt x="1308" y="3100"/>
                  </a:cubicBezTo>
                  <a:lnTo>
                    <a:pt x="4299" y="2581"/>
                  </a:lnTo>
                  <a:lnTo>
                    <a:pt x="4299" y="2581"/>
                  </a:lnTo>
                  <a:cubicBezTo>
                    <a:pt x="3998" y="3082"/>
                    <a:pt x="3852" y="3645"/>
                    <a:pt x="3867" y="4259"/>
                  </a:cubicBezTo>
                  <a:cubicBezTo>
                    <a:pt x="3868" y="4298"/>
                    <a:pt x="3873" y="4339"/>
                    <a:pt x="3880" y="4380"/>
                  </a:cubicBezTo>
                  <a:cubicBezTo>
                    <a:pt x="3927" y="4654"/>
                    <a:pt x="4085" y="4908"/>
                    <a:pt x="4311" y="5078"/>
                  </a:cubicBezTo>
                  <a:cubicBezTo>
                    <a:pt x="4460" y="5190"/>
                    <a:pt x="4693" y="5308"/>
                    <a:pt x="5016" y="5308"/>
                  </a:cubicBezTo>
                  <a:cubicBezTo>
                    <a:pt x="5093" y="5308"/>
                    <a:pt x="5176" y="5302"/>
                    <a:pt x="5263" y="5286"/>
                  </a:cubicBezTo>
                  <a:lnTo>
                    <a:pt x="9475" y="4555"/>
                  </a:lnTo>
                  <a:cubicBezTo>
                    <a:pt x="10247" y="4420"/>
                    <a:pt x="10565" y="3776"/>
                    <a:pt x="10471" y="3236"/>
                  </a:cubicBezTo>
                  <a:cubicBezTo>
                    <a:pt x="10465" y="3195"/>
                    <a:pt x="10455" y="3156"/>
                    <a:pt x="10443" y="3114"/>
                  </a:cubicBezTo>
                  <a:cubicBezTo>
                    <a:pt x="10090" y="2047"/>
                    <a:pt x="9233" y="1284"/>
                    <a:pt x="8081" y="1004"/>
                  </a:cubicBezTo>
                  <a:cubicBezTo>
                    <a:pt x="8078" y="958"/>
                    <a:pt x="8074" y="912"/>
                    <a:pt x="8066" y="868"/>
                  </a:cubicBezTo>
                  <a:cubicBezTo>
                    <a:pt x="7978" y="362"/>
                    <a:pt x="7532" y="1"/>
                    <a:pt x="70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3" name="Google Shape;1623;p46"/>
            <p:cNvSpPr/>
            <p:nvPr/>
          </p:nvSpPr>
          <p:spPr>
            <a:xfrm>
              <a:off x="6023725" y="2882750"/>
              <a:ext cx="118725" cy="45000"/>
            </a:xfrm>
            <a:custGeom>
              <a:avLst/>
              <a:gdLst/>
              <a:ahLst/>
              <a:cxnLst/>
              <a:rect l="l" t="t" r="r" b="b"/>
              <a:pathLst>
                <a:path w="4749" h="1800" extrusionOk="0">
                  <a:moveTo>
                    <a:pt x="4122" y="1"/>
                  </a:moveTo>
                  <a:cubicBezTo>
                    <a:pt x="2835" y="1"/>
                    <a:pt x="987" y="541"/>
                    <a:pt x="82" y="1405"/>
                  </a:cubicBezTo>
                  <a:cubicBezTo>
                    <a:pt x="25" y="1461"/>
                    <a:pt x="1" y="1538"/>
                    <a:pt x="14" y="1610"/>
                  </a:cubicBezTo>
                  <a:cubicBezTo>
                    <a:pt x="22" y="1653"/>
                    <a:pt x="42" y="1695"/>
                    <a:pt x="73" y="1728"/>
                  </a:cubicBezTo>
                  <a:cubicBezTo>
                    <a:pt x="118" y="1776"/>
                    <a:pt x="178" y="1800"/>
                    <a:pt x="238" y="1800"/>
                  </a:cubicBezTo>
                  <a:cubicBezTo>
                    <a:pt x="295" y="1800"/>
                    <a:pt x="352" y="1779"/>
                    <a:pt x="396" y="1736"/>
                  </a:cubicBezTo>
                  <a:cubicBezTo>
                    <a:pt x="1211" y="959"/>
                    <a:pt x="2945" y="458"/>
                    <a:pt x="4119" y="458"/>
                  </a:cubicBezTo>
                  <a:cubicBezTo>
                    <a:pt x="4247" y="458"/>
                    <a:pt x="4369" y="464"/>
                    <a:pt x="4481" y="476"/>
                  </a:cubicBezTo>
                  <a:cubicBezTo>
                    <a:pt x="4490" y="477"/>
                    <a:pt x="4499" y="478"/>
                    <a:pt x="4508" y="478"/>
                  </a:cubicBezTo>
                  <a:cubicBezTo>
                    <a:pt x="4623" y="478"/>
                    <a:pt x="4722" y="391"/>
                    <a:pt x="4734" y="274"/>
                  </a:cubicBezTo>
                  <a:cubicBezTo>
                    <a:pt x="4749" y="148"/>
                    <a:pt x="4658" y="35"/>
                    <a:pt x="4532" y="22"/>
                  </a:cubicBezTo>
                  <a:cubicBezTo>
                    <a:pt x="4404" y="8"/>
                    <a:pt x="4266" y="1"/>
                    <a:pt x="41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TextBox 11">
            <a:extLst>
              <a:ext uri="{FF2B5EF4-FFF2-40B4-BE49-F238E27FC236}">
                <a16:creationId xmlns:a16="http://schemas.microsoft.com/office/drawing/2014/main" id="{181A4352-967E-27B2-74A1-34F8797CC800}"/>
              </a:ext>
            </a:extLst>
          </p:cNvPr>
          <p:cNvSpPr txBox="1"/>
          <p:nvPr/>
        </p:nvSpPr>
        <p:spPr>
          <a:xfrm>
            <a:off x="997707" y="1942403"/>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3.1</a:t>
            </a:r>
          </a:p>
        </p:txBody>
      </p:sp>
      <p:sp>
        <p:nvSpPr>
          <p:cNvPr id="13" name="TextBox 12">
            <a:extLst>
              <a:ext uri="{FF2B5EF4-FFF2-40B4-BE49-F238E27FC236}">
                <a16:creationId xmlns:a16="http://schemas.microsoft.com/office/drawing/2014/main" id="{B0A0466B-0AD3-2A40-2DE5-49687A3CF922}"/>
              </a:ext>
            </a:extLst>
          </p:cNvPr>
          <p:cNvSpPr txBox="1"/>
          <p:nvPr/>
        </p:nvSpPr>
        <p:spPr>
          <a:xfrm>
            <a:off x="5054768" y="1942403"/>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3.2</a:t>
            </a:r>
          </a:p>
        </p:txBody>
      </p:sp>
      <p:sp>
        <p:nvSpPr>
          <p:cNvPr id="14" name="TextBox 13">
            <a:extLst>
              <a:ext uri="{FF2B5EF4-FFF2-40B4-BE49-F238E27FC236}">
                <a16:creationId xmlns:a16="http://schemas.microsoft.com/office/drawing/2014/main" id="{A9558274-0B86-84E0-8DEC-A6DBBE228B71}"/>
              </a:ext>
            </a:extLst>
          </p:cNvPr>
          <p:cNvSpPr txBox="1"/>
          <p:nvPr/>
        </p:nvSpPr>
        <p:spPr>
          <a:xfrm>
            <a:off x="997707" y="3574241"/>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3.3</a:t>
            </a:r>
          </a:p>
        </p:txBody>
      </p:sp>
      <p:sp>
        <p:nvSpPr>
          <p:cNvPr id="15" name="TextBox 14">
            <a:extLst>
              <a:ext uri="{FF2B5EF4-FFF2-40B4-BE49-F238E27FC236}">
                <a16:creationId xmlns:a16="http://schemas.microsoft.com/office/drawing/2014/main" id="{3DEB8E75-798A-DAD8-651D-007B7E8FDA43}"/>
              </a:ext>
            </a:extLst>
          </p:cNvPr>
          <p:cNvSpPr txBox="1"/>
          <p:nvPr/>
        </p:nvSpPr>
        <p:spPr>
          <a:xfrm>
            <a:off x="5019301" y="3574241"/>
            <a:ext cx="775071"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3.4</a:t>
            </a:r>
          </a:p>
        </p:txBody>
      </p:sp>
    </p:spTree>
    <p:extLst>
      <p:ext uri="{BB962C8B-B14F-4D97-AF65-F5344CB8AC3E}">
        <p14:creationId xmlns:p14="http://schemas.microsoft.com/office/powerpoint/2010/main" val="41862863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E0250E62-099F-FCED-F66F-9EB8AB19D041}"/>
              </a:ext>
            </a:extLst>
          </p:cNvPr>
          <p:cNvSpPr/>
          <p:nvPr/>
        </p:nvSpPr>
        <p:spPr>
          <a:xfrm>
            <a:off x="791974" y="1565653"/>
            <a:ext cx="1227530" cy="2447438"/>
          </a:xfrm>
          <a:prstGeom prst="roundRect">
            <a:avLst>
              <a:gd name="adj" fmla="val 12434"/>
            </a:avLst>
          </a:prstGeom>
          <a:solidFill>
            <a:srgbClr val="FFDF6B"/>
          </a:solidFill>
          <a:ln>
            <a:solidFill>
              <a:srgbClr val="47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1551;p46">
            <a:extLst>
              <a:ext uri="{FF2B5EF4-FFF2-40B4-BE49-F238E27FC236}">
                <a16:creationId xmlns:a16="http://schemas.microsoft.com/office/drawing/2014/main" id="{A9C9B9E7-6DC2-4791-8C48-7F79F62EB112}"/>
              </a:ext>
            </a:extLst>
          </p:cNvPr>
          <p:cNvSpPr/>
          <p:nvPr/>
        </p:nvSpPr>
        <p:spPr>
          <a:xfrm>
            <a:off x="791974" y="1570624"/>
            <a:ext cx="7837676" cy="2437496"/>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588;p46">
            <a:extLst>
              <a:ext uri="{FF2B5EF4-FFF2-40B4-BE49-F238E27FC236}">
                <a16:creationId xmlns:a16="http://schemas.microsoft.com/office/drawing/2014/main" id="{5F85FAC9-3476-E7C4-C3B5-A50429057D65}"/>
              </a:ext>
            </a:extLst>
          </p:cNvPr>
          <p:cNvSpPr txBox="1">
            <a:spLocks noGrp="1"/>
          </p:cNvSpPr>
          <p:nvPr>
            <p:ph type="title"/>
          </p:nvPr>
        </p:nvSpPr>
        <p:spPr>
          <a:xfrm>
            <a:off x="2019504" y="1565653"/>
            <a:ext cx="6610146" cy="24856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600" dirty="0"/>
              <a:t>Cấu trúc thường thấy của hàm</a:t>
            </a:r>
            <a:endParaRPr lang="en-US" sz="3600" dirty="0"/>
          </a:p>
        </p:txBody>
      </p:sp>
      <p:cxnSp>
        <p:nvCxnSpPr>
          <p:cNvPr id="33" name="Straight Connector 32">
            <a:extLst>
              <a:ext uri="{FF2B5EF4-FFF2-40B4-BE49-F238E27FC236}">
                <a16:creationId xmlns:a16="http://schemas.microsoft.com/office/drawing/2014/main" id="{B0800B3B-C256-0F6D-000F-D5365B6AB104}"/>
              </a:ext>
            </a:extLst>
          </p:cNvPr>
          <p:cNvCxnSpPr>
            <a:cxnSpLocks/>
          </p:cNvCxnSpPr>
          <p:nvPr/>
        </p:nvCxnSpPr>
        <p:spPr>
          <a:xfrm>
            <a:off x="791974" y="1722229"/>
            <a:ext cx="1227530" cy="0"/>
          </a:xfrm>
          <a:prstGeom prst="line">
            <a:avLst/>
          </a:prstGeom>
          <a:ln w="28575">
            <a:solidFill>
              <a:srgbClr val="474DA2"/>
            </a:solidFill>
          </a:ln>
        </p:spPr>
        <p:style>
          <a:lnRef idx="1">
            <a:schemeClr val="accent1"/>
          </a:lnRef>
          <a:fillRef idx="0">
            <a:schemeClr val="accent1"/>
          </a:fillRef>
          <a:effectRef idx="0">
            <a:schemeClr val="accent1"/>
          </a:effectRef>
          <a:fontRef idx="minor">
            <a:schemeClr val="tx1"/>
          </a:fontRef>
        </p:style>
      </p:cxnSp>
      <p:sp>
        <p:nvSpPr>
          <p:cNvPr id="31" name="Google Shape;1573;p46">
            <a:extLst>
              <a:ext uri="{FF2B5EF4-FFF2-40B4-BE49-F238E27FC236}">
                <a16:creationId xmlns:a16="http://schemas.microsoft.com/office/drawing/2014/main" id="{EA5D8E88-CAF0-CB83-9E60-4B4437DBA961}"/>
              </a:ext>
            </a:extLst>
          </p:cNvPr>
          <p:cNvSpPr/>
          <p:nvPr/>
        </p:nvSpPr>
        <p:spPr>
          <a:xfrm>
            <a:off x="952611" y="1570623"/>
            <a:ext cx="933339" cy="15160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w="28575">
            <a:solidFill>
              <a:srgbClr val="474DA2"/>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TextBox 2">
            <a:extLst>
              <a:ext uri="{FF2B5EF4-FFF2-40B4-BE49-F238E27FC236}">
                <a16:creationId xmlns:a16="http://schemas.microsoft.com/office/drawing/2014/main" id="{F316AA7D-BF70-7EC0-C944-B48E75289081}"/>
              </a:ext>
            </a:extLst>
          </p:cNvPr>
          <p:cNvSpPr txBox="1"/>
          <p:nvPr/>
        </p:nvSpPr>
        <p:spPr>
          <a:xfrm>
            <a:off x="1053671" y="2516097"/>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3.1</a:t>
            </a:r>
          </a:p>
        </p:txBody>
      </p:sp>
    </p:spTree>
    <p:extLst>
      <p:ext uri="{BB962C8B-B14F-4D97-AF65-F5344CB8AC3E}">
        <p14:creationId xmlns:p14="http://schemas.microsoft.com/office/powerpoint/2010/main" val="39833832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22" name="Google Shape;3191;p70">
            <a:extLst>
              <a:ext uri="{FF2B5EF4-FFF2-40B4-BE49-F238E27FC236}">
                <a16:creationId xmlns:a16="http://schemas.microsoft.com/office/drawing/2014/main" id="{19FE12FF-2EFD-80FD-8D51-317AD79BD74C}"/>
              </a:ext>
            </a:extLst>
          </p:cNvPr>
          <p:cNvGrpSpPr/>
          <p:nvPr/>
        </p:nvGrpSpPr>
        <p:grpSpPr>
          <a:xfrm>
            <a:off x="712633" y="259331"/>
            <a:ext cx="8113867" cy="4624825"/>
            <a:chOff x="4716495" y="128594"/>
            <a:chExt cx="8963616" cy="5109174"/>
          </a:xfrm>
        </p:grpSpPr>
        <p:grpSp>
          <p:nvGrpSpPr>
            <p:cNvPr id="23" name="Google Shape;3192;p70">
              <a:extLst>
                <a:ext uri="{FF2B5EF4-FFF2-40B4-BE49-F238E27FC236}">
                  <a16:creationId xmlns:a16="http://schemas.microsoft.com/office/drawing/2014/main" id="{C11B7695-F094-2E7F-8D46-4259CA513802}"/>
                </a:ext>
              </a:extLst>
            </p:cNvPr>
            <p:cNvGrpSpPr/>
            <p:nvPr/>
          </p:nvGrpSpPr>
          <p:grpSpPr>
            <a:xfrm>
              <a:off x="4716495" y="128594"/>
              <a:ext cx="8963616" cy="5109174"/>
              <a:chOff x="4716494" y="428613"/>
              <a:chExt cx="8963616" cy="5069128"/>
            </a:xfrm>
          </p:grpSpPr>
          <p:sp>
            <p:nvSpPr>
              <p:cNvPr id="25" name="Google Shape;3193;p70">
                <a:extLst>
                  <a:ext uri="{FF2B5EF4-FFF2-40B4-BE49-F238E27FC236}">
                    <a16:creationId xmlns:a16="http://schemas.microsoft.com/office/drawing/2014/main" id="{8940ADF5-C88B-45D6-E8B5-6A4766EA302A}"/>
                  </a:ext>
                </a:extLst>
              </p:cNvPr>
              <p:cNvSpPr/>
              <p:nvPr/>
            </p:nvSpPr>
            <p:spPr>
              <a:xfrm>
                <a:off x="4716550" y="428613"/>
                <a:ext cx="8963560" cy="5069128"/>
              </a:xfrm>
              <a:prstGeom prst="roundRect">
                <a:avLst>
                  <a:gd name="adj" fmla="val 9646"/>
                </a:avLst>
              </a:prstGeom>
              <a:solidFill>
                <a:srgbClr val="33333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6" name="Google Shape;3194;p70">
                <a:extLst>
                  <a:ext uri="{FF2B5EF4-FFF2-40B4-BE49-F238E27FC236}">
                    <a16:creationId xmlns:a16="http://schemas.microsoft.com/office/drawing/2014/main" id="{DC04A72F-F93F-1B11-D712-39DDE89093CA}"/>
                  </a:ext>
                </a:extLst>
              </p:cNvPr>
              <p:cNvGrpSpPr/>
              <p:nvPr/>
            </p:nvGrpSpPr>
            <p:grpSpPr>
              <a:xfrm>
                <a:off x="4716494" y="428627"/>
                <a:ext cx="8963616" cy="490301"/>
                <a:chOff x="4729125" y="238117"/>
                <a:chExt cx="9751542" cy="533400"/>
              </a:xfrm>
            </p:grpSpPr>
            <p:sp>
              <p:nvSpPr>
                <p:cNvPr id="27" name="Google Shape;3195;p70">
                  <a:extLst>
                    <a:ext uri="{FF2B5EF4-FFF2-40B4-BE49-F238E27FC236}">
                      <a16:creationId xmlns:a16="http://schemas.microsoft.com/office/drawing/2014/main" id="{2B1B2145-A4DC-9115-E2A6-424C2D2CF7DA}"/>
                    </a:ext>
                  </a:extLst>
                </p:cNvPr>
                <p:cNvSpPr/>
                <p:nvPr/>
              </p:nvSpPr>
              <p:spPr>
                <a:xfrm>
                  <a:off x="4729240" y="238117"/>
                  <a:ext cx="9751427" cy="533400"/>
                </a:xfrm>
                <a:prstGeom prst="round2SameRect">
                  <a:avLst>
                    <a:gd name="adj1" fmla="val 2512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3196;p70">
                  <a:extLst>
                    <a:ext uri="{FF2B5EF4-FFF2-40B4-BE49-F238E27FC236}">
                      <a16:creationId xmlns:a16="http://schemas.microsoft.com/office/drawing/2014/main" id="{CE4B5C2F-6D20-9BA2-8CA1-8654B6511EAF}"/>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 name="Google Shape;3197;p70">
                  <a:extLst>
                    <a:ext uri="{FF2B5EF4-FFF2-40B4-BE49-F238E27FC236}">
                      <a16:creationId xmlns:a16="http://schemas.microsoft.com/office/drawing/2014/main" id="{5ED9AE98-0BC6-2447-5B3B-EBB75015CF9B}"/>
                    </a:ext>
                  </a:extLst>
                </p:cNvPr>
                <p:cNvGrpSpPr/>
                <p:nvPr/>
              </p:nvGrpSpPr>
              <p:grpSpPr>
                <a:xfrm>
                  <a:off x="13470507" y="386584"/>
                  <a:ext cx="656468" cy="176896"/>
                  <a:chOff x="17209201" y="1039026"/>
                  <a:chExt cx="495600" cy="133547"/>
                </a:xfrm>
              </p:grpSpPr>
              <p:sp>
                <p:nvSpPr>
                  <p:cNvPr id="30" name="Google Shape;3198;p70">
                    <a:extLst>
                      <a:ext uri="{FF2B5EF4-FFF2-40B4-BE49-F238E27FC236}">
                        <a16:creationId xmlns:a16="http://schemas.microsoft.com/office/drawing/2014/main" id="{3A174A87-ED73-5484-C086-CCC64207B2AB}"/>
                      </a:ext>
                    </a:extLst>
                  </p:cNvPr>
                  <p:cNvSpPr/>
                  <p:nvPr/>
                </p:nvSpPr>
                <p:spPr>
                  <a:xfrm>
                    <a:off x="17224625"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99;p70">
                    <a:extLst>
                      <a:ext uri="{FF2B5EF4-FFF2-40B4-BE49-F238E27FC236}">
                        <a16:creationId xmlns:a16="http://schemas.microsoft.com/office/drawing/2014/main" id="{2D2F4413-A462-1E2F-A82E-0876AEC6A3D5}"/>
                      </a:ext>
                    </a:extLst>
                  </p:cNvPr>
                  <p:cNvSpPr/>
                  <p:nvPr/>
                </p:nvSpPr>
                <p:spPr>
                  <a:xfrm>
                    <a:off x="17209201"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3200;p70">
                    <a:extLst>
                      <a:ext uri="{FF2B5EF4-FFF2-40B4-BE49-F238E27FC236}">
                        <a16:creationId xmlns:a16="http://schemas.microsoft.com/office/drawing/2014/main" id="{5B6304EB-41D7-B5F6-56E0-9391CE7F6513}"/>
                      </a:ext>
                    </a:extLst>
                  </p:cNvPr>
                  <p:cNvSpPr/>
                  <p:nvPr/>
                </p:nvSpPr>
                <p:spPr>
                  <a:xfrm>
                    <a:off x="17405455"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3201;p70">
                    <a:extLst>
                      <a:ext uri="{FF2B5EF4-FFF2-40B4-BE49-F238E27FC236}">
                        <a16:creationId xmlns:a16="http://schemas.microsoft.com/office/drawing/2014/main" id="{8BE5C4A1-E178-8361-58D4-399A6E7140B3}"/>
                      </a:ext>
                    </a:extLst>
                  </p:cNvPr>
                  <p:cNvSpPr/>
                  <p:nvPr/>
                </p:nvSpPr>
                <p:spPr>
                  <a:xfrm>
                    <a:off x="17390174"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3202;p70">
                    <a:extLst>
                      <a:ext uri="{FF2B5EF4-FFF2-40B4-BE49-F238E27FC236}">
                        <a16:creationId xmlns:a16="http://schemas.microsoft.com/office/drawing/2014/main" id="{95FF8C69-9F2D-3225-8355-92199F4AEC54}"/>
                      </a:ext>
                    </a:extLst>
                  </p:cNvPr>
                  <p:cNvSpPr/>
                  <p:nvPr/>
                </p:nvSpPr>
                <p:spPr>
                  <a:xfrm>
                    <a:off x="17585936"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3203;p70">
                    <a:extLst>
                      <a:ext uri="{FF2B5EF4-FFF2-40B4-BE49-F238E27FC236}">
                        <a16:creationId xmlns:a16="http://schemas.microsoft.com/office/drawing/2014/main" id="{B93DF22B-2785-A8BF-7CDE-B43A88AC9B59}"/>
                      </a:ext>
                    </a:extLst>
                  </p:cNvPr>
                  <p:cNvSpPr/>
                  <p:nvPr/>
                </p:nvSpPr>
                <p:spPr>
                  <a:xfrm>
                    <a:off x="17570658"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4" name="Google Shape;3204;p70">
              <a:extLst>
                <a:ext uri="{FF2B5EF4-FFF2-40B4-BE49-F238E27FC236}">
                  <a16:creationId xmlns:a16="http://schemas.microsoft.com/office/drawing/2014/main" id="{FCC0218E-EB6E-0109-5A99-F5B32AD3E5FB}"/>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61" name="Google Shape;1661;p48"/>
          <p:cNvSpPr txBox="1">
            <a:spLocks noGrp="1"/>
          </p:cNvSpPr>
          <p:nvPr>
            <p:ph type="subTitle" idx="1"/>
          </p:nvPr>
        </p:nvSpPr>
        <p:spPr>
          <a:xfrm>
            <a:off x="970804" y="952653"/>
            <a:ext cx="7290546" cy="19852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err="1">
                <a:solidFill>
                  <a:schemeClr val="accent2">
                    <a:lumMod val="75000"/>
                  </a:schemeClr>
                </a:solidFill>
                <a:latin typeface="Consolas" panose="020B0609020204030204" pitchFamily="49" charset="0"/>
                <a:ea typeface="Roboto" panose="02000000000000000000" pitchFamily="2" charset="0"/>
              </a:rPr>
              <a:t>Kiểu_dữ_liệu_của_giá_trị_kết_quả_hàm</a:t>
            </a:r>
            <a:r>
              <a:rPr lang="en-US" sz="1800" dirty="0">
                <a:solidFill>
                  <a:schemeClr val="accent2">
                    <a:lumMod val="75000"/>
                  </a:schemeClr>
                </a:solidFill>
                <a:latin typeface="Consolas" panose="020B0609020204030204" pitchFamily="49" charset="0"/>
                <a:ea typeface="Roboto" panose="02000000000000000000" pitchFamily="2" charset="0"/>
              </a:rPr>
              <a:t>  </a:t>
            </a:r>
            <a:r>
              <a:rPr lang="en-US" sz="1800" dirty="0" err="1">
                <a:solidFill>
                  <a:schemeClr val="bg2">
                    <a:lumMod val="75000"/>
                  </a:schemeClr>
                </a:solidFill>
                <a:latin typeface="Consolas" panose="020B0609020204030204" pitchFamily="49" charset="0"/>
                <a:ea typeface="Roboto" panose="02000000000000000000" pitchFamily="2" charset="0"/>
              </a:rPr>
              <a:t>Tên_hàm</a:t>
            </a:r>
            <a:endParaRPr lang="en-US" sz="1800" dirty="0">
              <a:solidFill>
                <a:schemeClr val="bg2">
                  <a:lumMod val="75000"/>
                </a:schemeClr>
              </a:solidFill>
              <a:latin typeface="Consolas" panose="020B0609020204030204" pitchFamily="49" charset="0"/>
              <a:ea typeface="Roboto" panose="02000000000000000000" pitchFamily="2" charset="0"/>
            </a:endParaRPr>
          </a:p>
          <a:p>
            <a:pPr marL="0" lvl="0" indent="0" algn="l" rtl="0">
              <a:spcBef>
                <a:spcPts val="0"/>
              </a:spcBef>
              <a:spcAft>
                <a:spcPts val="0"/>
              </a:spcAft>
              <a:buNone/>
            </a:pPr>
            <a:r>
              <a:rPr lang="en-US" sz="1800" dirty="0">
                <a:solidFill>
                  <a:schemeClr val="bg2"/>
                </a:solidFill>
                <a:latin typeface="Consolas" panose="020B0609020204030204" pitchFamily="49" charset="0"/>
                <a:ea typeface="Roboto" panose="02000000000000000000" pitchFamily="2" charset="0"/>
              </a:rPr>
              <a:t>(</a:t>
            </a:r>
            <a:r>
              <a:rPr lang="en-US" sz="1800" dirty="0" err="1">
                <a:solidFill>
                  <a:schemeClr val="bg2"/>
                </a:solidFill>
                <a:latin typeface="Consolas" panose="020B0609020204030204" pitchFamily="49" charset="0"/>
                <a:ea typeface="Roboto" panose="02000000000000000000" pitchFamily="2" charset="0"/>
              </a:rPr>
              <a:t>danh_sách_tham_số</a:t>
            </a:r>
            <a:r>
              <a:rPr lang="en-US" sz="1800" dirty="0">
                <a:solidFill>
                  <a:schemeClr val="bg2"/>
                </a:solidFill>
                <a:latin typeface="Consolas" panose="020B0609020204030204" pitchFamily="49" charset="0"/>
                <a:ea typeface="Roboto" panose="02000000000000000000" pitchFamily="2" charset="0"/>
              </a:rPr>
              <a:t>)</a:t>
            </a:r>
          </a:p>
          <a:p>
            <a:pPr marL="0" lvl="0" indent="0" algn="l" rtl="0">
              <a:spcBef>
                <a:spcPts val="0"/>
              </a:spcBef>
              <a:spcAft>
                <a:spcPts val="0"/>
              </a:spcAft>
              <a:buNone/>
            </a:pPr>
            <a:r>
              <a:rPr lang="en-US" sz="1800" dirty="0">
                <a:solidFill>
                  <a:schemeClr val="tx2">
                    <a:lumMod val="75000"/>
                  </a:schemeClr>
                </a:solidFill>
                <a:latin typeface="Consolas" panose="020B0609020204030204" pitchFamily="49" charset="0"/>
                <a:ea typeface="Roboto" panose="02000000000000000000" pitchFamily="2" charset="0"/>
              </a:rPr>
              <a:t>{</a:t>
            </a:r>
          </a:p>
          <a:p>
            <a:pPr marL="0" lvl="0" indent="0" algn="l" rtl="0">
              <a:spcBef>
                <a:spcPts val="0"/>
              </a:spcBef>
              <a:spcAft>
                <a:spcPts val="0"/>
              </a:spcAft>
              <a:buNone/>
            </a:pPr>
            <a:r>
              <a:rPr lang="en-US" sz="1800" dirty="0">
                <a:solidFill>
                  <a:schemeClr val="accent2">
                    <a:lumMod val="75000"/>
                  </a:schemeClr>
                </a:solidFill>
                <a:latin typeface="Consolas" panose="020B0609020204030204" pitchFamily="49" charset="0"/>
                <a:ea typeface="Roboto" panose="02000000000000000000" pitchFamily="2" charset="0"/>
              </a:rPr>
              <a:t>      </a:t>
            </a:r>
            <a:r>
              <a:rPr lang="en-US" sz="1800" dirty="0">
                <a:solidFill>
                  <a:srgbClr val="4BA5FF"/>
                </a:solidFill>
                <a:latin typeface="Consolas" panose="020B0609020204030204" pitchFamily="49" charset="0"/>
                <a:ea typeface="Roboto" panose="02000000000000000000" pitchFamily="2" charset="0"/>
              </a:rPr>
              <a:t>Các </a:t>
            </a:r>
            <a:r>
              <a:rPr lang="en-US" sz="1800" dirty="0" err="1">
                <a:solidFill>
                  <a:srgbClr val="4BA5FF"/>
                </a:solidFill>
                <a:latin typeface="Consolas" panose="020B0609020204030204" pitchFamily="49" charset="0"/>
                <a:ea typeface="Roboto" panose="02000000000000000000" pitchFamily="2" charset="0"/>
              </a:rPr>
              <a:t>dòng</a:t>
            </a:r>
            <a:r>
              <a:rPr lang="en-US" sz="1800" dirty="0">
                <a:solidFill>
                  <a:srgbClr val="4BA5FF"/>
                </a:solidFill>
                <a:latin typeface="Consolas" panose="020B0609020204030204" pitchFamily="49" charset="0"/>
                <a:ea typeface="Roboto" panose="02000000000000000000" pitchFamily="2" charset="0"/>
              </a:rPr>
              <a:t> </a:t>
            </a:r>
            <a:r>
              <a:rPr lang="en-US" sz="1800" dirty="0" err="1">
                <a:solidFill>
                  <a:srgbClr val="4BA5FF"/>
                </a:solidFill>
                <a:latin typeface="Consolas" panose="020B0609020204030204" pitchFamily="49" charset="0"/>
                <a:ea typeface="Roboto" panose="02000000000000000000" pitchFamily="2" charset="0"/>
              </a:rPr>
              <a:t>lệnh</a:t>
            </a:r>
            <a:r>
              <a:rPr lang="en-US" sz="1800" dirty="0">
                <a:solidFill>
                  <a:srgbClr val="4BA5FF"/>
                </a:solidFill>
                <a:latin typeface="Consolas" panose="020B0609020204030204" pitchFamily="49" charset="0"/>
                <a:ea typeface="Roboto" panose="02000000000000000000" pitchFamily="2" charset="0"/>
              </a:rPr>
              <a:t>;</a:t>
            </a:r>
          </a:p>
          <a:p>
            <a:pPr marL="0" lvl="0" indent="0" algn="l" rtl="0">
              <a:spcBef>
                <a:spcPts val="0"/>
              </a:spcBef>
              <a:spcAft>
                <a:spcPts val="0"/>
              </a:spcAft>
              <a:buNone/>
            </a:pPr>
            <a:r>
              <a:rPr lang="en-US" sz="1800" dirty="0">
                <a:solidFill>
                  <a:schemeClr val="tx2">
                    <a:lumMod val="75000"/>
                  </a:schemeClr>
                </a:solidFill>
                <a:latin typeface="Consolas" panose="020B0609020204030204" pitchFamily="49" charset="0"/>
                <a:ea typeface="Roboto" panose="02000000000000000000" pitchFamily="2" charset="0"/>
              </a:rPr>
              <a:t>}</a:t>
            </a:r>
          </a:p>
        </p:txBody>
      </p:sp>
      <p:grpSp>
        <p:nvGrpSpPr>
          <p:cNvPr id="1662" name="Google Shape;1662;p48"/>
          <p:cNvGrpSpPr/>
          <p:nvPr/>
        </p:nvGrpSpPr>
        <p:grpSpPr>
          <a:xfrm>
            <a:off x="7097399" y="3405116"/>
            <a:ext cx="380623" cy="505928"/>
            <a:chOff x="5382225" y="1510350"/>
            <a:chExt cx="54075" cy="71875"/>
          </a:xfrm>
        </p:grpSpPr>
        <p:sp>
          <p:nvSpPr>
            <p:cNvPr id="1663" name="Google Shape;1663;p48"/>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48"/>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EBF3"/>
        </a:solidFill>
        <a:effectLst/>
      </p:bgPr>
    </p:bg>
    <p:spTree>
      <p:nvGrpSpPr>
        <p:cNvPr id="1" name="Shape 1532"/>
        <p:cNvGrpSpPr/>
        <p:nvPr/>
      </p:nvGrpSpPr>
      <p:grpSpPr>
        <a:xfrm>
          <a:off x="0" y="0"/>
          <a:ext cx="0" cy="0"/>
          <a:chOff x="0" y="0"/>
          <a:chExt cx="0" cy="0"/>
        </a:xfrm>
      </p:grpSpPr>
      <p:sp>
        <p:nvSpPr>
          <p:cNvPr id="1533" name="Google Shape;1533;p45"/>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dirty="0"/>
              <a:t>Trong đó:</a:t>
            </a:r>
            <a:endParaRPr dirty="0"/>
          </a:p>
        </p:txBody>
      </p:sp>
      <p:sp>
        <p:nvSpPr>
          <p:cNvPr id="24" name="Google Shape;3193;p70">
            <a:extLst>
              <a:ext uri="{FF2B5EF4-FFF2-40B4-BE49-F238E27FC236}">
                <a16:creationId xmlns:a16="http://schemas.microsoft.com/office/drawing/2014/main" id="{12BF43EE-22CA-1165-9010-4613A2784812}"/>
              </a:ext>
            </a:extLst>
          </p:cNvPr>
          <p:cNvSpPr/>
          <p:nvPr/>
        </p:nvSpPr>
        <p:spPr>
          <a:xfrm>
            <a:off x="176115" y="0"/>
            <a:ext cx="8791722" cy="5143499"/>
          </a:xfrm>
          <a:prstGeom prst="roundRect">
            <a:avLst>
              <a:gd name="adj" fmla="val 5256"/>
            </a:avLst>
          </a:prstGeom>
          <a:solidFill>
            <a:srgbClr val="33333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aphicFrame>
        <p:nvGraphicFramePr>
          <p:cNvPr id="1510" name="Table 1510">
            <a:extLst>
              <a:ext uri="{FF2B5EF4-FFF2-40B4-BE49-F238E27FC236}">
                <a16:creationId xmlns:a16="http://schemas.microsoft.com/office/drawing/2014/main" id="{60070019-FB6E-FBBC-2418-092387592653}"/>
              </a:ext>
            </a:extLst>
          </p:cNvPr>
          <p:cNvGraphicFramePr>
            <a:graphicFrameLocks noGrp="1"/>
          </p:cNvGraphicFramePr>
          <p:nvPr>
            <p:extLst>
              <p:ext uri="{D42A27DB-BD31-4B8C-83A1-F6EECF244321}">
                <p14:modId xmlns:p14="http://schemas.microsoft.com/office/powerpoint/2010/main" val="1197112750"/>
              </p:ext>
            </p:extLst>
          </p:nvPr>
        </p:nvGraphicFramePr>
        <p:xfrm>
          <a:off x="380321" y="139521"/>
          <a:ext cx="8387343" cy="3363250"/>
        </p:xfrm>
        <a:graphic>
          <a:graphicData uri="http://schemas.openxmlformats.org/drawingml/2006/table">
            <a:tbl>
              <a:tblPr firstRow="1" bandRow="1">
                <a:tableStyleId>{5940675A-B579-460E-94D1-54222C63F5DA}</a:tableStyleId>
              </a:tblPr>
              <a:tblGrid>
                <a:gridCol w="2573868">
                  <a:extLst>
                    <a:ext uri="{9D8B030D-6E8A-4147-A177-3AD203B41FA5}">
                      <a16:colId xmlns:a16="http://schemas.microsoft.com/office/drawing/2014/main" val="890518521"/>
                    </a:ext>
                  </a:extLst>
                </a:gridCol>
                <a:gridCol w="5813475">
                  <a:extLst>
                    <a:ext uri="{9D8B030D-6E8A-4147-A177-3AD203B41FA5}">
                      <a16:colId xmlns:a16="http://schemas.microsoft.com/office/drawing/2014/main" val="1408034166"/>
                    </a:ext>
                  </a:extLst>
                </a:gridCol>
              </a:tblGrid>
              <a:tr h="672650">
                <a:tc>
                  <a:txBody>
                    <a:bodyPr/>
                    <a:lstStyle/>
                    <a:p>
                      <a:pPr marL="0" lvl="0" indent="0" algn="l" rtl="0">
                        <a:spcBef>
                          <a:spcPts val="0"/>
                        </a:spcBef>
                        <a:spcAft>
                          <a:spcPts val="0"/>
                        </a:spcAft>
                        <a:buNone/>
                      </a:pPr>
                      <a:r>
                        <a:rPr lang="en-US" sz="1400" b="0" i="0" u="none" strike="noStrike" cap="none" dirty="0" err="1">
                          <a:solidFill>
                            <a:schemeClr val="accent2">
                              <a:lumMod val="75000"/>
                            </a:schemeClr>
                          </a:solidFill>
                          <a:latin typeface="Consolas" panose="020B0609020204030204" pitchFamily="49" charset="0"/>
                          <a:ea typeface="Roboto" panose="02000000000000000000" pitchFamily="2" charset="0"/>
                          <a:cs typeface="Arial"/>
                          <a:sym typeface="ABeeZee"/>
                        </a:rPr>
                        <a:t>Kiểu_dữ_liệu_của</a:t>
                      </a:r>
                      <a:r>
                        <a:rPr lang="en-US" sz="1400" b="0" i="0" u="none" strike="noStrike" cap="none" dirty="0">
                          <a:solidFill>
                            <a:schemeClr val="accent2">
                              <a:lumMod val="75000"/>
                            </a:schemeClr>
                          </a:solidFill>
                          <a:latin typeface="Consolas" panose="020B0609020204030204" pitchFamily="49" charset="0"/>
                          <a:ea typeface="Roboto" panose="02000000000000000000" pitchFamily="2" charset="0"/>
                          <a:cs typeface="Arial"/>
                          <a:sym typeface="ABeeZee"/>
                        </a:rPr>
                        <a:t>_</a:t>
                      </a:r>
                    </a:p>
                    <a:p>
                      <a:pPr marL="0" lvl="0" indent="0" algn="l" rtl="0">
                        <a:spcBef>
                          <a:spcPts val="0"/>
                        </a:spcBef>
                        <a:spcAft>
                          <a:spcPts val="0"/>
                        </a:spcAft>
                        <a:buNone/>
                      </a:pPr>
                      <a:r>
                        <a:rPr lang="en-US" sz="1400" b="0" i="0" u="none" strike="noStrike" cap="none" dirty="0" err="1">
                          <a:solidFill>
                            <a:schemeClr val="accent2">
                              <a:lumMod val="75000"/>
                            </a:schemeClr>
                          </a:solidFill>
                          <a:latin typeface="Consolas" panose="020B0609020204030204" pitchFamily="49" charset="0"/>
                          <a:ea typeface="Roboto" panose="02000000000000000000" pitchFamily="2" charset="0"/>
                          <a:cs typeface="Arial"/>
                          <a:sym typeface="ABeeZee"/>
                        </a:rPr>
                        <a:t>giá_trị_kết_quả_hàm</a:t>
                      </a:r>
                      <a:r>
                        <a:rPr lang="en-US" sz="1400" b="0" i="0" u="none" strike="noStrike" cap="none" dirty="0">
                          <a:solidFill>
                            <a:schemeClr val="accent2">
                              <a:lumMod val="75000"/>
                            </a:schemeClr>
                          </a:solidFill>
                          <a:latin typeface="Consolas" panose="020B0609020204030204" pitchFamily="49" charset="0"/>
                          <a:ea typeface="Roboto" panose="02000000000000000000" pitchFamily="2" charset="0"/>
                          <a:cs typeface="Arial"/>
                          <a:sym typeface="ABeeZee"/>
                        </a:rPr>
                        <a:t> </a:t>
                      </a:r>
                      <a:endParaRPr sz="1400" b="0" i="0" u="none" strike="noStrike" cap="none" dirty="0">
                        <a:solidFill>
                          <a:schemeClr val="accent2">
                            <a:lumMod val="75000"/>
                          </a:schemeClr>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1600"/>
                        </a:spcAft>
                        <a:buNone/>
                      </a:pP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kiểu</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dữ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liệu</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của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giá</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trị</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kết</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quả</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do hàm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thực</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BeeZee"/>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BeeZee"/>
                        </a:rPr>
                        <a:t>hiện</a:t>
                      </a:r>
                      <a:endParaRPr sz="1400" b="0" i="0" u="none" strike="noStrike" cap="none" dirty="0">
                        <a:solidFill>
                          <a:schemeClr val="accent1"/>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3243183"/>
                  </a:ext>
                </a:extLst>
              </a:tr>
              <a:tr h="672650">
                <a:tc>
                  <a:txBody>
                    <a:bodyPr/>
                    <a:lstStyle/>
                    <a:p>
                      <a:pPr marL="0" lvl="0" indent="0" algn="l" rtl="0">
                        <a:spcBef>
                          <a:spcPts val="0"/>
                        </a:spcBef>
                        <a:spcAft>
                          <a:spcPts val="0"/>
                        </a:spcAft>
                        <a:buNone/>
                      </a:pPr>
                      <a:r>
                        <a:rPr lang="en-US" sz="1400" b="0" i="0" u="none" strike="noStrike" cap="none" dirty="0" err="1">
                          <a:solidFill>
                            <a:schemeClr val="bg2">
                              <a:lumMod val="75000"/>
                            </a:schemeClr>
                          </a:solidFill>
                          <a:latin typeface="Consolas" panose="020B0609020204030204" pitchFamily="49" charset="0"/>
                          <a:ea typeface="Roboto" panose="02000000000000000000" pitchFamily="2" charset="0"/>
                          <a:cs typeface="Arial"/>
                          <a:sym typeface="ABeeZee"/>
                        </a:rPr>
                        <a:t>Tên_hàm</a:t>
                      </a:r>
                      <a:endParaRPr sz="1400" b="0" i="0" u="none" strike="noStrike" cap="none" dirty="0">
                        <a:solidFill>
                          <a:schemeClr val="bg2">
                            <a:lumMod val="75000"/>
                          </a:schemeClr>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1600"/>
                        </a:spcAft>
                        <a:buNone/>
                      </a:pP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phân</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biệt</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các hàm</a:t>
                      </a:r>
                      <a:endParaRPr sz="1400" b="0" i="0" u="none" strike="noStrike" cap="none" dirty="0">
                        <a:solidFill>
                          <a:schemeClr val="accent1"/>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9687905"/>
                  </a:ext>
                </a:extLst>
              </a:tr>
              <a:tr h="672650">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dirty="0" err="1">
                          <a:solidFill>
                            <a:schemeClr val="bg2"/>
                          </a:solidFill>
                          <a:latin typeface="Consolas" panose="020B0609020204030204" pitchFamily="49" charset="0"/>
                          <a:ea typeface="Roboto" panose="02000000000000000000" pitchFamily="2" charset="0"/>
                          <a:cs typeface="Arial"/>
                          <a:sym typeface="ABeeZee"/>
                        </a:rPr>
                        <a:t>Danh_sách_tham_số</a:t>
                      </a:r>
                      <a:endParaRPr sz="1400" b="0" i="0" u="none" strike="noStrike" cap="none" dirty="0">
                        <a:solidFill>
                          <a:schemeClr val="bg2"/>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là các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tham</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số của hàm. Các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tham</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số này chính là dữ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liệu</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đầu</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vào</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hoặc</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ra</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của hàm số.</a:t>
                      </a: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3341248"/>
                  </a:ext>
                </a:extLst>
              </a:tr>
              <a:tr h="672650">
                <a:tc>
                  <a:txBody>
                    <a:bodyPr/>
                    <a:lstStyle/>
                    <a:p>
                      <a:pPr marL="0" marR="0" lvl="0" indent="0" algn="l" rtl="0">
                        <a:lnSpc>
                          <a:spcPct val="100000"/>
                        </a:lnSpc>
                        <a:spcBef>
                          <a:spcPts val="0"/>
                        </a:spcBef>
                        <a:spcAft>
                          <a:spcPts val="0"/>
                        </a:spcAft>
                        <a:buClr>
                          <a:srgbClr val="000000"/>
                        </a:buClr>
                        <a:buFont typeface="Arial"/>
                        <a:buNone/>
                      </a:pPr>
                      <a:r>
                        <a:rPr lang="en" sz="1400" b="0" i="0" u="none" strike="noStrike" cap="none" dirty="0">
                          <a:solidFill>
                            <a:schemeClr val="tx2">
                              <a:lumMod val="75000"/>
                            </a:schemeClr>
                          </a:solidFill>
                          <a:latin typeface="Consolas" panose="020B0609020204030204" pitchFamily="49" charset="0"/>
                          <a:ea typeface="Roboto" panose="02000000000000000000" pitchFamily="2" charset="0"/>
                          <a:cs typeface="Arial"/>
                          <a:sym typeface="ABeeZee"/>
                        </a:rPr>
                        <a:t>{}</a:t>
                      </a:r>
                      <a:endParaRPr sz="1400" b="0" i="0" u="none" strike="noStrike" cap="none" dirty="0">
                        <a:solidFill>
                          <a:schemeClr val="tx2">
                            <a:lumMod val="75000"/>
                          </a:schemeClr>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vi-VN"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phần giới hạn nội dung của hàm hay được gọi là thân hàm (body function)</a:t>
                      </a: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3555471"/>
                  </a:ext>
                </a:extLst>
              </a:tr>
              <a:tr h="672650">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dirty="0">
                          <a:solidFill>
                            <a:srgbClr val="4BB2FF"/>
                          </a:solidFill>
                          <a:latin typeface="Consolas" panose="020B0609020204030204" pitchFamily="49" charset="0"/>
                          <a:ea typeface="Roboto" panose="02000000000000000000" pitchFamily="2" charset="0"/>
                          <a:cs typeface="Arial"/>
                          <a:sym typeface="ABeeZee"/>
                        </a:rPr>
                        <a:t>Các </a:t>
                      </a:r>
                      <a:r>
                        <a:rPr lang="en-US" sz="1400" b="0" i="0" u="none" strike="noStrike" cap="none" dirty="0" err="1">
                          <a:solidFill>
                            <a:srgbClr val="4BB2FF"/>
                          </a:solidFill>
                          <a:latin typeface="Consolas" panose="020B0609020204030204" pitchFamily="49" charset="0"/>
                          <a:ea typeface="Roboto" panose="02000000000000000000" pitchFamily="2" charset="0"/>
                          <a:cs typeface="Arial"/>
                          <a:sym typeface="ABeeZee"/>
                        </a:rPr>
                        <a:t>dòng</a:t>
                      </a:r>
                      <a:r>
                        <a:rPr lang="en-US" sz="1400" b="0" i="0" u="none" strike="noStrike" cap="none" dirty="0">
                          <a:solidFill>
                            <a:srgbClr val="4BB2FF"/>
                          </a:solidFill>
                          <a:latin typeface="Consolas" panose="020B0609020204030204" pitchFamily="49" charset="0"/>
                          <a:ea typeface="Roboto" panose="02000000000000000000" pitchFamily="2" charset="0"/>
                          <a:cs typeface="Arial"/>
                          <a:sym typeface="ABeeZee"/>
                        </a:rPr>
                        <a:t> </a:t>
                      </a:r>
                      <a:r>
                        <a:rPr lang="en-US" sz="1400" b="0" i="0" u="none" strike="noStrike" cap="none" dirty="0" err="1">
                          <a:solidFill>
                            <a:srgbClr val="4BB2FF"/>
                          </a:solidFill>
                          <a:latin typeface="Consolas" panose="020B0609020204030204" pitchFamily="49" charset="0"/>
                          <a:ea typeface="Roboto" panose="02000000000000000000" pitchFamily="2" charset="0"/>
                          <a:cs typeface="Arial"/>
                          <a:sym typeface="ABeeZee"/>
                        </a:rPr>
                        <a:t>lệnh</a:t>
                      </a:r>
                      <a:endParaRPr sz="1400" b="0" i="0" u="none" strike="noStrike" cap="none" dirty="0">
                        <a:solidFill>
                          <a:srgbClr val="4BB2FF"/>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vi-VN"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các lệnh sẽ được thực thi khi hàm số được gọi</a:t>
                      </a:r>
                      <a:endParaRPr sz="1400" b="0" i="0" u="none" strike="noStrike" cap="none" dirty="0">
                        <a:solidFill>
                          <a:schemeClr val="accent1"/>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881414"/>
                  </a:ext>
                </a:extLst>
              </a:tr>
            </a:tbl>
          </a:graphicData>
        </a:graphic>
      </p:graphicFrame>
      <p:grpSp>
        <p:nvGrpSpPr>
          <p:cNvPr id="2" name="Group 1">
            <a:extLst>
              <a:ext uri="{FF2B5EF4-FFF2-40B4-BE49-F238E27FC236}">
                <a16:creationId xmlns:a16="http://schemas.microsoft.com/office/drawing/2014/main" id="{F76E2179-EF5C-0E9C-ADD3-EBA59A462C55}"/>
              </a:ext>
            </a:extLst>
          </p:cNvPr>
          <p:cNvGrpSpPr/>
          <p:nvPr/>
        </p:nvGrpSpPr>
        <p:grpSpPr>
          <a:xfrm>
            <a:off x="176115" y="3609330"/>
            <a:ext cx="8791722" cy="1534157"/>
            <a:chOff x="4916384" y="1655464"/>
            <a:chExt cx="8450004" cy="1480465"/>
          </a:xfrm>
        </p:grpSpPr>
        <p:grpSp>
          <p:nvGrpSpPr>
            <p:cNvPr id="3" name="Google Shape;3192;p70">
              <a:extLst>
                <a:ext uri="{FF2B5EF4-FFF2-40B4-BE49-F238E27FC236}">
                  <a16:creationId xmlns:a16="http://schemas.microsoft.com/office/drawing/2014/main" id="{D6DCEDB5-9A9D-EE2C-9C2E-27A0CFA1B6F7}"/>
                </a:ext>
              </a:extLst>
            </p:cNvPr>
            <p:cNvGrpSpPr/>
            <p:nvPr/>
          </p:nvGrpSpPr>
          <p:grpSpPr>
            <a:xfrm>
              <a:off x="4916384" y="1655464"/>
              <a:ext cx="8450004" cy="1480465"/>
              <a:chOff x="4716549" y="433506"/>
              <a:chExt cx="9334956" cy="1622691"/>
            </a:xfrm>
          </p:grpSpPr>
          <p:sp>
            <p:nvSpPr>
              <p:cNvPr id="20" name="Google Shape;3193;p70">
                <a:extLst>
                  <a:ext uri="{FF2B5EF4-FFF2-40B4-BE49-F238E27FC236}">
                    <a16:creationId xmlns:a16="http://schemas.microsoft.com/office/drawing/2014/main" id="{B36E8998-F546-5918-BFBE-E4201BB0D726}"/>
                  </a:ext>
                </a:extLst>
              </p:cNvPr>
              <p:cNvSpPr/>
              <p:nvPr/>
            </p:nvSpPr>
            <p:spPr>
              <a:xfrm>
                <a:off x="4716549" y="433506"/>
                <a:ext cx="9334956" cy="1622691"/>
              </a:xfrm>
              <a:prstGeom prst="roundRect">
                <a:avLst>
                  <a:gd name="adj" fmla="val 16992"/>
                </a:avLst>
              </a:prstGeom>
              <a:solidFill>
                <a:schemeClr val="tx1">
                  <a:lumMod val="50000"/>
                </a:schemeClr>
              </a:solidFill>
              <a:ln w="2857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p>
            </p:txBody>
          </p:sp>
          <p:grpSp>
            <p:nvGrpSpPr>
              <p:cNvPr id="1508" name="Google Shape;3197;p70">
                <a:extLst>
                  <a:ext uri="{FF2B5EF4-FFF2-40B4-BE49-F238E27FC236}">
                    <a16:creationId xmlns:a16="http://schemas.microsoft.com/office/drawing/2014/main" id="{A1EDEF28-4BD2-69C9-33B0-12DC460CBAB1}"/>
                  </a:ext>
                </a:extLst>
              </p:cNvPr>
              <p:cNvGrpSpPr/>
              <p:nvPr/>
            </p:nvGrpSpPr>
            <p:grpSpPr>
              <a:xfrm>
                <a:off x="13236248" y="556277"/>
                <a:ext cx="603445" cy="162603"/>
                <a:chOff x="17607292" y="1031782"/>
                <a:chExt cx="495617" cy="133547"/>
              </a:xfrm>
            </p:grpSpPr>
            <p:sp>
              <p:nvSpPr>
                <p:cNvPr id="1509" name="Google Shape;3198;p70">
                  <a:extLst>
                    <a:ext uri="{FF2B5EF4-FFF2-40B4-BE49-F238E27FC236}">
                      <a16:creationId xmlns:a16="http://schemas.microsoft.com/office/drawing/2014/main" id="{DF3701E3-9401-AC73-7860-82F1E1A5A24B}"/>
                    </a:ext>
                  </a:extLst>
                </p:cNvPr>
                <p:cNvSpPr/>
                <p:nvPr/>
              </p:nvSpPr>
              <p:spPr>
                <a:xfrm>
                  <a:off x="17622704" y="1039123"/>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3199;p70">
                  <a:extLst>
                    <a:ext uri="{FF2B5EF4-FFF2-40B4-BE49-F238E27FC236}">
                      <a16:creationId xmlns:a16="http://schemas.microsoft.com/office/drawing/2014/main" id="{B0FC5939-F17B-8F0C-F6E6-795A47A736A5}"/>
                    </a:ext>
                  </a:extLst>
                </p:cNvPr>
                <p:cNvSpPr/>
                <p:nvPr/>
              </p:nvSpPr>
              <p:spPr>
                <a:xfrm>
                  <a:off x="17607292" y="1031782"/>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3200;p70">
                  <a:extLst>
                    <a:ext uri="{FF2B5EF4-FFF2-40B4-BE49-F238E27FC236}">
                      <a16:creationId xmlns:a16="http://schemas.microsoft.com/office/drawing/2014/main" id="{D61E765F-0A7C-247F-F0A3-BFE3E1E34F7C}"/>
                    </a:ext>
                  </a:extLst>
                </p:cNvPr>
                <p:cNvSpPr/>
                <p:nvPr/>
              </p:nvSpPr>
              <p:spPr>
                <a:xfrm>
                  <a:off x="17803538" y="1039123"/>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3201;p70">
                  <a:extLst>
                    <a:ext uri="{FF2B5EF4-FFF2-40B4-BE49-F238E27FC236}">
                      <a16:creationId xmlns:a16="http://schemas.microsoft.com/office/drawing/2014/main" id="{6BDCA263-2B31-7D29-96AE-A5C4E8D657DF}"/>
                    </a:ext>
                  </a:extLst>
                </p:cNvPr>
                <p:cNvSpPr/>
                <p:nvPr/>
              </p:nvSpPr>
              <p:spPr>
                <a:xfrm>
                  <a:off x="17788270" y="1031782"/>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4" name="Google Shape;3202;p70">
                  <a:extLst>
                    <a:ext uri="{FF2B5EF4-FFF2-40B4-BE49-F238E27FC236}">
                      <a16:creationId xmlns:a16="http://schemas.microsoft.com/office/drawing/2014/main" id="{4B335861-643D-B865-9DB0-ED983777BD53}"/>
                    </a:ext>
                  </a:extLst>
                </p:cNvPr>
                <p:cNvSpPr/>
                <p:nvPr/>
              </p:nvSpPr>
              <p:spPr>
                <a:xfrm>
                  <a:off x="17984044" y="1039123"/>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5" name="Google Shape;3203;p70">
                  <a:extLst>
                    <a:ext uri="{FF2B5EF4-FFF2-40B4-BE49-F238E27FC236}">
                      <a16:creationId xmlns:a16="http://schemas.microsoft.com/office/drawing/2014/main" id="{81249E79-F2B4-2F9D-FD77-BF3E7BE3355F}"/>
                    </a:ext>
                  </a:extLst>
                </p:cNvPr>
                <p:cNvSpPr/>
                <p:nvPr/>
              </p:nvSpPr>
              <p:spPr>
                <a:xfrm>
                  <a:off x="17968763" y="1031782"/>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9" name="Google Shape;1661;p48">
              <a:extLst>
                <a:ext uri="{FF2B5EF4-FFF2-40B4-BE49-F238E27FC236}">
                  <a16:creationId xmlns:a16="http://schemas.microsoft.com/office/drawing/2014/main" id="{FE12E3EB-A6E4-975D-9554-8EB79AE86C72}"/>
                </a:ext>
              </a:extLst>
            </p:cNvPr>
            <p:cNvSpPr txBox="1">
              <a:spLocks/>
            </p:cNvSpPr>
            <p:nvPr/>
          </p:nvSpPr>
          <p:spPr>
            <a:xfrm>
              <a:off x="5108162" y="1782703"/>
              <a:ext cx="6459875" cy="1107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err="1">
                  <a:solidFill>
                    <a:schemeClr val="accent2">
                      <a:lumMod val="75000"/>
                    </a:schemeClr>
                  </a:solidFill>
                  <a:latin typeface="Consolas" panose="020B0609020204030204" pitchFamily="49" charset="0"/>
                  <a:ea typeface="Roboto" panose="02000000000000000000" pitchFamily="2" charset="0"/>
                </a:rPr>
                <a:t>Kiểu_dữ_liệu_của_giá_trị_kết_quả_hàm</a:t>
              </a:r>
              <a:r>
                <a:rPr lang="en-US" dirty="0">
                  <a:solidFill>
                    <a:schemeClr val="accent2">
                      <a:lumMod val="75000"/>
                    </a:schemeClr>
                  </a:solidFill>
                  <a:latin typeface="Consolas" panose="020B0609020204030204" pitchFamily="49" charset="0"/>
                  <a:ea typeface="Roboto" panose="02000000000000000000" pitchFamily="2" charset="0"/>
                </a:rPr>
                <a:t>  </a:t>
              </a:r>
              <a:r>
                <a:rPr lang="en-US" dirty="0" err="1">
                  <a:solidFill>
                    <a:schemeClr val="bg2">
                      <a:lumMod val="75000"/>
                    </a:schemeClr>
                  </a:solidFill>
                  <a:latin typeface="Consolas" panose="020B0609020204030204" pitchFamily="49" charset="0"/>
                  <a:ea typeface="Roboto" panose="02000000000000000000" pitchFamily="2" charset="0"/>
                </a:rPr>
                <a:t>Tên_hàm</a:t>
              </a:r>
              <a:endParaRPr lang="en-US" dirty="0">
                <a:solidFill>
                  <a:schemeClr val="bg2">
                    <a:lumMod val="75000"/>
                  </a:schemeClr>
                </a:solidFill>
                <a:latin typeface="Consolas" panose="020B0609020204030204" pitchFamily="49" charset="0"/>
                <a:ea typeface="Roboto" panose="02000000000000000000" pitchFamily="2" charset="0"/>
              </a:endParaRPr>
            </a:p>
            <a:p>
              <a:r>
                <a:rPr lang="en-US" dirty="0">
                  <a:solidFill>
                    <a:schemeClr val="bg2"/>
                  </a:solidFill>
                  <a:latin typeface="Consolas" panose="020B0609020204030204" pitchFamily="49" charset="0"/>
                  <a:ea typeface="Roboto" panose="02000000000000000000" pitchFamily="2" charset="0"/>
                </a:rPr>
                <a:t>(</a:t>
              </a:r>
              <a:r>
                <a:rPr lang="en-US" dirty="0" err="1">
                  <a:solidFill>
                    <a:schemeClr val="bg2"/>
                  </a:solidFill>
                  <a:latin typeface="Consolas" panose="020B0609020204030204" pitchFamily="49" charset="0"/>
                  <a:ea typeface="Roboto" panose="02000000000000000000" pitchFamily="2" charset="0"/>
                </a:rPr>
                <a:t>danh_sách_tham_số</a:t>
              </a:r>
              <a:r>
                <a:rPr lang="en-US" dirty="0">
                  <a:solidFill>
                    <a:schemeClr val="bg2"/>
                  </a:solidFill>
                  <a:latin typeface="Consolas" panose="020B0609020204030204" pitchFamily="49" charset="0"/>
                  <a:ea typeface="Roboto" panose="02000000000000000000" pitchFamily="2" charset="0"/>
                </a:rPr>
                <a:t>)</a:t>
              </a:r>
            </a:p>
            <a:p>
              <a:r>
                <a:rPr lang="en-US" dirty="0">
                  <a:solidFill>
                    <a:schemeClr val="tx2">
                      <a:lumMod val="75000"/>
                    </a:schemeClr>
                  </a:solidFill>
                  <a:latin typeface="Consolas" panose="020B0609020204030204" pitchFamily="49" charset="0"/>
                  <a:ea typeface="Roboto" panose="02000000000000000000" pitchFamily="2" charset="0"/>
                </a:rPr>
                <a:t>{</a:t>
              </a:r>
            </a:p>
            <a:p>
              <a:r>
                <a:rPr lang="en-US" dirty="0">
                  <a:solidFill>
                    <a:schemeClr val="accent2">
                      <a:lumMod val="75000"/>
                    </a:schemeClr>
                  </a:solidFill>
                  <a:latin typeface="Consolas" panose="020B0609020204030204" pitchFamily="49" charset="0"/>
                  <a:ea typeface="Roboto" panose="02000000000000000000" pitchFamily="2" charset="0"/>
                </a:rPr>
                <a:t>      </a:t>
              </a:r>
              <a:r>
                <a:rPr lang="en-US" dirty="0">
                  <a:solidFill>
                    <a:srgbClr val="4BB2FF"/>
                  </a:solidFill>
                  <a:latin typeface="Consolas" panose="020B0609020204030204" pitchFamily="49" charset="0"/>
                  <a:ea typeface="Roboto" panose="02000000000000000000" pitchFamily="2" charset="0"/>
                </a:rPr>
                <a:t>Các </a:t>
              </a:r>
              <a:r>
                <a:rPr lang="en-US" dirty="0" err="1">
                  <a:solidFill>
                    <a:srgbClr val="4BB2FF"/>
                  </a:solidFill>
                  <a:latin typeface="Consolas" panose="020B0609020204030204" pitchFamily="49" charset="0"/>
                  <a:ea typeface="Roboto" panose="02000000000000000000" pitchFamily="2" charset="0"/>
                </a:rPr>
                <a:t>dòng</a:t>
              </a:r>
              <a:r>
                <a:rPr lang="en-US" dirty="0">
                  <a:solidFill>
                    <a:srgbClr val="4BB2FF"/>
                  </a:solidFill>
                  <a:latin typeface="Consolas" panose="020B0609020204030204" pitchFamily="49" charset="0"/>
                  <a:ea typeface="Roboto" panose="02000000000000000000" pitchFamily="2" charset="0"/>
                </a:rPr>
                <a:t> </a:t>
              </a:r>
              <a:r>
                <a:rPr lang="en-US" dirty="0" err="1">
                  <a:solidFill>
                    <a:srgbClr val="4BB2FF"/>
                  </a:solidFill>
                  <a:latin typeface="Consolas" panose="020B0609020204030204" pitchFamily="49" charset="0"/>
                  <a:ea typeface="Roboto" panose="02000000000000000000" pitchFamily="2" charset="0"/>
                </a:rPr>
                <a:t>lệnh</a:t>
              </a:r>
              <a:r>
                <a:rPr lang="en-US" dirty="0">
                  <a:solidFill>
                    <a:srgbClr val="4BB2FF"/>
                  </a:solidFill>
                  <a:latin typeface="Consolas" panose="020B0609020204030204" pitchFamily="49" charset="0"/>
                  <a:ea typeface="Roboto" panose="02000000000000000000" pitchFamily="2" charset="0"/>
                </a:rPr>
                <a:t>;</a:t>
              </a:r>
            </a:p>
            <a:p>
              <a:r>
                <a:rPr lang="en-US" dirty="0">
                  <a:solidFill>
                    <a:schemeClr val="tx2">
                      <a:lumMod val="75000"/>
                    </a:schemeClr>
                  </a:solidFill>
                  <a:latin typeface="Consolas" panose="020B0609020204030204" pitchFamily="49" charset="0"/>
                  <a:ea typeface="Roboto" panose="02000000000000000000" pitchFamily="2" charset="0"/>
                </a:rPr>
                <a:t>}</a:t>
              </a:r>
            </a:p>
          </p:txBody>
        </p:sp>
      </p:grpSp>
    </p:spTree>
    <p:extLst>
      <p:ext uri="{BB962C8B-B14F-4D97-AF65-F5344CB8AC3E}">
        <p14:creationId xmlns:p14="http://schemas.microsoft.com/office/powerpoint/2010/main" val="4182211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193;p70">
            <a:extLst>
              <a:ext uri="{FF2B5EF4-FFF2-40B4-BE49-F238E27FC236}">
                <a16:creationId xmlns:a16="http://schemas.microsoft.com/office/drawing/2014/main" id="{A95D6BC2-97E1-36F3-47B6-A85A27E2CD99}"/>
              </a:ext>
            </a:extLst>
          </p:cNvPr>
          <p:cNvSpPr/>
          <p:nvPr/>
        </p:nvSpPr>
        <p:spPr>
          <a:xfrm>
            <a:off x="351030" y="1663700"/>
            <a:ext cx="8441939" cy="1543051"/>
          </a:xfrm>
          <a:prstGeom prst="roundRect">
            <a:avLst>
              <a:gd name="adj" fmla="val 9646"/>
            </a:avLst>
          </a:prstGeom>
          <a:solidFill>
            <a:schemeClr val="tx1">
              <a:lumMod val="50000"/>
            </a:schemeClr>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VN" sz="2400" dirty="0">
                <a:solidFill>
                  <a:schemeClr val="tx2">
                    <a:lumMod val="75000"/>
                  </a:schemeClr>
                </a:solidFill>
                <a:latin typeface="Consolas" panose="020B0609020204030204" pitchFamily="49" charset="0"/>
                <a:ea typeface="Roboto" panose="02000000000000000000" pitchFamily="2" charset="0"/>
              </a:rPr>
              <a:t>Các biến và tham số được khai báo bên trong hàm được gọi là biến cục bộ của hàm và không thể sử dụng bên ngoài hàm nếu chưa khai báo</a:t>
            </a:r>
            <a:endParaRPr sz="2400" dirty="0">
              <a:solidFill>
                <a:schemeClr val="tx2">
                  <a:lumMod val="75000"/>
                </a:schemeClr>
              </a:solidFill>
              <a:latin typeface="Tw Cen MT" panose="020B0602020104020603" pitchFamily="34" charset="0"/>
              <a:ea typeface="Roboto" panose="02000000000000000000" pitchFamily="2" charset="0"/>
            </a:endParaRPr>
          </a:p>
        </p:txBody>
      </p:sp>
    </p:spTree>
    <p:extLst>
      <p:ext uri="{BB962C8B-B14F-4D97-AF65-F5344CB8AC3E}">
        <p14:creationId xmlns:p14="http://schemas.microsoft.com/office/powerpoint/2010/main" val="4416923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Google Shape;1588;p46">
            <a:extLst>
              <a:ext uri="{FF2B5EF4-FFF2-40B4-BE49-F238E27FC236}">
                <a16:creationId xmlns:a16="http://schemas.microsoft.com/office/drawing/2014/main" id="{5F85FAC9-3476-E7C4-C3B5-A50429057D65}"/>
              </a:ext>
            </a:extLst>
          </p:cNvPr>
          <p:cNvSpPr txBox="1">
            <a:spLocks noGrp="1"/>
          </p:cNvSpPr>
          <p:nvPr>
            <p:ph type="title"/>
          </p:nvPr>
        </p:nvSpPr>
        <p:spPr>
          <a:xfrm>
            <a:off x="1635075" y="1565653"/>
            <a:ext cx="6716951" cy="24856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600" dirty="0"/>
              <a:t>Cách sử dụng hàm</a:t>
            </a:r>
          </a:p>
        </p:txBody>
      </p:sp>
      <p:sp>
        <p:nvSpPr>
          <p:cNvPr id="47" name="Rectangle: Rounded Corners 46">
            <a:extLst>
              <a:ext uri="{FF2B5EF4-FFF2-40B4-BE49-F238E27FC236}">
                <a16:creationId xmlns:a16="http://schemas.microsoft.com/office/drawing/2014/main" id="{BC8BBC73-B90E-5528-984A-004DFE25B523}"/>
              </a:ext>
            </a:extLst>
          </p:cNvPr>
          <p:cNvSpPr/>
          <p:nvPr/>
        </p:nvSpPr>
        <p:spPr>
          <a:xfrm>
            <a:off x="791974" y="1565653"/>
            <a:ext cx="1227530" cy="2447438"/>
          </a:xfrm>
          <a:prstGeom prst="roundRect">
            <a:avLst>
              <a:gd name="adj" fmla="val 12434"/>
            </a:avLst>
          </a:prstGeom>
          <a:solidFill>
            <a:srgbClr val="FFA7CD"/>
          </a:solidFill>
          <a:ln>
            <a:solidFill>
              <a:srgbClr val="47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Google Shape;1551;p46">
            <a:extLst>
              <a:ext uri="{FF2B5EF4-FFF2-40B4-BE49-F238E27FC236}">
                <a16:creationId xmlns:a16="http://schemas.microsoft.com/office/drawing/2014/main" id="{24E814FF-02DB-CBA7-8AE6-A81E349C6AB5}"/>
              </a:ext>
            </a:extLst>
          </p:cNvPr>
          <p:cNvSpPr/>
          <p:nvPr/>
        </p:nvSpPr>
        <p:spPr>
          <a:xfrm>
            <a:off x="791974" y="1570624"/>
            <a:ext cx="7837676" cy="2437496"/>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50" name="Straight Connector 49">
            <a:extLst>
              <a:ext uri="{FF2B5EF4-FFF2-40B4-BE49-F238E27FC236}">
                <a16:creationId xmlns:a16="http://schemas.microsoft.com/office/drawing/2014/main" id="{C85DDF1A-7F0C-1479-ED2D-CF6569B872D4}"/>
              </a:ext>
            </a:extLst>
          </p:cNvPr>
          <p:cNvCxnSpPr>
            <a:cxnSpLocks/>
          </p:cNvCxnSpPr>
          <p:nvPr/>
        </p:nvCxnSpPr>
        <p:spPr>
          <a:xfrm>
            <a:off x="791974" y="1722229"/>
            <a:ext cx="1227530" cy="0"/>
          </a:xfrm>
          <a:prstGeom prst="line">
            <a:avLst/>
          </a:prstGeom>
          <a:ln w="28575">
            <a:solidFill>
              <a:srgbClr val="474DA2"/>
            </a:solidFill>
          </a:ln>
        </p:spPr>
        <p:style>
          <a:lnRef idx="1">
            <a:schemeClr val="accent1"/>
          </a:lnRef>
          <a:fillRef idx="0">
            <a:schemeClr val="accent1"/>
          </a:fillRef>
          <a:effectRef idx="0">
            <a:schemeClr val="accent1"/>
          </a:effectRef>
          <a:fontRef idx="minor">
            <a:schemeClr val="tx1"/>
          </a:fontRef>
        </p:style>
      </p:cxnSp>
      <p:sp>
        <p:nvSpPr>
          <p:cNvPr id="51" name="Google Shape;1573;p46">
            <a:extLst>
              <a:ext uri="{FF2B5EF4-FFF2-40B4-BE49-F238E27FC236}">
                <a16:creationId xmlns:a16="http://schemas.microsoft.com/office/drawing/2014/main" id="{3453DD33-14BD-E9F2-0654-6277C1F7BDF2}"/>
              </a:ext>
            </a:extLst>
          </p:cNvPr>
          <p:cNvSpPr/>
          <p:nvPr/>
        </p:nvSpPr>
        <p:spPr>
          <a:xfrm>
            <a:off x="952611" y="1570623"/>
            <a:ext cx="933339" cy="15160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w="28575">
            <a:solidFill>
              <a:srgbClr val="474DA2"/>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TextBox 51">
            <a:extLst>
              <a:ext uri="{FF2B5EF4-FFF2-40B4-BE49-F238E27FC236}">
                <a16:creationId xmlns:a16="http://schemas.microsoft.com/office/drawing/2014/main" id="{F8368A7C-F16E-349E-D877-D71A0519CAF0}"/>
              </a:ext>
            </a:extLst>
          </p:cNvPr>
          <p:cNvSpPr txBox="1"/>
          <p:nvPr/>
        </p:nvSpPr>
        <p:spPr>
          <a:xfrm>
            <a:off x="1053671" y="2516097"/>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3.2</a:t>
            </a:r>
          </a:p>
        </p:txBody>
      </p:sp>
    </p:spTree>
    <p:extLst>
      <p:ext uri="{BB962C8B-B14F-4D97-AF65-F5344CB8AC3E}">
        <p14:creationId xmlns:p14="http://schemas.microsoft.com/office/powerpoint/2010/main" val="25904003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22" name="Google Shape;3191;p70">
            <a:extLst>
              <a:ext uri="{FF2B5EF4-FFF2-40B4-BE49-F238E27FC236}">
                <a16:creationId xmlns:a16="http://schemas.microsoft.com/office/drawing/2014/main" id="{19FE12FF-2EFD-80FD-8D51-317AD79BD74C}"/>
              </a:ext>
            </a:extLst>
          </p:cNvPr>
          <p:cNvGrpSpPr/>
          <p:nvPr/>
        </p:nvGrpSpPr>
        <p:grpSpPr>
          <a:xfrm>
            <a:off x="712633" y="259331"/>
            <a:ext cx="8113867" cy="4624825"/>
            <a:chOff x="4716495" y="128594"/>
            <a:chExt cx="8963616" cy="5109174"/>
          </a:xfrm>
        </p:grpSpPr>
        <p:grpSp>
          <p:nvGrpSpPr>
            <p:cNvPr id="23" name="Google Shape;3192;p70">
              <a:extLst>
                <a:ext uri="{FF2B5EF4-FFF2-40B4-BE49-F238E27FC236}">
                  <a16:creationId xmlns:a16="http://schemas.microsoft.com/office/drawing/2014/main" id="{C11B7695-F094-2E7F-8D46-4259CA513802}"/>
                </a:ext>
              </a:extLst>
            </p:cNvPr>
            <p:cNvGrpSpPr/>
            <p:nvPr/>
          </p:nvGrpSpPr>
          <p:grpSpPr>
            <a:xfrm>
              <a:off x="4716495" y="128594"/>
              <a:ext cx="8963616" cy="5109174"/>
              <a:chOff x="4716494" y="428613"/>
              <a:chExt cx="8963616" cy="5069128"/>
            </a:xfrm>
          </p:grpSpPr>
          <p:sp>
            <p:nvSpPr>
              <p:cNvPr id="25" name="Google Shape;3193;p70">
                <a:extLst>
                  <a:ext uri="{FF2B5EF4-FFF2-40B4-BE49-F238E27FC236}">
                    <a16:creationId xmlns:a16="http://schemas.microsoft.com/office/drawing/2014/main" id="{8940ADF5-C88B-45D6-E8B5-6A4766EA302A}"/>
                  </a:ext>
                </a:extLst>
              </p:cNvPr>
              <p:cNvSpPr/>
              <p:nvPr/>
            </p:nvSpPr>
            <p:spPr>
              <a:xfrm>
                <a:off x="4716550" y="428613"/>
                <a:ext cx="8963560" cy="5069128"/>
              </a:xfrm>
              <a:prstGeom prst="roundRect">
                <a:avLst>
                  <a:gd name="adj" fmla="val 9646"/>
                </a:avLst>
              </a:prstGeom>
              <a:solidFill>
                <a:srgbClr val="33333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6" name="Google Shape;3194;p70">
                <a:extLst>
                  <a:ext uri="{FF2B5EF4-FFF2-40B4-BE49-F238E27FC236}">
                    <a16:creationId xmlns:a16="http://schemas.microsoft.com/office/drawing/2014/main" id="{DC04A72F-F93F-1B11-D712-39DDE89093CA}"/>
                  </a:ext>
                </a:extLst>
              </p:cNvPr>
              <p:cNvGrpSpPr/>
              <p:nvPr/>
            </p:nvGrpSpPr>
            <p:grpSpPr>
              <a:xfrm>
                <a:off x="4716494" y="428627"/>
                <a:ext cx="8963616" cy="490301"/>
                <a:chOff x="4729125" y="238117"/>
                <a:chExt cx="9751542" cy="533400"/>
              </a:xfrm>
            </p:grpSpPr>
            <p:sp>
              <p:nvSpPr>
                <p:cNvPr id="27" name="Google Shape;3195;p70">
                  <a:extLst>
                    <a:ext uri="{FF2B5EF4-FFF2-40B4-BE49-F238E27FC236}">
                      <a16:creationId xmlns:a16="http://schemas.microsoft.com/office/drawing/2014/main" id="{2B1B2145-A4DC-9115-E2A6-424C2D2CF7DA}"/>
                    </a:ext>
                  </a:extLst>
                </p:cNvPr>
                <p:cNvSpPr/>
                <p:nvPr/>
              </p:nvSpPr>
              <p:spPr>
                <a:xfrm>
                  <a:off x="4729240" y="238117"/>
                  <a:ext cx="9751427" cy="533400"/>
                </a:xfrm>
                <a:prstGeom prst="round2SameRect">
                  <a:avLst>
                    <a:gd name="adj1" fmla="val 2512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3196;p70">
                  <a:extLst>
                    <a:ext uri="{FF2B5EF4-FFF2-40B4-BE49-F238E27FC236}">
                      <a16:creationId xmlns:a16="http://schemas.microsoft.com/office/drawing/2014/main" id="{CE4B5C2F-6D20-9BA2-8CA1-8654B6511EAF}"/>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 name="Google Shape;3197;p70">
                  <a:extLst>
                    <a:ext uri="{FF2B5EF4-FFF2-40B4-BE49-F238E27FC236}">
                      <a16:creationId xmlns:a16="http://schemas.microsoft.com/office/drawing/2014/main" id="{5ED9AE98-0BC6-2447-5B3B-EBB75015CF9B}"/>
                    </a:ext>
                  </a:extLst>
                </p:cNvPr>
                <p:cNvGrpSpPr/>
                <p:nvPr/>
              </p:nvGrpSpPr>
              <p:grpSpPr>
                <a:xfrm>
                  <a:off x="13470507" y="386584"/>
                  <a:ext cx="656468" cy="176896"/>
                  <a:chOff x="17209201" y="1039026"/>
                  <a:chExt cx="495600" cy="133547"/>
                </a:xfrm>
              </p:grpSpPr>
              <p:sp>
                <p:nvSpPr>
                  <p:cNvPr id="30" name="Google Shape;3198;p70">
                    <a:extLst>
                      <a:ext uri="{FF2B5EF4-FFF2-40B4-BE49-F238E27FC236}">
                        <a16:creationId xmlns:a16="http://schemas.microsoft.com/office/drawing/2014/main" id="{3A174A87-ED73-5484-C086-CCC64207B2AB}"/>
                      </a:ext>
                    </a:extLst>
                  </p:cNvPr>
                  <p:cNvSpPr/>
                  <p:nvPr/>
                </p:nvSpPr>
                <p:spPr>
                  <a:xfrm>
                    <a:off x="17224625"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99;p70">
                    <a:extLst>
                      <a:ext uri="{FF2B5EF4-FFF2-40B4-BE49-F238E27FC236}">
                        <a16:creationId xmlns:a16="http://schemas.microsoft.com/office/drawing/2014/main" id="{2D2F4413-A462-1E2F-A82E-0876AEC6A3D5}"/>
                      </a:ext>
                    </a:extLst>
                  </p:cNvPr>
                  <p:cNvSpPr/>
                  <p:nvPr/>
                </p:nvSpPr>
                <p:spPr>
                  <a:xfrm>
                    <a:off x="17209201"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3200;p70">
                    <a:extLst>
                      <a:ext uri="{FF2B5EF4-FFF2-40B4-BE49-F238E27FC236}">
                        <a16:creationId xmlns:a16="http://schemas.microsoft.com/office/drawing/2014/main" id="{5B6304EB-41D7-B5F6-56E0-9391CE7F6513}"/>
                      </a:ext>
                    </a:extLst>
                  </p:cNvPr>
                  <p:cNvSpPr/>
                  <p:nvPr/>
                </p:nvSpPr>
                <p:spPr>
                  <a:xfrm>
                    <a:off x="17405455"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3201;p70">
                    <a:extLst>
                      <a:ext uri="{FF2B5EF4-FFF2-40B4-BE49-F238E27FC236}">
                        <a16:creationId xmlns:a16="http://schemas.microsoft.com/office/drawing/2014/main" id="{8BE5C4A1-E178-8361-58D4-399A6E7140B3}"/>
                      </a:ext>
                    </a:extLst>
                  </p:cNvPr>
                  <p:cNvSpPr/>
                  <p:nvPr/>
                </p:nvSpPr>
                <p:spPr>
                  <a:xfrm>
                    <a:off x="17390174"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3202;p70">
                    <a:extLst>
                      <a:ext uri="{FF2B5EF4-FFF2-40B4-BE49-F238E27FC236}">
                        <a16:creationId xmlns:a16="http://schemas.microsoft.com/office/drawing/2014/main" id="{95FF8C69-9F2D-3225-8355-92199F4AEC54}"/>
                      </a:ext>
                    </a:extLst>
                  </p:cNvPr>
                  <p:cNvSpPr/>
                  <p:nvPr/>
                </p:nvSpPr>
                <p:spPr>
                  <a:xfrm>
                    <a:off x="17585936"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3203;p70">
                    <a:extLst>
                      <a:ext uri="{FF2B5EF4-FFF2-40B4-BE49-F238E27FC236}">
                        <a16:creationId xmlns:a16="http://schemas.microsoft.com/office/drawing/2014/main" id="{B93DF22B-2785-A8BF-7CDE-B43A88AC9B59}"/>
                      </a:ext>
                    </a:extLst>
                  </p:cNvPr>
                  <p:cNvSpPr/>
                  <p:nvPr/>
                </p:nvSpPr>
                <p:spPr>
                  <a:xfrm>
                    <a:off x="17570658"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4" name="Google Shape;3204;p70">
              <a:extLst>
                <a:ext uri="{FF2B5EF4-FFF2-40B4-BE49-F238E27FC236}">
                  <a16:creationId xmlns:a16="http://schemas.microsoft.com/office/drawing/2014/main" id="{FCC0218E-EB6E-0109-5A99-F5B32AD3E5FB}"/>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61" name="Google Shape;1661;p48"/>
          <p:cNvSpPr txBox="1">
            <a:spLocks noGrp="1"/>
          </p:cNvSpPr>
          <p:nvPr>
            <p:ph type="subTitle" idx="1"/>
          </p:nvPr>
        </p:nvSpPr>
        <p:spPr>
          <a:xfrm>
            <a:off x="-94236" y="930058"/>
            <a:ext cx="4738561" cy="505928"/>
          </a:xfrm>
          <a:prstGeom prst="rect">
            <a:avLst/>
          </a:prstGeom>
        </p:spPr>
        <p:txBody>
          <a:bodyPr spcFirstLastPara="1" wrap="square" lIns="91425" tIns="91425" rIns="91425" bIns="91425" anchor="t" anchorCtr="0">
            <a:noAutofit/>
          </a:bodyPr>
          <a:lstStyle/>
          <a:p>
            <a:pPr marL="1371600" algn="l" rtl="0">
              <a:spcBef>
                <a:spcPts val="0"/>
              </a:spcBef>
              <a:spcAft>
                <a:spcPts val="800"/>
              </a:spcAft>
            </a:pPr>
            <a:r>
              <a:rPr lang="en-US" sz="1800" dirty="0" err="1">
                <a:solidFill>
                  <a:schemeClr val="accent2">
                    <a:lumMod val="75000"/>
                  </a:schemeClr>
                </a:solidFill>
                <a:latin typeface="Consolas" panose="020B0609020204030204" pitchFamily="49" charset="0"/>
                <a:ea typeface="Roboto" panose="02000000000000000000" pitchFamily="2" charset="0"/>
              </a:rPr>
              <a:t>Tên_hàm</a:t>
            </a:r>
            <a:r>
              <a:rPr lang="en-US" sz="1800" dirty="0">
                <a:solidFill>
                  <a:schemeClr val="accent2">
                    <a:lumMod val="75000"/>
                  </a:schemeClr>
                </a:solidFill>
                <a:latin typeface="Consolas" panose="020B0609020204030204" pitchFamily="49" charset="0"/>
                <a:ea typeface="Roboto" panose="02000000000000000000" pitchFamily="2" charset="0"/>
              </a:rPr>
              <a:t> </a:t>
            </a:r>
            <a:r>
              <a:rPr lang="en-US" sz="1800" dirty="0">
                <a:solidFill>
                  <a:schemeClr val="bg2">
                    <a:lumMod val="90000"/>
                  </a:schemeClr>
                </a:solidFill>
                <a:latin typeface="Consolas" panose="020B0609020204030204" pitchFamily="49" charset="0"/>
                <a:ea typeface="Roboto" panose="02000000000000000000" pitchFamily="2" charset="0"/>
              </a:rPr>
              <a:t>(</a:t>
            </a:r>
            <a:r>
              <a:rPr lang="en-US" sz="1800" dirty="0" err="1">
                <a:solidFill>
                  <a:schemeClr val="bg2">
                    <a:lumMod val="90000"/>
                  </a:schemeClr>
                </a:solidFill>
                <a:latin typeface="Consolas" panose="020B0609020204030204" pitchFamily="49" charset="0"/>
                <a:ea typeface="Roboto" panose="02000000000000000000" pitchFamily="2" charset="0"/>
              </a:rPr>
              <a:t>danh_sách_đối_số</a:t>
            </a:r>
            <a:r>
              <a:rPr lang="en-US" sz="1800" dirty="0">
                <a:solidFill>
                  <a:schemeClr val="bg2">
                    <a:lumMod val="90000"/>
                  </a:schemeClr>
                </a:solidFill>
                <a:latin typeface="Consolas" panose="020B0609020204030204" pitchFamily="49" charset="0"/>
                <a:ea typeface="Roboto" panose="02000000000000000000" pitchFamily="2" charset="0"/>
              </a:rPr>
              <a:t>)</a:t>
            </a:r>
          </a:p>
        </p:txBody>
      </p:sp>
      <p:grpSp>
        <p:nvGrpSpPr>
          <p:cNvPr id="1662" name="Google Shape;1662;p48"/>
          <p:cNvGrpSpPr/>
          <p:nvPr/>
        </p:nvGrpSpPr>
        <p:grpSpPr>
          <a:xfrm>
            <a:off x="7097399" y="3405116"/>
            <a:ext cx="380623" cy="505928"/>
            <a:chOff x="5382225" y="1510350"/>
            <a:chExt cx="54075" cy="71875"/>
          </a:xfrm>
        </p:grpSpPr>
        <p:sp>
          <p:nvSpPr>
            <p:cNvPr id="1663" name="Google Shape;1663;p48"/>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48"/>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4581828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EBF3"/>
        </a:solidFill>
        <a:effectLst/>
      </p:bgPr>
    </p:bg>
    <p:spTree>
      <p:nvGrpSpPr>
        <p:cNvPr id="1" name="Shape 1532"/>
        <p:cNvGrpSpPr/>
        <p:nvPr/>
      </p:nvGrpSpPr>
      <p:grpSpPr>
        <a:xfrm>
          <a:off x="0" y="0"/>
          <a:ext cx="0" cy="0"/>
          <a:chOff x="0" y="0"/>
          <a:chExt cx="0" cy="0"/>
        </a:xfrm>
      </p:grpSpPr>
      <p:sp>
        <p:nvSpPr>
          <p:cNvPr id="1533" name="Google Shape;1533;p45"/>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dirty="0"/>
              <a:t>Trong đó:</a:t>
            </a:r>
            <a:endParaRPr dirty="0"/>
          </a:p>
        </p:txBody>
      </p:sp>
      <p:sp>
        <p:nvSpPr>
          <p:cNvPr id="24" name="Google Shape;3193;p70">
            <a:extLst>
              <a:ext uri="{FF2B5EF4-FFF2-40B4-BE49-F238E27FC236}">
                <a16:creationId xmlns:a16="http://schemas.microsoft.com/office/drawing/2014/main" id="{12BF43EE-22CA-1165-9010-4613A2784812}"/>
              </a:ext>
            </a:extLst>
          </p:cNvPr>
          <p:cNvSpPr/>
          <p:nvPr/>
        </p:nvSpPr>
        <p:spPr>
          <a:xfrm>
            <a:off x="176115" y="0"/>
            <a:ext cx="8791722" cy="5143499"/>
          </a:xfrm>
          <a:prstGeom prst="roundRect">
            <a:avLst>
              <a:gd name="adj" fmla="val 5256"/>
            </a:avLst>
          </a:prstGeom>
          <a:solidFill>
            <a:srgbClr val="33333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aphicFrame>
        <p:nvGraphicFramePr>
          <p:cNvPr id="1510" name="Table 1510">
            <a:extLst>
              <a:ext uri="{FF2B5EF4-FFF2-40B4-BE49-F238E27FC236}">
                <a16:creationId xmlns:a16="http://schemas.microsoft.com/office/drawing/2014/main" id="{60070019-FB6E-FBBC-2418-092387592653}"/>
              </a:ext>
            </a:extLst>
          </p:cNvPr>
          <p:cNvGraphicFramePr>
            <a:graphicFrameLocks noGrp="1"/>
          </p:cNvGraphicFramePr>
          <p:nvPr>
            <p:extLst>
              <p:ext uri="{D42A27DB-BD31-4B8C-83A1-F6EECF244321}">
                <p14:modId xmlns:p14="http://schemas.microsoft.com/office/powerpoint/2010/main" val="2907551428"/>
              </p:ext>
            </p:extLst>
          </p:nvPr>
        </p:nvGraphicFramePr>
        <p:xfrm>
          <a:off x="380321" y="139521"/>
          <a:ext cx="8387343" cy="1345300"/>
        </p:xfrm>
        <a:graphic>
          <a:graphicData uri="http://schemas.openxmlformats.org/drawingml/2006/table">
            <a:tbl>
              <a:tblPr firstRow="1" bandRow="1">
                <a:tableStyleId>{5940675A-B579-460E-94D1-54222C63F5DA}</a:tableStyleId>
              </a:tblPr>
              <a:tblGrid>
                <a:gridCol w="2573868">
                  <a:extLst>
                    <a:ext uri="{9D8B030D-6E8A-4147-A177-3AD203B41FA5}">
                      <a16:colId xmlns:a16="http://schemas.microsoft.com/office/drawing/2014/main" val="890518521"/>
                    </a:ext>
                  </a:extLst>
                </a:gridCol>
                <a:gridCol w="5813475">
                  <a:extLst>
                    <a:ext uri="{9D8B030D-6E8A-4147-A177-3AD203B41FA5}">
                      <a16:colId xmlns:a16="http://schemas.microsoft.com/office/drawing/2014/main" val="1408034166"/>
                    </a:ext>
                  </a:extLst>
                </a:gridCol>
              </a:tblGrid>
              <a:tr h="672650">
                <a:tc>
                  <a:txBody>
                    <a:bodyPr/>
                    <a:lstStyle/>
                    <a:p>
                      <a:pPr marL="0" lvl="0" indent="0" algn="l" rtl="0">
                        <a:spcBef>
                          <a:spcPts val="0"/>
                        </a:spcBef>
                        <a:spcAft>
                          <a:spcPts val="0"/>
                        </a:spcAft>
                        <a:buNone/>
                      </a:pPr>
                      <a:r>
                        <a:rPr lang="en-US" sz="1400" b="0" i="0" u="none" strike="noStrike" cap="none" dirty="0" err="1">
                          <a:solidFill>
                            <a:schemeClr val="bg2">
                              <a:lumMod val="75000"/>
                            </a:schemeClr>
                          </a:solidFill>
                          <a:latin typeface="Consolas" panose="020B0609020204030204" pitchFamily="49" charset="0"/>
                          <a:ea typeface="Roboto" panose="02000000000000000000" pitchFamily="2" charset="0"/>
                          <a:cs typeface="Arial"/>
                          <a:sym typeface="ABeeZee"/>
                        </a:rPr>
                        <a:t>Tên_hàm</a:t>
                      </a:r>
                      <a:endParaRPr sz="1400" b="0" i="0" u="none" strike="noStrike" cap="none" dirty="0">
                        <a:solidFill>
                          <a:schemeClr val="bg2">
                            <a:lumMod val="75000"/>
                          </a:schemeClr>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1600"/>
                        </a:spcAft>
                        <a:buNone/>
                      </a:pP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phân</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a:t>
                      </a:r>
                      <a:r>
                        <a:rPr lang="en-US" sz="1400" b="0" i="0" u="none" strike="noStrike" cap="none" dirty="0" err="1">
                          <a:solidFill>
                            <a:schemeClr val="accent1"/>
                          </a:solidFill>
                          <a:latin typeface="Consolas" panose="020B0609020204030204" pitchFamily="49" charset="0"/>
                          <a:ea typeface="Roboto" panose="02000000000000000000" pitchFamily="2" charset="0"/>
                          <a:cs typeface="Arial"/>
                          <a:sym typeface="Arial"/>
                        </a:rPr>
                        <a:t>biệt</a:t>
                      </a:r>
                      <a:r>
                        <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 các hàm</a:t>
                      </a:r>
                      <a:endParaRPr sz="1400" b="0" i="0" u="none" strike="noStrike" cap="none" dirty="0">
                        <a:solidFill>
                          <a:schemeClr val="accent1"/>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9687905"/>
                  </a:ext>
                </a:extLst>
              </a:tr>
              <a:tr h="672650">
                <a:tc>
                  <a:txBody>
                    <a:bodyPr/>
                    <a:lstStyle/>
                    <a:p>
                      <a:pPr marL="0" lvl="0" indent="0" algn="l" rtl="0">
                        <a:spcBef>
                          <a:spcPts val="0"/>
                        </a:spcBef>
                        <a:spcAft>
                          <a:spcPts val="0"/>
                        </a:spcAft>
                        <a:buNone/>
                      </a:pPr>
                      <a:r>
                        <a:rPr lang="en-US" sz="1400" b="0" i="0" u="none" strike="noStrike" cap="none" dirty="0" err="1">
                          <a:solidFill>
                            <a:schemeClr val="bg2">
                              <a:lumMod val="90000"/>
                            </a:schemeClr>
                          </a:solidFill>
                          <a:latin typeface="Consolas" panose="020B0609020204030204" pitchFamily="49" charset="0"/>
                          <a:ea typeface="Roboto" panose="02000000000000000000" pitchFamily="2" charset="0"/>
                          <a:cs typeface="Arial"/>
                          <a:sym typeface="Arial"/>
                        </a:rPr>
                        <a:t>Danh_sách_đối_số</a:t>
                      </a:r>
                      <a:endParaRPr lang="en-US" sz="1400" b="0" i="0" u="none" strike="noStrike" cap="none" dirty="0">
                        <a:solidFill>
                          <a:schemeClr val="bg2">
                            <a:lumMod val="90000"/>
                          </a:schemeClr>
                        </a:solidFill>
                        <a:latin typeface="Consolas" panose="020B0609020204030204" pitchFamily="49" charset="0"/>
                        <a:ea typeface="Roboto" panose="02000000000000000000" pitchFamily="2" charset="0"/>
                        <a:cs typeface="Arial"/>
                        <a:sym typeface="ABeeZee"/>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vi-VN" sz="1400" b="0" i="0" u="none" strike="noStrike" cap="none" dirty="0">
                          <a:solidFill>
                            <a:schemeClr val="accent1"/>
                          </a:solidFill>
                          <a:latin typeface="Consolas" panose="020B0609020204030204" pitchFamily="49" charset="0"/>
                          <a:ea typeface="Roboto" panose="02000000000000000000" pitchFamily="2" charset="0"/>
                          <a:cs typeface="Arial"/>
                          <a:sym typeface="Arial"/>
                        </a:rPr>
                        <a:t>danh sách các đối số được dùng để khởi tạo cho các đối số trong danh_sách_tham_số của hàm</a:t>
                      </a:r>
                      <a:endParaRPr lang="en-US" sz="1400" b="0" i="0" u="none" strike="noStrike" cap="none" dirty="0">
                        <a:solidFill>
                          <a:schemeClr val="accent1"/>
                        </a:solidFill>
                        <a:latin typeface="Consolas" panose="020B0609020204030204" pitchFamily="49" charset="0"/>
                        <a:ea typeface="Roboto" panose="02000000000000000000" pitchFamily="2" charset="0"/>
                        <a:cs typeface="Arial"/>
                        <a:sym typeface="Arial"/>
                      </a:endParaRPr>
                    </a:p>
                  </a:txBody>
                  <a:tcPr marL="49489" marR="49489" marT="49489" marB="49489">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3341248"/>
                  </a:ext>
                </a:extLst>
              </a:tr>
            </a:tbl>
          </a:graphicData>
        </a:graphic>
      </p:graphicFrame>
      <p:grpSp>
        <p:nvGrpSpPr>
          <p:cNvPr id="3" name="Google Shape;3192;p70">
            <a:extLst>
              <a:ext uri="{FF2B5EF4-FFF2-40B4-BE49-F238E27FC236}">
                <a16:creationId xmlns:a16="http://schemas.microsoft.com/office/drawing/2014/main" id="{D6DCEDB5-9A9D-EE2C-9C2E-27A0CFA1B6F7}"/>
              </a:ext>
            </a:extLst>
          </p:cNvPr>
          <p:cNvGrpSpPr/>
          <p:nvPr/>
        </p:nvGrpSpPr>
        <p:grpSpPr>
          <a:xfrm>
            <a:off x="176115" y="3609330"/>
            <a:ext cx="8791722" cy="1534157"/>
            <a:chOff x="4716549" y="433506"/>
            <a:chExt cx="9334956" cy="1622691"/>
          </a:xfrm>
          <a:solidFill>
            <a:schemeClr val="tx1">
              <a:lumMod val="50000"/>
            </a:schemeClr>
          </a:solidFill>
        </p:grpSpPr>
        <p:sp>
          <p:nvSpPr>
            <p:cNvPr id="20" name="Google Shape;3193;p70">
              <a:extLst>
                <a:ext uri="{FF2B5EF4-FFF2-40B4-BE49-F238E27FC236}">
                  <a16:creationId xmlns:a16="http://schemas.microsoft.com/office/drawing/2014/main" id="{B36E8998-F546-5918-BFBE-E4201BB0D726}"/>
                </a:ext>
              </a:extLst>
            </p:cNvPr>
            <p:cNvSpPr/>
            <p:nvPr/>
          </p:nvSpPr>
          <p:spPr>
            <a:xfrm>
              <a:off x="4716549" y="433506"/>
              <a:ext cx="9334956" cy="1622691"/>
            </a:xfrm>
            <a:prstGeom prst="roundRect">
              <a:avLst>
                <a:gd name="adj" fmla="val 16992"/>
              </a:avLst>
            </a:prstGeom>
            <a:grpFill/>
            <a:ln w="2857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p>
          </p:txBody>
        </p:sp>
        <p:grpSp>
          <p:nvGrpSpPr>
            <p:cNvPr id="1508" name="Google Shape;3197;p70">
              <a:extLst>
                <a:ext uri="{FF2B5EF4-FFF2-40B4-BE49-F238E27FC236}">
                  <a16:creationId xmlns:a16="http://schemas.microsoft.com/office/drawing/2014/main" id="{A1EDEF28-4BD2-69C9-33B0-12DC460CBAB1}"/>
                </a:ext>
              </a:extLst>
            </p:cNvPr>
            <p:cNvGrpSpPr/>
            <p:nvPr/>
          </p:nvGrpSpPr>
          <p:grpSpPr>
            <a:xfrm>
              <a:off x="13236248" y="556277"/>
              <a:ext cx="603445" cy="162603"/>
              <a:chOff x="17607292" y="1031782"/>
              <a:chExt cx="495617" cy="133547"/>
            </a:xfrm>
            <a:grpFill/>
          </p:grpSpPr>
          <p:sp>
            <p:nvSpPr>
              <p:cNvPr id="1509" name="Google Shape;3198;p70">
                <a:extLst>
                  <a:ext uri="{FF2B5EF4-FFF2-40B4-BE49-F238E27FC236}">
                    <a16:creationId xmlns:a16="http://schemas.microsoft.com/office/drawing/2014/main" id="{DF3701E3-9401-AC73-7860-82F1E1A5A24B}"/>
                  </a:ext>
                </a:extLst>
              </p:cNvPr>
              <p:cNvSpPr/>
              <p:nvPr/>
            </p:nvSpPr>
            <p:spPr>
              <a:xfrm>
                <a:off x="17622704" y="1039123"/>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3199;p70">
                <a:extLst>
                  <a:ext uri="{FF2B5EF4-FFF2-40B4-BE49-F238E27FC236}">
                    <a16:creationId xmlns:a16="http://schemas.microsoft.com/office/drawing/2014/main" id="{B0FC5939-F17B-8F0C-F6E6-795A47A736A5}"/>
                  </a:ext>
                </a:extLst>
              </p:cNvPr>
              <p:cNvSpPr/>
              <p:nvPr/>
            </p:nvSpPr>
            <p:spPr>
              <a:xfrm>
                <a:off x="17607292" y="1031782"/>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grp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3200;p70">
                <a:extLst>
                  <a:ext uri="{FF2B5EF4-FFF2-40B4-BE49-F238E27FC236}">
                    <a16:creationId xmlns:a16="http://schemas.microsoft.com/office/drawing/2014/main" id="{D61E765F-0A7C-247F-F0A3-BFE3E1E34F7C}"/>
                  </a:ext>
                </a:extLst>
              </p:cNvPr>
              <p:cNvSpPr/>
              <p:nvPr/>
            </p:nvSpPr>
            <p:spPr>
              <a:xfrm>
                <a:off x="17803538" y="1039123"/>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3201;p70">
                <a:extLst>
                  <a:ext uri="{FF2B5EF4-FFF2-40B4-BE49-F238E27FC236}">
                    <a16:creationId xmlns:a16="http://schemas.microsoft.com/office/drawing/2014/main" id="{6BDCA263-2B31-7D29-96AE-A5C4E8D657DF}"/>
                  </a:ext>
                </a:extLst>
              </p:cNvPr>
              <p:cNvSpPr/>
              <p:nvPr/>
            </p:nvSpPr>
            <p:spPr>
              <a:xfrm>
                <a:off x="17788270" y="1031782"/>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grp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4" name="Google Shape;3202;p70">
                <a:extLst>
                  <a:ext uri="{FF2B5EF4-FFF2-40B4-BE49-F238E27FC236}">
                    <a16:creationId xmlns:a16="http://schemas.microsoft.com/office/drawing/2014/main" id="{4B335861-643D-B865-9DB0-ED983777BD53}"/>
                  </a:ext>
                </a:extLst>
              </p:cNvPr>
              <p:cNvSpPr/>
              <p:nvPr/>
            </p:nvSpPr>
            <p:spPr>
              <a:xfrm>
                <a:off x="17984044" y="1039123"/>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5" name="Google Shape;3203;p70">
                <a:extLst>
                  <a:ext uri="{FF2B5EF4-FFF2-40B4-BE49-F238E27FC236}">
                    <a16:creationId xmlns:a16="http://schemas.microsoft.com/office/drawing/2014/main" id="{81249E79-F2B4-2F9D-FD77-BF3E7BE3355F}"/>
                  </a:ext>
                </a:extLst>
              </p:cNvPr>
              <p:cNvSpPr/>
              <p:nvPr/>
            </p:nvSpPr>
            <p:spPr>
              <a:xfrm>
                <a:off x="17968763" y="1031782"/>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grp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 name="Google Shape;1661;p48">
            <a:extLst>
              <a:ext uri="{FF2B5EF4-FFF2-40B4-BE49-F238E27FC236}">
                <a16:creationId xmlns:a16="http://schemas.microsoft.com/office/drawing/2014/main" id="{C9157443-10DF-DC2B-DA7D-FA9E7C81CC83}"/>
              </a:ext>
            </a:extLst>
          </p:cNvPr>
          <p:cNvSpPr txBox="1">
            <a:spLocks/>
          </p:cNvSpPr>
          <p:nvPr/>
        </p:nvSpPr>
        <p:spPr>
          <a:xfrm>
            <a:off x="-910838" y="3768750"/>
            <a:ext cx="8827489" cy="50592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371600">
              <a:spcAft>
                <a:spcPts val="800"/>
              </a:spcAft>
            </a:pPr>
            <a:r>
              <a:rPr lang="en-US" dirty="0" err="1">
                <a:solidFill>
                  <a:schemeClr val="accent2">
                    <a:lumMod val="75000"/>
                  </a:schemeClr>
                </a:solidFill>
                <a:latin typeface="Consolas" panose="020B0609020204030204" pitchFamily="49" charset="0"/>
                <a:ea typeface="Roboto" panose="02000000000000000000" pitchFamily="2" charset="0"/>
              </a:rPr>
              <a:t>Tên_hàm</a:t>
            </a:r>
            <a:r>
              <a:rPr lang="en-US" dirty="0">
                <a:solidFill>
                  <a:schemeClr val="accent2">
                    <a:lumMod val="75000"/>
                  </a:schemeClr>
                </a:solidFill>
                <a:latin typeface="Consolas" panose="020B0609020204030204" pitchFamily="49" charset="0"/>
                <a:ea typeface="Roboto" panose="02000000000000000000" pitchFamily="2" charset="0"/>
              </a:rPr>
              <a:t> </a:t>
            </a:r>
            <a:r>
              <a:rPr lang="en-US" dirty="0">
                <a:solidFill>
                  <a:schemeClr val="bg2">
                    <a:lumMod val="90000"/>
                  </a:schemeClr>
                </a:solidFill>
                <a:latin typeface="Consolas" panose="020B0609020204030204" pitchFamily="49" charset="0"/>
                <a:ea typeface="Roboto" panose="02000000000000000000" pitchFamily="2" charset="0"/>
              </a:rPr>
              <a:t>(</a:t>
            </a:r>
            <a:r>
              <a:rPr lang="en-US" dirty="0" err="1">
                <a:solidFill>
                  <a:schemeClr val="bg2">
                    <a:lumMod val="90000"/>
                  </a:schemeClr>
                </a:solidFill>
                <a:latin typeface="Consolas" panose="020B0609020204030204" pitchFamily="49" charset="0"/>
                <a:ea typeface="Roboto" panose="02000000000000000000" pitchFamily="2" charset="0"/>
              </a:rPr>
              <a:t>danh_sách_đối_số</a:t>
            </a:r>
            <a:r>
              <a:rPr lang="en-US" dirty="0">
                <a:solidFill>
                  <a:schemeClr val="bg2">
                    <a:lumMod val="90000"/>
                  </a:schemeClr>
                </a:solidFill>
                <a:latin typeface="Consolas" panose="020B0609020204030204" pitchFamily="49" charset="0"/>
                <a:ea typeface="Roboto" panose="02000000000000000000" pitchFamily="2" charset="0"/>
              </a:rPr>
              <a:t>)</a:t>
            </a:r>
          </a:p>
        </p:txBody>
      </p:sp>
      <p:sp>
        <p:nvSpPr>
          <p:cNvPr id="7" name="Google Shape;3198;p70">
            <a:extLst>
              <a:ext uri="{FF2B5EF4-FFF2-40B4-BE49-F238E27FC236}">
                <a16:creationId xmlns:a16="http://schemas.microsoft.com/office/drawing/2014/main" id="{39B5526B-1C83-7693-565C-51967F3964C1}"/>
              </a:ext>
            </a:extLst>
          </p:cNvPr>
          <p:cNvSpPr/>
          <p:nvPr/>
        </p:nvSpPr>
        <p:spPr>
          <a:xfrm>
            <a:off x="8208480" y="3735448"/>
            <a:ext cx="136303" cy="13683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3200;p70">
            <a:extLst>
              <a:ext uri="{FF2B5EF4-FFF2-40B4-BE49-F238E27FC236}">
                <a16:creationId xmlns:a16="http://schemas.microsoft.com/office/drawing/2014/main" id="{391B42A0-37AC-D569-EE5E-19D2287EC0F9}"/>
              </a:ext>
            </a:extLst>
          </p:cNvPr>
          <p:cNvSpPr/>
          <p:nvPr/>
        </p:nvSpPr>
        <p:spPr>
          <a:xfrm>
            <a:off x="8417432" y="3735448"/>
            <a:ext cx="136385" cy="13683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3202;p70">
            <a:extLst>
              <a:ext uri="{FF2B5EF4-FFF2-40B4-BE49-F238E27FC236}">
                <a16:creationId xmlns:a16="http://schemas.microsoft.com/office/drawing/2014/main" id="{602F8D35-FE05-8E60-B310-6195271614AD}"/>
              </a:ext>
            </a:extLst>
          </p:cNvPr>
          <p:cNvSpPr/>
          <p:nvPr/>
        </p:nvSpPr>
        <p:spPr>
          <a:xfrm>
            <a:off x="8622832" y="3735448"/>
            <a:ext cx="136303" cy="13683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54456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Google Shape;1588;p46">
            <a:extLst>
              <a:ext uri="{FF2B5EF4-FFF2-40B4-BE49-F238E27FC236}">
                <a16:creationId xmlns:a16="http://schemas.microsoft.com/office/drawing/2014/main" id="{5F85FAC9-3476-E7C4-C3B5-A50429057D65}"/>
              </a:ext>
            </a:extLst>
          </p:cNvPr>
          <p:cNvSpPr txBox="1">
            <a:spLocks noGrp="1"/>
          </p:cNvSpPr>
          <p:nvPr>
            <p:ph type="title"/>
          </p:nvPr>
        </p:nvSpPr>
        <p:spPr>
          <a:xfrm>
            <a:off x="1635075" y="1565653"/>
            <a:ext cx="6716951" cy="2485664"/>
          </a:xfrm>
          <a:prstGeom prst="rect">
            <a:avLst/>
          </a:prstGeom>
        </p:spPr>
        <p:txBody>
          <a:bodyPr spcFirstLastPara="1" wrap="square" lIns="91425" tIns="91425" rIns="91425" bIns="91425" anchor="ctr" anchorCtr="0">
            <a:noAutofit/>
          </a:bodyPr>
          <a:lstStyle/>
          <a:p>
            <a:pPr algn="ctr"/>
            <a:r>
              <a:rPr lang="en-US" sz="3600" dirty="0" err="1"/>
              <a:t>Quy</a:t>
            </a:r>
            <a:r>
              <a:rPr lang="en-US" sz="3600" dirty="0"/>
              <a:t> </a:t>
            </a:r>
            <a:r>
              <a:rPr lang="en-US" sz="3600" dirty="0" err="1"/>
              <a:t>tắc</a:t>
            </a:r>
            <a:r>
              <a:rPr lang="en-US" sz="3600" dirty="0"/>
              <a:t> </a:t>
            </a:r>
            <a:r>
              <a:rPr lang="en-US" sz="3600" dirty="0" err="1"/>
              <a:t>khi</a:t>
            </a:r>
            <a:r>
              <a:rPr lang="en-US" sz="3600" dirty="0"/>
              <a:t> </a:t>
            </a:r>
            <a:r>
              <a:rPr lang="en-US" sz="3600" dirty="0" err="1"/>
              <a:t>sử</a:t>
            </a:r>
            <a:r>
              <a:rPr lang="en-US" sz="3600" dirty="0"/>
              <a:t> </a:t>
            </a:r>
            <a:r>
              <a:rPr lang="en-US" sz="3600" dirty="0" err="1"/>
              <a:t>dụng</a:t>
            </a:r>
            <a:r>
              <a:rPr lang="en-US" sz="3600" dirty="0"/>
              <a:t> hàm</a:t>
            </a:r>
          </a:p>
        </p:txBody>
      </p:sp>
      <p:sp>
        <p:nvSpPr>
          <p:cNvPr id="3" name="Rectangle: Rounded Corners 2">
            <a:extLst>
              <a:ext uri="{FF2B5EF4-FFF2-40B4-BE49-F238E27FC236}">
                <a16:creationId xmlns:a16="http://schemas.microsoft.com/office/drawing/2014/main" id="{7697AF13-E1C1-F6CA-B025-63A7D5A1EED4}"/>
              </a:ext>
            </a:extLst>
          </p:cNvPr>
          <p:cNvSpPr/>
          <p:nvPr/>
        </p:nvSpPr>
        <p:spPr>
          <a:xfrm>
            <a:off x="791974" y="1565653"/>
            <a:ext cx="1227530" cy="2447438"/>
          </a:xfrm>
          <a:prstGeom prst="roundRect">
            <a:avLst>
              <a:gd name="adj" fmla="val 12434"/>
            </a:avLst>
          </a:prstGeom>
          <a:solidFill>
            <a:srgbClr val="ACF0ED"/>
          </a:solidFill>
          <a:ln>
            <a:solidFill>
              <a:srgbClr val="47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551;p46">
            <a:extLst>
              <a:ext uri="{FF2B5EF4-FFF2-40B4-BE49-F238E27FC236}">
                <a16:creationId xmlns:a16="http://schemas.microsoft.com/office/drawing/2014/main" id="{D4FF39DE-5745-C035-DE71-E9599096C57E}"/>
              </a:ext>
            </a:extLst>
          </p:cNvPr>
          <p:cNvSpPr/>
          <p:nvPr/>
        </p:nvSpPr>
        <p:spPr>
          <a:xfrm>
            <a:off x="791974" y="1570624"/>
            <a:ext cx="7837676" cy="2437496"/>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6" name="Straight Connector 5">
            <a:extLst>
              <a:ext uri="{FF2B5EF4-FFF2-40B4-BE49-F238E27FC236}">
                <a16:creationId xmlns:a16="http://schemas.microsoft.com/office/drawing/2014/main" id="{B9CAFE1E-6AE5-259B-A99D-868E1203B691}"/>
              </a:ext>
            </a:extLst>
          </p:cNvPr>
          <p:cNvCxnSpPr>
            <a:cxnSpLocks/>
          </p:cNvCxnSpPr>
          <p:nvPr/>
        </p:nvCxnSpPr>
        <p:spPr>
          <a:xfrm>
            <a:off x="791974" y="1722229"/>
            <a:ext cx="1227530" cy="0"/>
          </a:xfrm>
          <a:prstGeom prst="line">
            <a:avLst/>
          </a:prstGeom>
          <a:ln w="28575">
            <a:solidFill>
              <a:srgbClr val="474DA2"/>
            </a:solidFill>
          </a:ln>
        </p:spPr>
        <p:style>
          <a:lnRef idx="1">
            <a:schemeClr val="accent1"/>
          </a:lnRef>
          <a:fillRef idx="0">
            <a:schemeClr val="accent1"/>
          </a:fillRef>
          <a:effectRef idx="0">
            <a:schemeClr val="accent1"/>
          </a:effectRef>
          <a:fontRef idx="minor">
            <a:schemeClr val="tx1"/>
          </a:fontRef>
        </p:style>
      </p:cxnSp>
      <p:sp>
        <p:nvSpPr>
          <p:cNvPr id="7" name="Google Shape;1573;p46">
            <a:extLst>
              <a:ext uri="{FF2B5EF4-FFF2-40B4-BE49-F238E27FC236}">
                <a16:creationId xmlns:a16="http://schemas.microsoft.com/office/drawing/2014/main" id="{3D026695-AA5D-E212-9BD2-0784193D7030}"/>
              </a:ext>
            </a:extLst>
          </p:cNvPr>
          <p:cNvSpPr/>
          <p:nvPr/>
        </p:nvSpPr>
        <p:spPr>
          <a:xfrm>
            <a:off x="952611" y="1570623"/>
            <a:ext cx="933339" cy="15160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w="28575">
            <a:solidFill>
              <a:srgbClr val="474DA2"/>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TextBox 7">
            <a:extLst>
              <a:ext uri="{FF2B5EF4-FFF2-40B4-BE49-F238E27FC236}">
                <a16:creationId xmlns:a16="http://schemas.microsoft.com/office/drawing/2014/main" id="{6668DE02-C26B-EC2F-DBFB-FE791EF42401}"/>
              </a:ext>
            </a:extLst>
          </p:cNvPr>
          <p:cNvSpPr txBox="1"/>
          <p:nvPr/>
        </p:nvSpPr>
        <p:spPr>
          <a:xfrm>
            <a:off x="1053671" y="2516097"/>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3.3</a:t>
            </a:r>
          </a:p>
        </p:txBody>
      </p:sp>
    </p:spTree>
    <p:extLst>
      <p:ext uri="{BB962C8B-B14F-4D97-AF65-F5344CB8AC3E}">
        <p14:creationId xmlns:p14="http://schemas.microsoft.com/office/powerpoint/2010/main" val="828351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22" name="Google Shape;3191;p70">
            <a:extLst>
              <a:ext uri="{FF2B5EF4-FFF2-40B4-BE49-F238E27FC236}">
                <a16:creationId xmlns:a16="http://schemas.microsoft.com/office/drawing/2014/main" id="{19FE12FF-2EFD-80FD-8D51-317AD79BD74C}"/>
              </a:ext>
            </a:extLst>
          </p:cNvPr>
          <p:cNvGrpSpPr/>
          <p:nvPr/>
        </p:nvGrpSpPr>
        <p:grpSpPr>
          <a:xfrm>
            <a:off x="712633" y="259331"/>
            <a:ext cx="8113867" cy="4624825"/>
            <a:chOff x="4716495" y="128594"/>
            <a:chExt cx="8963616" cy="5109174"/>
          </a:xfrm>
        </p:grpSpPr>
        <p:grpSp>
          <p:nvGrpSpPr>
            <p:cNvPr id="23" name="Google Shape;3192;p70">
              <a:extLst>
                <a:ext uri="{FF2B5EF4-FFF2-40B4-BE49-F238E27FC236}">
                  <a16:creationId xmlns:a16="http://schemas.microsoft.com/office/drawing/2014/main" id="{C11B7695-F094-2E7F-8D46-4259CA513802}"/>
                </a:ext>
              </a:extLst>
            </p:cNvPr>
            <p:cNvGrpSpPr/>
            <p:nvPr/>
          </p:nvGrpSpPr>
          <p:grpSpPr>
            <a:xfrm>
              <a:off x="4716495" y="128594"/>
              <a:ext cx="8963616" cy="5109174"/>
              <a:chOff x="4716494" y="428613"/>
              <a:chExt cx="8963616" cy="5069128"/>
            </a:xfrm>
          </p:grpSpPr>
          <p:sp>
            <p:nvSpPr>
              <p:cNvPr id="25" name="Google Shape;3193;p70">
                <a:extLst>
                  <a:ext uri="{FF2B5EF4-FFF2-40B4-BE49-F238E27FC236}">
                    <a16:creationId xmlns:a16="http://schemas.microsoft.com/office/drawing/2014/main" id="{8940ADF5-C88B-45D6-E8B5-6A4766EA302A}"/>
                  </a:ext>
                </a:extLst>
              </p:cNvPr>
              <p:cNvSpPr/>
              <p:nvPr/>
            </p:nvSpPr>
            <p:spPr>
              <a:xfrm>
                <a:off x="4716550" y="428613"/>
                <a:ext cx="8963560" cy="5069128"/>
              </a:xfrm>
              <a:prstGeom prst="roundRect">
                <a:avLst>
                  <a:gd name="adj" fmla="val 9646"/>
                </a:avLst>
              </a:prstGeom>
              <a:solidFill>
                <a:srgbClr val="33333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6" name="Google Shape;3194;p70">
                <a:extLst>
                  <a:ext uri="{FF2B5EF4-FFF2-40B4-BE49-F238E27FC236}">
                    <a16:creationId xmlns:a16="http://schemas.microsoft.com/office/drawing/2014/main" id="{DC04A72F-F93F-1B11-D712-39DDE89093CA}"/>
                  </a:ext>
                </a:extLst>
              </p:cNvPr>
              <p:cNvGrpSpPr/>
              <p:nvPr/>
            </p:nvGrpSpPr>
            <p:grpSpPr>
              <a:xfrm>
                <a:off x="4716494" y="428627"/>
                <a:ext cx="8963616" cy="490301"/>
                <a:chOff x="4729125" y="238117"/>
                <a:chExt cx="9751542" cy="533400"/>
              </a:xfrm>
            </p:grpSpPr>
            <p:sp>
              <p:nvSpPr>
                <p:cNvPr id="27" name="Google Shape;3195;p70">
                  <a:extLst>
                    <a:ext uri="{FF2B5EF4-FFF2-40B4-BE49-F238E27FC236}">
                      <a16:creationId xmlns:a16="http://schemas.microsoft.com/office/drawing/2014/main" id="{2B1B2145-A4DC-9115-E2A6-424C2D2CF7DA}"/>
                    </a:ext>
                  </a:extLst>
                </p:cNvPr>
                <p:cNvSpPr/>
                <p:nvPr/>
              </p:nvSpPr>
              <p:spPr>
                <a:xfrm>
                  <a:off x="4729240" y="238117"/>
                  <a:ext cx="9751427" cy="533400"/>
                </a:xfrm>
                <a:prstGeom prst="round2SameRect">
                  <a:avLst>
                    <a:gd name="adj1" fmla="val 2512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3196;p70">
                  <a:extLst>
                    <a:ext uri="{FF2B5EF4-FFF2-40B4-BE49-F238E27FC236}">
                      <a16:creationId xmlns:a16="http://schemas.microsoft.com/office/drawing/2014/main" id="{CE4B5C2F-6D20-9BA2-8CA1-8654B6511EAF}"/>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 name="Google Shape;3197;p70">
                  <a:extLst>
                    <a:ext uri="{FF2B5EF4-FFF2-40B4-BE49-F238E27FC236}">
                      <a16:creationId xmlns:a16="http://schemas.microsoft.com/office/drawing/2014/main" id="{5ED9AE98-0BC6-2447-5B3B-EBB75015CF9B}"/>
                    </a:ext>
                  </a:extLst>
                </p:cNvPr>
                <p:cNvGrpSpPr/>
                <p:nvPr/>
              </p:nvGrpSpPr>
              <p:grpSpPr>
                <a:xfrm>
                  <a:off x="13470507" y="386584"/>
                  <a:ext cx="656468" cy="176896"/>
                  <a:chOff x="17209201" y="1039026"/>
                  <a:chExt cx="495600" cy="133547"/>
                </a:xfrm>
              </p:grpSpPr>
              <p:sp>
                <p:nvSpPr>
                  <p:cNvPr id="30" name="Google Shape;3198;p70">
                    <a:extLst>
                      <a:ext uri="{FF2B5EF4-FFF2-40B4-BE49-F238E27FC236}">
                        <a16:creationId xmlns:a16="http://schemas.microsoft.com/office/drawing/2014/main" id="{3A174A87-ED73-5484-C086-CCC64207B2AB}"/>
                      </a:ext>
                    </a:extLst>
                  </p:cNvPr>
                  <p:cNvSpPr/>
                  <p:nvPr/>
                </p:nvSpPr>
                <p:spPr>
                  <a:xfrm>
                    <a:off x="17224625"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99;p70">
                    <a:extLst>
                      <a:ext uri="{FF2B5EF4-FFF2-40B4-BE49-F238E27FC236}">
                        <a16:creationId xmlns:a16="http://schemas.microsoft.com/office/drawing/2014/main" id="{2D2F4413-A462-1E2F-A82E-0876AEC6A3D5}"/>
                      </a:ext>
                    </a:extLst>
                  </p:cNvPr>
                  <p:cNvSpPr/>
                  <p:nvPr/>
                </p:nvSpPr>
                <p:spPr>
                  <a:xfrm>
                    <a:off x="17209201"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3200;p70">
                    <a:extLst>
                      <a:ext uri="{FF2B5EF4-FFF2-40B4-BE49-F238E27FC236}">
                        <a16:creationId xmlns:a16="http://schemas.microsoft.com/office/drawing/2014/main" id="{5B6304EB-41D7-B5F6-56E0-9391CE7F6513}"/>
                      </a:ext>
                    </a:extLst>
                  </p:cNvPr>
                  <p:cNvSpPr/>
                  <p:nvPr/>
                </p:nvSpPr>
                <p:spPr>
                  <a:xfrm>
                    <a:off x="17405455"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3201;p70">
                    <a:extLst>
                      <a:ext uri="{FF2B5EF4-FFF2-40B4-BE49-F238E27FC236}">
                        <a16:creationId xmlns:a16="http://schemas.microsoft.com/office/drawing/2014/main" id="{8BE5C4A1-E178-8361-58D4-399A6E7140B3}"/>
                      </a:ext>
                    </a:extLst>
                  </p:cNvPr>
                  <p:cNvSpPr/>
                  <p:nvPr/>
                </p:nvSpPr>
                <p:spPr>
                  <a:xfrm>
                    <a:off x="17390174"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3202;p70">
                    <a:extLst>
                      <a:ext uri="{FF2B5EF4-FFF2-40B4-BE49-F238E27FC236}">
                        <a16:creationId xmlns:a16="http://schemas.microsoft.com/office/drawing/2014/main" id="{95FF8C69-9F2D-3225-8355-92199F4AEC54}"/>
                      </a:ext>
                    </a:extLst>
                  </p:cNvPr>
                  <p:cNvSpPr/>
                  <p:nvPr/>
                </p:nvSpPr>
                <p:spPr>
                  <a:xfrm>
                    <a:off x="17585936"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3203;p70">
                    <a:extLst>
                      <a:ext uri="{FF2B5EF4-FFF2-40B4-BE49-F238E27FC236}">
                        <a16:creationId xmlns:a16="http://schemas.microsoft.com/office/drawing/2014/main" id="{B93DF22B-2785-A8BF-7CDE-B43A88AC9B59}"/>
                      </a:ext>
                    </a:extLst>
                  </p:cNvPr>
                  <p:cNvSpPr/>
                  <p:nvPr/>
                </p:nvSpPr>
                <p:spPr>
                  <a:xfrm>
                    <a:off x="17570658"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4" name="Google Shape;3204;p70">
              <a:extLst>
                <a:ext uri="{FF2B5EF4-FFF2-40B4-BE49-F238E27FC236}">
                  <a16:creationId xmlns:a16="http://schemas.microsoft.com/office/drawing/2014/main" id="{FCC0218E-EB6E-0109-5A99-F5B32AD3E5FB}"/>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61" name="Google Shape;1661;p48"/>
          <p:cNvSpPr txBox="1">
            <a:spLocks noGrp="1"/>
          </p:cNvSpPr>
          <p:nvPr>
            <p:ph type="subTitle" idx="1"/>
          </p:nvPr>
        </p:nvSpPr>
        <p:spPr>
          <a:xfrm>
            <a:off x="-94236" y="930058"/>
            <a:ext cx="8478599" cy="505928"/>
          </a:xfrm>
          <a:prstGeom prst="rect">
            <a:avLst/>
          </a:prstGeom>
        </p:spPr>
        <p:txBody>
          <a:bodyPr spcFirstLastPara="1" wrap="square" lIns="91425" tIns="91425" rIns="91425" bIns="91425" anchor="t" anchorCtr="0">
            <a:noAutofit/>
          </a:bodyPr>
          <a:lstStyle/>
          <a:p>
            <a:pPr marL="1371600" algn="l" rtl="0">
              <a:spcBef>
                <a:spcPts val="0"/>
              </a:spcBef>
              <a:spcAft>
                <a:spcPts val="800"/>
              </a:spcAft>
            </a:pPr>
            <a:r>
              <a:rPr lang="vi-VN" sz="1800" dirty="0">
                <a:solidFill>
                  <a:schemeClr val="accent2">
                    <a:lumMod val="75000"/>
                  </a:schemeClr>
                </a:solidFill>
                <a:latin typeface="Consolas" panose="020B0609020204030204" pitchFamily="49" charset="0"/>
                <a:ea typeface="Roboto" panose="02000000000000000000" pitchFamily="2" charset="0"/>
              </a:rPr>
              <a:t> #include &lt;tên_thư_viện_chứa_hàm_cần_dùng&gt;</a:t>
            </a:r>
            <a:endParaRPr lang="en-US" sz="1800" dirty="0">
              <a:solidFill>
                <a:schemeClr val="bg2">
                  <a:lumMod val="90000"/>
                </a:schemeClr>
              </a:solidFill>
              <a:latin typeface="Consolas" panose="020B0609020204030204" pitchFamily="49" charset="0"/>
              <a:ea typeface="Roboto" panose="02000000000000000000" pitchFamily="2" charset="0"/>
            </a:endParaRPr>
          </a:p>
        </p:txBody>
      </p:sp>
      <p:grpSp>
        <p:nvGrpSpPr>
          <p:cNvPr id="1662" name="Google Shape;1662;p48"/>
          <p:cNvGrpSpPr/>
          <p:nvPr/>
        </p:nvGrpSpPr>
        <p:grpSpPr>
          <a:xfrm>
            <a:off x="7097399" y="3405116"/>
            <a:ext cx="380623" cy="505928"/>
            <a:chOff x="5382225" y="1510350"/>
            <a:chExt cx="54075" cy="71875"/>
          </a:xfrm>
        </p:grpSpPr>
        <p:sp>
          <p:nvSpPr>
            <p:cNvPr id="1663" name="Google Shape;1663;p48"/>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48"/>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13574467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Google Shape;1588;p46">
            <a:extLst>
              <a:ext uri="{FF2B5EF4-FFF2-40B4-BE49-F238E27FC236}">
                <a16:creationId xmlns:a16="http://schemas.microsoft.com/office/drawing/2014/main" id="{5F85FAC9-3476-E7C4-C3B5-A50429057D65}"/>
              </a:ext>
            </a:extLst>
          </p:cNvPr>
          <p:cNvSpPr txBox="1">
            <a:spLocks noGrp="1"/>
          </p:cNvSpPr>
          <p:nvPr>
            <p:ph type="title"/>
          </p:nvPr>
        </p:nvSpPr>
        <p:spPr>
          <a:xfrm>
            <a:off x="1635075" y="1565653"/>
            <a:ext cx="6716951" cy="2485664"/>
          </a:xfrm>
          <a:prstGeom prst="rect">
            <a:avLst/>
          </a:prstGeom>
        </p:spPr>
        <p:txBody>
          <a:bodyPr spcFirstLastPara="1" wrap="square" lIns="91425" tIns="91425" rIns="91425" bIns="91425" anchor="ctr" anchorCtr="0">
            <a:noAutofit/>
          </a:bodyPr>
          <a:lstStyle/>
          <a:p>
            <a:pPr marL="0" lvl="0" indent="0" algn="ctr"/>
            <a:r>
              <a:rPr lang="en-US" sz="3600" i="1" u="sng" dirty="0" err="1"/>
              <a:t>Nguyên</a:t>
            </a:r>
            <a:r>
              <a:rPr lang="en-US" sz="3600" i="1" u="sng" dirty="0"/>
              <a:t> </a:t>
            </a:r>
            <a:r>
              <a:rPr lang="en-US" sz="3600" i="1" u="sng" dirty="0" err="1"/>
              <a:t>mẫu</a:t>
            </a:r>
            <a:r>
              <a:rPr lang="en-US" sz="3600" i="1" u="sng" dirty="0"/>
              <a:t> của hàm </a:t>
            </a:r>
          </a:p>
        </p:txBody>
      </p:sp>
      <p:sp>
        <p:nvSpPr>
          <p:cNvPr id="3" name="Rectangle: Rounded Corners 2">
            <a:extLst>
              <a:ext uri="{FF2B5EF4-FFF2-40B4-BE49-F238E27FC236}">
                <a16:creationId xmlns:a16="http://schemas.microsoft.com/office/drawing/2014/main" id="{F96778CF-604F-1454-1201-2FE823DD1EEA}"/>
              </a:ext>
            </a:extLst>
          </p:cNvPr>
          <p:cNvSpPr/>
          <p:nvPr/>
        </p:nvSpPr>
        <p:spPr>
          <a:xfrm>
            <a:off x="791974" y="1565653"/>
            <a:ext cx="1227530" cy="2447438"/>
          </a:xfrm>
          <a:prstGeom prst="roundRect">
            <a:avLst>
              <a:gd name="adj" fmla="val 12434"/>
            </a:avLst>
          </a:prstGeom>
          <a:solidFill>
            <a:srgbClr val="CF7CC7"/>
          </a:solidFill>
          <a:ln>
            <a:solidFill>
              <a:srgbClr val="474D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551;p46">
            <a:extLst>
              <a:ext uri="{FF2B5EF4-FFF2-40B4-BE49-F238E27FC236}">
                <a16:creationId xmlns:a16="http://schemas.microsoft.com/office/drawing/2014/main" id="{F00B8529-E99E-1224-F921-644AC600DCB5}"/>
              </a:ext>
            </a:extLst>
          </p:cNvPr>
          <p:cNvSpPr/>
          <p:nvPr/>
        </p:nvSpPr>
        <p:spPr>
          <a:xfrm>
            <a:off x="791974" y="1570624"/>
            <a:ext cx="7837676" cy="2437496"/>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6" name="Straight Connector 5">
            <a:extLst>
              <a:ext uri="{FF2B5EF4-FFF2-40B4-BE49-F238E27FC236}">
                <a16:creationId xmlns:a16="http://schemas.microsoft.com/office/drawing/2014/main" id="{B25B1641-FAD6-7A26-4DDA-CB539DBF0400}"/>
              </a:ext>
            </a:extLst>
          </p:cNvPr>
          <p:cNvCxnSpPr>
            <a:cxnSpLocks/>
          </p:cNvCxnSpPr>
          <p:nvPr/>
        </p:nvCxnSpPr>
        <p:spPr>
          <a:xfrm>
            <a:off x="791974" y="1722229"/>
            <a:ext cx="1227530" cy="0"/>
          </a:xfrm>
          <a:prstGeom prst="line">
            <a:avLst/>
          </a:prstGeom>
          <a:ln w="28575">
            <a:solidFill>
              <a:srgbClr val="474DA2"/>
            </a:solidFill>
          </a:ln>
        </p:spPr>
        <p:style>
          <a:lnRef idx="1">
            <a:schemeClr val="accent1"/>
          </a:lnRef>
          <a:fillRef idx="0">
            <a:schemeClr val="accent1"/>
          </a:fillRef>
          <a:effectRef idx="0">
            <a:schemeClr val="accent1"/>
          </a:effectRef>
          <a:fontRef idx="minor">
            <a:schemeClr val="tx1"/>
          </a:fontRef>
        </p:style>
      </p:cxnSp>
      <p:sp>
        <p:nvSpPr>
          <p:cNvPr id="7" name="Google Shape;1573;p46">
            <a:extLst>
              <a:ext uri="{FF2B5EF4-FFF2-40B4-BE49-F238E27FC236}">
                <a16:creationId xmlns:a16="http://schemas.microsoft.com/office/drawing/2014/main" id="{A8FC7417-3D37-FA4F-CEA3-C627768D4F52}"/>
              </a:ext>
            </a:extLst>
          </p:cNvPr>
          <p:cNvSpPr/>
          <p:nvPr/>
        </p:nvSpPr>
        <p:spPr>
          <a:xfrm>
            <a:off x="952611" y="1570623"/>
            <a:ext cx="933339" cy="15160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w="28575">
            <a:solidFill>
              <a:srgbClr val="474DA2"/>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TextBox 7">
            <a:extLst>
              <a:ext uri="{FF2B5EF4-FFF2-40B4-BE49-F238E27FC236}">
                <a16:creationId xmlns:a16="http://schemas.microsoft.com/office/drawing/2014/main" id="{7AE6FDA6-1721-081D-B72C-A440FCDD77E2}"/>
              </a:ext>
            </a:extLst>
          </p:cNvPr>
          <p:cNvSpPr txBox="1"/>
          <p:nvPr/>
        </p:nvSpPr>
        <p:spPr>
          <a:xfrm>
            <a:off x="1053671" y="2516097"/>
            <a:ext cx="795449"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3.4</a:t>
            </a:r>
          </a:p>
        </p:txBody>
      </p:sp>
    </p:spTree>
    <p:extLst>
      <p:ext uri="{BB962C8B-B14F-4D97-AF65-F5344CB8AC3E}">
        <p14:creationId xmlns:p14="http://schemas.microsoft.com/office/powerpoint/2010/main" val="5057678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22" name="Google Shape;3191;p70">
            <a:extLst>
              <a:ext uri="{FF2B5EF4-FFF2-40B4-BE49-F238E27FC236}">
                <a16:creationId xmlns:a16="http://schemas.microsoft.com/office/drawing/2014/main" id="{19FE12FF-2EFD-80FD-8D51-317AD79BD74C}"/>
              </a:ext>
            </a:extLst>
          </p:cNvPr>
          <p:cNvGrpSpPr/>
          <p:nvPr/>
        </p:nvGrpSpPr>
        <p:grpSpPr>
          <a:xfrm>
            <a:off x="712633" y="259331"/>
            <a:ext cx="8113867" cy="4624825"/>
            <a:chOff x="4716495" y="128594"/>
            <a:chExt cx="8963616" cy="5109174"/>
          </a:xfrm>
        </p:grpSpPr>
        <p:grpSp>
          <p:nvGrpSpPr>
            <p:cNvPr id="23" name="Google Shape;3192;p70">
              <a:extLst>
                <a:ext uri="{FF2B5EF4-FFF2-40B4-BE49-F238E27FC236}">
                  <a16:creationId xmlns:a16="http://schemas.microsoft.com/office/drawing/2014/main" id="{C11B7695-F094-2E7F-8D46-4259CA513802}"/>
                </a:ext>
              </a:extLst>
            </p:cNvPr>
            <p:cNvGrpSpPr/>
            <p:nvPr/>
          </p:nvGrpSpPr>
          <p:grpSpPr>
            <a:xfrm>
              <a:off x="4716495" y="128594"/>
              <a:ext cx="8963616" cy="5109174"/>
              <a:chOff x="4716494" y="428613"/>
              <a:chExt cx="8963616" cy="5069128"/>
            </a:xfrm>
          </p:grpSpPr>
          <p:sp>
            <p:nvSpPr>
              <p:cNvPr id="25" name="Google Shape;3193;p70">
                <a:extLst>
                  <a:ext uri="{FF2B5EF4-FFF2-40B4-BE49-F238E27FC236}">
                    <a16:creationId xmlns:a16="http://schemas.microsoft.com/office/drawing/2014/main" id="{8940ADF5-C88B-45D6-E8B5-6A4766EA302A}"/>
                  </a:ext>
                </a:extLst>
              </p:cNvPr>
              <p:cNvSpPr/>
              <p:nvPr/>
            </p:nvSpPr>
            <p:spPr>
              <a:xfrm>
                <a:off x="4716550" y="428613"/>
                <a:ext cx="8963560" cy="5069128"/>
              </a:xfrm>
              <a:prstGeom prst="roundRect">
                <a:avLst>
                  <a:gd name="adj" fmla="val 9646"/>
                </a:avLst>
              </a:prstGeom>
              <a:solidFill>
                <a:srgbClr val="33333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6" name="Google Shape;3194;p70">
                <a:extLst>
                  <a:ext uri="{FF2B5EF4-FFF2-40B4-BE49-F238E27FC236}">
                    <a16:creationId xmlns:a16="http://schemas.microsoft.com/office/drawing/2014/main" id="{DC04A72F-F93F-1B11-D712-39DDE89093CA}"/>
                  </a:ext>
                </a:extLst>
              </p:cNvPr>
              <p:cNvGrpSpPr/>
              <p:nvPr/>
            </p:nvGrpSpPr>
            <p:grpSpPr>
              <a:xfrm>
                <a:off x="4716494" y="428627"/>
                <a:ext cx="8963616" cy="490301"/>
                <a:chOff x="4729125" y="238117"/>
                <a:chExt cx="9751542" cy="533400"/>
              </a:xfrm>
            </p:grpSpPr>
            <p:sp>
              <p:nvSpPr>
                <p:cNvPr id="27" name="Google Shape;3195;p70">
                  <a:extLst>
                    <a:ext uri="{FF2B5EF4-FFF2-40B4-BE49-F238E27FC236}">
                      <a16:creationId xmlns:a16="http://schemas.microsoft.com/office/drawing/2014/main" id="{2B1B2145-A4DC-9115-E2A6-424C2D2CF7DA}"/>
                    </a:ext>
                  </a:extLst>
                </p:cNvPr>
                <p:cNvSpPr/>
                <p:nvPr/>
              </p:nvSpPr>
              <p:spPr>
                <a:xfrm>
                  <a:off x="4729240" y="238117"/>
                  <a:ext cx="9751427" cy="533400"/>
                </a:xfrm>
                <a:prstGeom prst="round2SameRect">
                  <a:avLst>
                    <a:gd name="adj1" fmla="val 25120"/>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3196;p70">
                  <a:extLst>
                    <a:ext uri="{FF2B5EF4-FFF2-40B4-BE49-F238E27FC236}">
                      <a16:creationId xmlns:a16="http://schemas.microsoft.com/office/drawing/2014/main" id="{CE4B5C2F-6D20-9BA2-8CA1-8654B6511EAF}"/>
                    </a:ext>
                  </a:extLst>
                </p:cNvPr>
                <p:cNvSpPr/>
                <p:nvPr/>
              </p:nvSpPr>
              <p:spPr>
                <a:xfrm>
                  <a:off x="4729125" y="685646"/>
                  <a:ext cx="4599089"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 name="Google Shape;3197;p70">
                  <a:extLst>
                    <a:ext uri="{FF2B5EF4-FFF2-40B4-BE49-F238E27FC236}">
                      <a16:creationId xmlns:a16="http://schemas.microsoft.com/office/drawing/2014/main" id="{5ED9AE98-0BC6-2447-5B3B-EBB75015CF9B}"/>
                    </a:ext>
                  </a:extLst>
                </p:cNvPr>
                <p:cNvGrpSpPr/>
                <p:nvPr/>
              </p:nvGrpSpPr>
              <p:grpSpPr>
                <a:xfrm>
                  <a:off x="13470507" y="386584"/>
                  <a:ext cx="656468" cy="176896"/>
                  <a:chOff x="17209201" y="1039026"/>
                  <a:chExt cx="495600" cy="133547"/>
                </a:xfrm>
              </p:grpSpPr>
              <p:sp>
                <p:nvSpPr>
                  <p:cNvPr id="30" name="Google Shape;3198;p70">
                    <a:extLst>
                      <a:ext uri="{FF2B5EF4-FFF2-40B4-BE49-F238E27FC236}">
                        <a16:creationId xmlns:a16="http://schemas.microsoft.com/office/drawing/2014/main" id="{3A174A87-ED73-5484-C086-CCC64207B2AB}"/>
                      </a:ext>
                    </a:extLst>
                  </p:cNvPr>
                  <p:cNvSpPr/>
                  <p:nvPr/>
                </p:nvSpPr>
                <p:spPr>
                  <a:xfrm>
                    <a:off x="17224625"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99;p70">
                    <a:extLst>
                      <a:ext uri="{FF2B5EF4-FFF2-40B4-BE49-F238E27FC236}">
                        <a16:creationId xmlns:a16="http://schemas.microsoft.com/office/drawing/2014/main" id="{2D2F4413-A462-1E2F-A82E-0876AEC6A3D5}"/>
                      </a:ext>
                    </a:extLst>
                  </p:cNvPr>
                  <p:cNvSpPr/>
                  <p:nvPr/>
                </p:nvSpPr>
                <p:spPr>
                  <a:xfrm>
                    <a:off x="17209201"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3200;p70">
                    <a:extLst>
                      <a:ext uri="{FF2B5EF4-FFF2-40B4-BE49-F238E27FC236}">
                        <a16:creationId xmlns:a16="http://schemas.microsoft.com/office/drawing/2014/main" id="{5B6304EB-41D7-B5F6-56E0-9391CE7F6513}"/>
                      </a:ext>
                    </a:extLst>
                  </p:cNvPr>
                  <p:cNvSpPr/>
                  <p:nvPr/>
                </p:nvSpPr>
                <p:spPr>
                  <a:xfrm>
                    <a:off x="17405455"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3201;p70">
                    <a:extLst>
                      <a:ext uri="{FF2B5EF4-FFF2-40B4-BE49-F238E27FC236}">
                        <a16:creationId xmlns:a16="http://schemas.microsoft.com/office/drawing/2014/main" id="{8BE5C4A1-E178-8361-58D4-399A6E7140B3}"/>
                      </a:ext>
                    </a:extLst>
                  </p:cNvPr>
                  <p:cNvSpPr/>
                  <p:nvPr/>
                </p:nvSpPr>
                <p:spPr>
                  <a:xfrm>
                    <a:off x="17390174"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3202;p70">
                    <a:extLst>
                      <a:ext uri="{FF2B5EF4-FFF2-40B4-BE49-F238E27FC236}">
                        <a16:creationId xmlns:a16="http://schemas.microsoft.com/office/drawing/2014/main" id="{95FF8C69-9F2D-3225-8355-92199F4AEC54}"/>
                      </a:ext>
                    </a:extLst>
                  </p:cNvPr>
                  <p:cNvSpPr/>
                  <p:nvPr/>
                </p:nvSpPr>
                <p:spPr>
                  <a:xfrm>
                    <a:off x="17585936"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3203;p70">
                    <a:extLst>
                      <a:ext uri="{FF2B5EF4-FFF2-40B4-BE49-F238E27FC236}">
                        <a16:creationId xmlns:a16="http://schemas.microsoft.com/office/drawing/2014/main" id="{B93DF22B-2785-A8BF-7CDE-B43A88AC9B59}"/>
                      </a:ext>
                    </a:extLst>
                  </p:cNvPr>
                  <p:cNvSpPr/>
                  <p:nvPr/>
                </p:nvSpPr>
                <p:spPr>
                  <a:xfrm>
                    <a:off x="17570658"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4" name="Google Shape;3204;p70">
              <a:extLst>
                <a:ext uri="{FF2B5EF4-FFF2-40B4-BE49-F238E27FC236}">
                  <a16:creationId xmlns:a16="http://schemas.microsoft.com/office/drawing/2014/main" id="{FCC0218E-EB6E-0109-5A99-F5B32AD3E5FB}"/>
                </a:ext>
              </a:extLst>
            </p:cNvPr>
            <p:cNvSpPr/>
            <p:nvPr/>
          </p:nvSpPr>
          <p:spPr>
            <a:xfrm>
              <a:off x="4790684"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61" name="Google Shape;1661;p48"/>
          <p:cNvSpPr txBox="1">
            <a:spLocks noGrp="1"/>
          </p:cNvSpPr>
          <p:nvPr>
            <p:ph type="subTitle" idx="1"/>
          </p:nvPr>
        </p:nvSpPr>
        <p:spPr>
          <a:xfrm>
            <a:off x="-94237" y="930058"/>
            <a:ext cx="7931951" cy="898742"/>
          </a:xfrm>
          <a:prstGeom prst="rect">
            <a:avLst/>
          </a:prstGeom>
        </p:spPr>
        <p:txBody>
          <a:bodyPr spcFirstLastPara="1" wrap="square" lIns="91425" tIns="91425" rIns="91425" bIns="91425" anchor="t" anchorCtr="0">
            <a:noAutofit/>
          </a:bodyPr>
          <a:lstStyle/>
          <a:p>
            <a:pPr marL="1371600" algn="l" rtl="0">
              <a:spcBef>
                <a:spcPts val="0"/>
              </a:spcBef>
              <a:spcAft>
                <a:spcPts val="800"/>
              </a:spcAft>
            </a:pPr>
            <a:r>
              <a:rPr lang="vi-VN" sz="1800" dirty="0">
                <a:solidFill>
                  <a:schemeClr val="accent2">
                    <a:lumMod val="75000"/>
                  </a:schemeClr>
                </a:solidFill>
                <a:latin typeface="Consolas" panose="020B0609020204030204" pitchFamily="49" charset="0"/>
                <a:ea typeface="Roboto" panose="02000000000000000000" pitchFamily="2" charset="0"/>
              </a:rPr>
              <a:t>Kiểu_dữ_liệu_của_giá_trị_kết_quả_hàm    </a:t>
            </a:r>
            <a:r>
              <a:rPr lang="vi-VN" sz="1800" dirty="0">
                <a:solidFill>
                  <a:srgbClr val="FF539D"/>
                </a:solidFill>
                <a:latin typeface="Consolas" panose="020B0609020204030204" pitchFamily="49" charset="0"/>
                <a:ea typeface="Roboto" panose="02000000000000000000" pitchFamily="2" charset="0"/>
              </a:rPr>
              <a:t>Tên_hàm  </a:t>
            </a:r>
            <a:endParaRPr lang="en-US" sz="1800" dirty="0">
              <a:solidFill>
                <a:srgbClr val="FF539D"/>
              </a:solidFill>
              <a:latin typeface="Consolas" panose="020B0609020204030204" pitchFamily="49" charset="0"/>
              <a:ea typeface="Roboto" panose="02000000000000000000" pitchFamily="2" charset="0"/>
            </a:endParaRPr>
          </a:p>
          <a:p>
            <a:pPr marL="1371600" algn="l" rtl="0">
              <a:spcBef>
                <a:spcPts val="0"/>
              </a:spcBef>
              <a:spcAft>
                <a:spcPts val="800"/>
              </a:spcAft>
            </a:pPr>
            <a:r>
              <a:rPr lang="vi-VN" sz="1800" dirty="0">
                <a:solidFill>
                  <a:srgbClr val="FFA7CD"/>
                </a:solidFill>
                <a:latin typeface="Consolas" panose="020B0609020204030204" pitchFamily="49" charset="0"/>
                <a:ea typeface="Roboto" panose="02000000000000000000" pitchFamily="2" charset="0"/>
              </a:rPr>
              <a:t>(danh_sách_tham_số)</a:t>
            </a:r>
          </a:p>
        </p:txBody>
      </p:sp>
      <p:grpSp>
        <p:nvGrpSpPr>
          <p:cNvPr id="1662" name="Google Shape;1662;p48"/>
          <p:cNvGrpSpPr/>
          <p:nvPr/>
        </p:nvGrpSpPr>
        <p:grpSpPr>
          <a:xfrm>
            <a:off x="7097399" y="3405116"/>
            <a:ext cx="380623" cy="505928"/>
            <a:chOff x="5382225" y="1510350"/>
            <a:chExt cx="54075" cy="71875"/>
          </a:xfrm>
        </p:grpSpPr>
        <p:sp>
          <p:nvSpPr>
            <p:cNvPr id="1663" name="Google Shape;1663;p48"/>
            <p:cNvSpPr/>
            <p:nvPr/>
          </p:nvSpPr>
          <p:spPr>
            <a:xfrm>
              <a:off x="5384450" y="1512525"/>
              <a:ext cx="49500" cy="67525"/>
            </a:xfrm>
            <a:custGeom>
              <a:avLst/>
              <a:gdLst/>
              <a:ahLst/>
              <a:cxnLst/>
              <a:rect l="l" t="t" r="r" b="b"/>
              <a:pathLst>
                <a:path w="1980" h="2701" extrusionOk="0">
                  <a:moveTo>
                    <a:pt x="15" y="1"/>
                  </a:moveTo>
                  <a:lnTo>
                    <a:pt x="0" y="2001"/>
                  </a:lnTo>
                  <a:lnTo>
                    <a:pt x="562" y="1358"/>
                  </a:lnTo>
                  <a:lnTo>
                    <a:pt x="1469" y="2701"/>
                  </a:lnTo>
                  <a:lnTo>
                    <a:pt x="1725" y="2528"/>
                  </a:lnTo>
                  <a:lnTo>
                    <a:pt x="1979" y="2357"/>
                  </a:lnTo>
                  <a:lnTo>
                    <a:pt x="1062" y="999"/>
                  </a:lnTo>
                  <a:lnTo>
                    <a:pt x="1876" y="732"/>
                  </a:lnTo>
                  <a:lnTo>
                    <a:pt x="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48"/>
            <p:cNvSpPr/>
            <p:nvPr/>
          </p:nvSpPr>
          <p:spPr>
            <a:xfrm>
              <a:off x="5382225" y="1510350"/>
              <a:ext cx="54075" cy="71875"/>
            </a:xfrm>
            <a:custGeom>
              <a:avLst/>
              <a:gdLst/>
              <a:ahLst/>
              <a:cxnLst/>
              <a:rect l="l" t="t" r="r" b="b"/>
              <a:pathLst>
                <a:path w="2163" h="2875" extrusionOk="0">
                  <a:moveTo>
                    <a:pt x="192" y="215"/>
                  </a:moveTo>
                  <a:lnTo>
                    <a:pt x="1709" y="813"/>
                  </a:lnTo>
                  <a:lnTo>
                    <a:pt x="1124" y="1003"/>
                  </a:lnTo>
                  <a:cubicBezTo>
                    <a:pt x="1098" y="1011"/>
                    <a:pt x="1078" y="1031"/>
                    <a:pt x="1069" y="1057"/>
                  </a:cubicBezTo>
                  <a:cubicBezTo>
                    <a:pt x="1060" y="1083"/>
                    <a:pt x="1063" y="1113"/>
                    <a:pt x="1079" y="1135"/>
                  </a:cubicBezTo>
                  <a:lnTo>
                    <a:pt x="1949" y="2419"/>
                  </a:lnTo>
                  <a:lnTo>
                    <a:pt x="1583" y="2667"/>
                  </a:lnTo>
                  <a:lnTo>
                    <a:pt x="724" y="1397"/>
                  </a:lnTo>
                  <a:cubicBezTo>
                    <a:pt x="708" y="1374"/>
                    <a:pt x="683" y="1360"/>
                    <a:pt x="656" y="1358"/>
                  </a:cubicBezTo>
                  <a:lnTo>
                    <a:pt x="651" y="1358"/>
                  </a:lnTo>
                  <a:cubicBezTo>
                    <a:pt x="626" y="1358"/>
                    <a:pt x="600" y="1368"/>
                    <a:pt x="587" y="1388"/>
                  </a:cubicBezTo>
                  <a:lnTo>
                    <a:pt x="180" y="1854"/>
                  </a:lnTo>
                  <a:lnTo>
                    <a:pt x="192" y="215"/>
                  </a:lnTo>
                  <a:close/>
                  <a:moveTo>
                    <a:pt x="102" y="0"/>
                  </a:moveTo>
                  <a:cubicBezTo>
                    <a:pt x="85" y="0"/>
                    <a:pt x="68" y="5"/>
                    <a:pt x="52" y="15"/>
                  </a:cubicBezTo>
                  <a:cubicBezTo>
                    <a:pt x="29" y="31"/>
                    <a:pt x="14" y="57"/>
                    <a:pt x="14" y="87"/>
                  </a:cubicBezTo>
                  <a:lnTo>
                    <a:pt x="1" y="2087"/>
                  </a:lnTo>
                  <a:cubicBezTo>
                    <a:pt x="1" y="2123"/>
                    <a:pt x="24" y="2155"/>
                    <a:pt x="58" y="2168"/>
                  </a:cubicBezTo>
                  <a:cubicBezTo>
                    <a:pt x="68" y="2172"/>
                    <a:pt x="79" y="2174"/>
                    <a:pt x="90" y="2174"/>
                  </a:cubicBezTo>
                  <a:cubicBezTo>
                    <a:pt x="114" y="2174"/>
                    <a:pt x="137" y="2164"/>
                    <a:pt x="153" y="2145"/>
                  </a:cubicBezTo>
                  <a:lnTo>
                    <a:pt x="640" y="1587"/>
                  </a:lnTo>
                  <a:lnTo>
                    <a:pt x="1486" y="2836"/>
                  </a:lnTo>
                  <a:cubicBezTo>
                    <a:pt x="1499" y="2856"/>
                    <a:pt x="1519" y="2870"/>
                    <a:pt x="1541" y="2873"/>
                  </a:cubicBezTo>
                  <a:cubicBezTo>
                    <a:pt x="1547" y="2875"/>
                    <a:pt x="1553" y="2875"/>
                    <a:pt x="1558" y="2875"/>
                  </a:cubicBezTo>
                  <a:cubicBezTo>
                    <a:pt x="1576" y="2875"/>
                    <a:pt x="1593" y="2870"/>
                    <a:pt x="1603" y="2859"/>
                  </a:cubicBezTo>
                  <a:lnTo>
                    <a:pt x="2113" y="2514"/>
                  </a:lnTo>
                  <a:cubicBezTo>
                    <a:pt x="2154" y="2487"/>
                    <a:pt x="2163" y="2433"/>
                    <a:pt x="2136" y="2393"/>
                  </a:cubicBezTo>
                  <a:lnTo>
                    <a:pt x="1283" y="1132"/>
                  </a:lnTo>
                  <a:lnTo>
                    <a:pt x="1988" y="902"/>
                  </a:lnTo>
                  <a:cubicBezTo>
                    <a:pt x="2024" y="890"/>
                    <a:pt x="2047" y="858"/>
                    <a:pt x="2049" y="821"/>
                  </a:cubicBezTo>
                  <a:cubicBezTo>
                    <a:pt x="2050" y="784"/>
                    <a:pt x="2028" y="751"/>
                    <a:pt x="1993" y="737"/>
                  </a:cubicBezTo>
                  <a:lnTo>
                    <a:pt x="132" y="6"/>
                  </a:lnTo>
                  <a:cubicBezTo>
                    <a:pt x="123" y="2"/>
                    <a:pt x="112" y="0"/>
                    <a:pt x="1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38555976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65"/>
        <p:cNvGrpSpPr/>
        <p:nvPr/>
      </p:nvGrpSpPr>
      <p:grpSpPr>
        <a:xfrm>
          <a:off x="0" y="0"/>
          <a:ext cx="0" cy="0"/>
          <a:chOff x="0" y="0"/>
          <a:chExt cx="0" cy="0"/>
        </a:xfrm>
      </p:grpSpPr>
      <p:grpSp>
        <p:nvGrpSpPr>
          <p:cNvPr id="3666" name="Google Shape;3666;p77"/>
          <p:cNvGrpSpPr/>
          <p:nvPr/>
        </p:nvGrpSpPr>
        <p:grpSpPr>
          <a:xfrm>
            <a:off x="6278541" y="932720"/>
            <a:ext cx="2449585" cy="2175605"/>
            <a:chOff x="3788625" y="496125"/>
            <a:chExt cx="1224425" cy="1181475"/>
          </a:xfrm>
        </p:grpSpPr>
        <p:sp>
          <p:nvSpPr>
            <p:cNvPr id="3667" name="Google Shape;3667;p77"/>
            <p:cNvSpPr/>
            <p:nvPr/>
          </p:nvSpPr>
          <p:spPr>
            <a:xfrm>
              <a:off x="3792300" y="499850"/>
              <a:ext cx="1217050" cy="123050"/>
            </a:xfrm>
            <a:custGeom>
              <a:avLst/>
              <a:gdLst/>
              <a:ahLst/>
              <a:cxnLst/>
              <a:rect l="l" t="t" r="r" b="b"/>
              <a:pathLst>
                <a:path w="48682" h="4922" extrusionOk="0">
                  <a:moveTo>
                    <a:pt x="3004" y="0"/>
                  </a:moveTo>
                  <a:cubicBezTo>
                    <a:pt x="1346" y="0"/>
                    <a:pt x="1" y="1345"/>
                    <a:pt x="1" y="3004"/>
                  </a:cubicBezTo>
                  <a:lnTo>
                    <a:pt x="1" y="4922"/>
                  </a:lnTo>
                  <a:lnTo>
                    <a:pt x="48682" y="4922"/>
                  </a:lnTo>
                  <a:lnTo>
                    <a:pt x="48682" y="3004"/>
                  </a:lnTo>
                  <a:cubicBezTo>
                    <a:pt x="48682" y="1345"/>
                    <a:pt x="47337" y="0"/>
                    <a:pt x="456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8" name="Google Shape;3668;p77"/>
            <p:cNvSpPr/>
            <p:nvPr/>
          </p:nvSpPr>
          <p:spPr>
            <a:xfrm>
              <a:off x="3788625" y="496125"/>
              <a:ext cx="1224425" cy="130425"/>
            </a:xfrm>
            <a:custGeom>
              <a:avLst/>
              <a:gdLst/>
              <a:ahLst/>
              <a:cxnLst/>
              <a:rect l="l" t="t" r="r" b="b"/>
              <a:pathLst>
                <a:path w="48977" h="5217" extrusionOk="0">
                  <a:moveTo>
                    <a:pt x="45826" y="299"/>
                  </a:moveTo>
                  <a:cubicBezTo>
                    <a:pt x="47400" y="299"/>
                    <a:pt x="48681" y="1579"/>
                    <a:pt x="48681" y="3153"/>
                  </a:cubicBezTo>
                  <a:lnTo>
                    <a:pt x="48681" y="4922"/>
                  </a:lnTo>
                  <a:lnTo>
                    <a:pt x="296" y="4922"/>
                  </a:lnTo>
                  <a:lnTo>
                    <a:pt x="296" y="3153"/>
                  </a:lnTo>
                  <a:cubicBezTo>
                    <a:pt x="296" y="1579"/>
                    <a:pt x="1577" y="299"/>
                    <a:pt x="3151" y="299"/>
                  </a:cubicBezTo>
                  <a:close/>
                  <a:moveTo>
                    <a:pt x="3151" y="1"/>
                  </a:moveTo>
                  <a:cubicBezTo>
                    <a:pt x="1414" y="1"/>
                    <a:pt x="0" y="1415"/>
                    <a:pt x="0" y="3152"/>
                  </a:cubicBezTo>
                  <a:lnTo>
                    <a:pt x="0" y="5217"/>
                  </a:lnTo>
                  <a:lnTo>
                    <a:pt x="48977" y="5217"/>
                  </a:lnTo>
                  <a:lnTo>
                    <a:pt x="48977" y="3152"/>
                  </a:lnTo>
                  <a:cubicBezTo>
                    <a:pt x="48977" y="1415"/>
                    <a:pt x="47563" y="1"/>
                    <a:pt x="45826"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9" name="Google Shape;3669;p77"/>
            <p:cNvSpPr/>
            <p:nvPr/>
          </p:nvSpPr>
          <p:spPr>
            <a:xfrm>
              <a:off x="4792350" y="540325"/>
              <a:ext cx="42100" cy="42100"/>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0" name="Google Shape;3670;p77"/>
            <p:cNvSpPr/>
            <p:nvPr/>
          </p:nvSpPr>
          <p:spPr>
            <a:xfrm>
              <a:off x="4789700" y="537725"/>
              <a:ext cx="47300" cy="47300"/>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1" name="Google Shape;3671;p77"/>
            <p:cNvSpPr/>
            <p:nvPr/>
          </p:nvSpPr>
          <p:spPr>
            <a:xfrm>
              <a:off x="4856400" y="540325"/>
              <a:ext cx="42125" cy="42100"/>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2" name="Google Shape;3672;p77"/>
            <p:cNvSpPr/>
            <p:nvPr/>
          </p:nvSpPr>
          <p:spPr>
            <a:xfrm>
              <a:off x="4853800" y="537725"/>
              <a:ext cx="47325" cy="47300"/>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3" name="Google Shape;3673;p77"/>
            <p:cNvSpPr/>
            <p:nvPr/>
          </p:nvSpPr>
          <p:spPr>
            <a:xfrm>
              <a:off x="4920325" y="540325"/>
              <a:ext cx="42100" cy="42100"/>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4" name="Google Shape;3674;p77"/>
            <p:cNvSpPr/>
            <p:nvPr/>
          </p:nvSpPr>
          <p:spPr>
            <a:xfrm>
              <a:off x="4917725" y="537725"/>
              <a:ext cx="47300" cy="47300"/>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5" name="Google Shape;3675;p77"/>
            <p:cNvSpPr/>
            <p:nvPr/>
          </p:nvSpPr>
          <p:spPr>
            <a:xfrm>
              <a:off x="3792350" y="622850"/>
              <a:ext cx="1217025" cy="1051075"/>
            </a:xfrm>
            <a:custGeom>
              <a:avLst/>
              <a:gdLst/>
              <a:ahLst/>
              <a:cxnLst/>
              <a:rect l="l" t="t" r="r" b="b"/>
              <a:pathLst>
                <a:path w="48681" h="42043" extrusionOk="0">
                  <a:moveTo>
                    <a:pt x="1" y="1"/>
                  </a:moveTo>
                  <a:lnTo>
                    <a:pt x="1" y="39040"/>
                  </a:lnTo>
                  <a:cubicBezTo>
                    <a:pt x="1" y="40698"/>
                    <a:pt x="1344" y="42042"/>
                    <a:pt x="3003" y="42042"/>
                  </a:cubicBezTo>
                  <a:lnTo>
                    <a:pt x="45678" y="42042"/>
                  </a:lnTo>
                  <a:cubicBezTo>
                    <a:pt x="47336" y="42042"/>
                    <a:pt x="48681" y="40698"/>
                    <a:pt x="48681" y="39040"/>
                  </a:cubicBezTo>
                  <a:lnTo>
                    <a:pt x="48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6" name="Google Shape;3676;p77"/>
            <p:cNvSpPr/>
            <p:nvPr/>
          </p:nvSpPr>
          <p:spPr>
            <a:xfrm>
              <a:off x="3796125" y="596700"/>
              <a:ext cx="1209300" cy="22325"/>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7" name="Google Shape;3677;p77"/>
            <p:cNvSpPr/>
            <p:nvPr/>
          </p:nvSpPr>
          <p:spPr>
            <a:xfrm>
              <a:off x="3806825" y="511000"/>
              <a:ext cx="366700" cy="101800"/>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8" name="Google Shape;3678;p77"/>
            <p:cNvSpPr/>
            <p:nvPr/>
          </p:nvSpPr>
          <p:spPr>
            <a:xfrm>
              <a:off x="3788625" y="619175"/>
              <a:ext cx="1224425" cy="1058425"/>
            </a:xfrm>
            <a:custGeom>
              <a:avLst/>
              <a:gdLst/>
              <a:ahLst/>
              <a:cxnLst/>
              <a:rect l="l" t="t" r="r" b="b"/>
              <a:pathLst>
                <a:path w="48977" h="42337" extrusionOk="0">
                  <a:moveTo>
                    <a:pt x="48681" y="295"/>
                  </a:moveTo>
                  <a:lnTo>
                    <a:pt x="48681" y="39186"/>
                  </a:lnTo>
                  <a:cubicBezTo>
                    <a:pt x="48681" y="40760"/>
                    <a:pt x="47400" y="42041"/>
                    <a:pt x="45826" y="42041"/>
                  </a:cubicBezTo>
                  <a:lnTo>
                    <a:pt x="3151" y="42041"/>
                  </a:lnTo>
                  <a:cubicBezTo>
                    <a:pt x="1577" y="42041"/>
                    <a:pt x="297" y="40760"/>
                    <a:pt x="297" y="39186"/>
                  </a:cubicBezTo>
                  <a:lnTo>
                    <a:pt x="297" y="295"/>
                  </a:lnTo>
                  <a:close/>
                  <a:moveTo>
                    <a:pt x="0" y="0"/>
                  </a:moveTo>
                  <a:lnTo>
                    <a:pt x="0" y="39186"/>
                  </a:lnTo>
                  <a:cubicBezTo>
                    <a:pt x="0" y="40923"/>
                    <a:pt x="1414" y="42337"/>
                    <a:pt x="3151" y="42337"/>
                  </a:cubicBezTo>
                  <a:lnTo>
                    <a:pt x="45826" y="42337"/>
                  </a:lnTo>
                  <a:cubicBezTo>
                    <a:pt x="47563" y="42337"/>
                    <a:pt x="48977" y="40924"/>
                    <a:pt x="48976" y="39187"/>
                  </a:cubicBezTo>
                  <a:lnTo>
                    <a:pt x="489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736" name="Google Shape;3736;p77"/>
          <p:cNvSpPr txBox="1">
            <a:spLocks noGrp="1"/>
          </p:cNvSpPr>
          <p:nvPr>
            <p:ph type="title"/>
          </p:nvPr>
        </p:nvSpPr>
        <p:spPr>
          <a:xfrm>
            <a:off x="1319637" y="1827305"/>
            <a:ext cx="6695225" cy="246981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5000" dirty="0"/>
              <a:t>Tham số </a:t>
            </a:r>
            <a:br>
              <a:rPr lang="en-US" sz="5000" dirty="0"/>
            </a:br>
            <a:r>
              <a:rPr lang="en-US" sz="5000" dirty="0"/>
              <a:t>&amp;</a:t>
            </a:r>
            <a:br>
              <a:rPr lang="en-US" sz="5000" dirty="0"/>
            </a:br>
            <a:r>
              <a:rPr lang="en-US" sz="5000" dirty="0"/>
              <a:t>cách truyền </a:t>
            </a:r>
            <a:r>
              <a:rPr lang="en-US" sz="5000" dirty="0" err="1"/>
              <a:t>tham</a:t>
            </a:r>
            <a:r>
              <a:rPr lang="en-US" sz="5000" dirty="0"/>
              <a:t> số</a:t>
            </a:r>
            <a:endParaRPr sz="5000" dirty="0"/>
          </a:p>
        </p:txBody>
      </p:sp>
      <p:grpSp>
        <p:nvGrpSpPr>
          <p:cNvPr id="3738" name="Google Shape;3738;p77"/>
          <p:cNvGrpSpPr/>
          <p:nvPr/>
        </p:nvGrpSpPr>
        <p:grpSpPr>
          <a:xfrm>
            <a:off x="2247321" y="1811526"/>
            <a:ext cx="618139" cy="709618"/>
            <a:chOff x="749852" y="2728394"/>
            <a:chExt cx="326281" cy="374568"/>
          </a:xfrm>
        </p:grpSpPr>
        <p:sp>
          <p:nvSpPr>
            <p:cNvPr id="3739" name="Google Shape;3739;p77"/>
            <p:cNvSpPr/>
            <p:nvPr/>
          </p:nvSpPr>
          <p:spPr>
            <a:xfrm>
              <a:off x="921054" y="2851232"/>
              <a:ext cx="147714" cy="144937"/>
            </a:xfrm>
            <a:custGeom>
              <a:avLst/>
              <a:gdLst/>
              <a:ahLst/>
              <a:cxnLst/>
              <a:rect l="l" t="t" r="r" b="b"/>
              <a:pathLst>
                <a:path w="3830" h="3758" extrusionOk="0">
                  <a:moveTo>
                    <a:pt x="562" y="0"/>
                  </a:moveTo>
                  <a:cubicBezTo>
                    <a:pt x="252" y="0"/>
                    <a:pt x="0" y="251"/>
                    <a:pt x="0" y="562"/>
                  </a:cubicBezTo>
                  <a:lnTo>
                    <a:pt x="0" y="3195"/>
                  </a:lnTo>
                  <a:cubicBezTo>
                    <a:pt x="0" y="3505"/>
                    <a:pt x="252" y="3757"/>
                    <a:pt x="562" y="3757"/>
                  </a:cubicBezTo>
                  <a:lnTo>
                    <a:pt x="3444" y="3757"/>
                  </a:lnTo>
                  <a:cubicBezTo>
                    <a:pt x="3688" y="3757"/>
                    <a:pt x="3829" y="3478"/>
                    <a:pt x="3683" y="3279"/>
                  </a:cubicBezTo>
                  <a:lnTo>
                    <a:pt x="2892" y="2221"/>
                  </a:lnTo>
                  <a:cubicBezTo>
                    <a:pt x="2739" y="2016"/>
                    <a:pt x="2739" y="1736"/>
                    <a:pt x="2892" y="1533"/>
                  </a:cubicBezTo>
                  <a:lnTo>
                    <a:pt x="3683" y="474"/>
                  </a:lnTo>
                  <a:cubicBezTo>
                    <a:pt x="3829" y="278"/>
                    <a:pt x="3689" y="0"/>
                    <a:pt x="34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0" name="Google Shape;3740;p77"/>
            <p:cNvSpPr/>
            <p:nvPr/>
          </p:nvSpPr>
          <p:spPr>
            <a:xfrm>
              <a:off x="824519" y="2821882"/>
              <a:ext cx="171934" cy="144937"/>
            </a:xfrm>
            <a:custGeom>
              <a:avLst/>
              <a:gdLst/>
              <a:ahLst/>
              <a:cxnLst/>
              <a:rect l="l" t="t" r="r" b="b"/>
              <a:pathLst>
                <a:path w="4458" h="3758" extrusionOk="0">
                  <a:moveTo>
                    <a:pt x="0" y="1"/>
                  </a:moveTo>
                  <a:lnTo>
                    <a:pt x="0" y="3758"/>
                  </a:lnTo>
                  <a:lnTo>
                    <a:pt x="3896" y="3758"/>
                  </a:lnTo>
                  <a:cubicBezTo>
                    <a:pt x="4207" y="3758"/>
                    <a:pt x="4458" y="3508"/>
                    <a:pt x="4458" y="3198"/>
                  </a:cubicBezTo>
                  <a:lnTo>
                    <a:pt x="4458" y="563"/>
                  </a:lnTo>
                  <a:cubicBezTo>
                    <a:pt x="4458" y="253"/>
                    <a:pt x="4207"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1" name="Google Shape;3741;p77"/>
            <p:cNvSpPr/>
            <p:nvPr/>
          </p:nvSpPr>
          <p:spPr>
            <a:xfrm>
              <a:off x="824519" y="2821998"/>
              <a:ext cx="21945" cy="144937"/>
            </a:xfrm>
            <a:custGeom>
              <a:avLst/>
              <a:gdLst/>
              <a:ahLst/>
              <a:cxnLst/>
              <a:rect l="l" t="t" r="r" b="b"/>
              <a:pathLst>
                <a:path w="569" h="3758" extrusionOk="0">
                  <a:moveTo>
                    <a:pt x="0" y="0"/>
                  </a:moveTo>
                  <a:lnTo>
                    <a:pt x="0" y="3757"/>
                  </a:lnTo>
                  <a:lnTo>
                    <a:pt x="568" y="3757"/>
                  </a:lnTo>
                  <a:lnTo>
                    <a:pt x="5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2" name="Google Shape;3742;p77"/>
            <p:cNvSpPr/>
            <p:nvPr/>
          </p:nvSpPr>
          <p:spPr>
            <a:xfrm>
              <a:off x="766012" y="2733755"/>
              <a:ext cx="65256" cy="73355"/>
            </a:xfrm>
            <a:custGeom>
              <a:avLst/>
              <a:gdLst/>
              <a:ahLst/>
              <a:cxnLst/>
              <a:rect l="l" t="t" r="r" b="b"/>
              <a:pathLst>
                <a:path w="1692" h="1902" extrusionOk="0">
                  <a:moveTo>
                    <a:pt x="845" y="0"/>
                  </a:moveTo>
                  <a:cubicBezTo>
                    <a:pt x="379" y="0"/>
                    <a:pt x="0" y="588"/>
                    <a:pt x="0" y="1055"/>
                  </a:cubicBezTo>
                  <a:cubicBezTo>
                    <a:pt x="0" y="1524"/>
                    <a:pt x="379" y="1901"/>
                    <a:pt x="845" y="1901"/>
                  </a:cubicBezTo>
                  <a:cubicBezTo>
                    <a:pt x="1311" y="1901"/>
                    <a:pt x="1691" y="1522"/>
                    <a:pt x="1691" y="1055"/>
                  </a:cubicBezTo>
                  <a:cubicBezTo>
                    <a:pt x="1691" y="589"/>
                    <a:pt x="1311" y="0"/>
                    <a:pt x="8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3" name="Google Shape;3743;p77"/>
            <p:cNvSpPr/>
            <p:nvPr/>
          </p:nvSpPr>
          <p:spPr>
            <a:xfrm>
              <a:off x="773301" y="2821998"/>
              <a:ext cx="51256" cy="275141"/>
            </a:xfrm>
            <a:custGeom>
              <a:avLst/>
              <a:gdLst/>
              <a:ahLst/>
              <a:cxnLst/>
              <a:rect l="l" t="t" r="r" b="b"/>
              <a:pathLst>
                <a:path w="1329" h="7134" extrusionOk="0">
                  <a:moveTo>
                    <a:pt x="1" y="0"/>
                  </a:moveTo>
                  <a:lnTo>
                    <a:pt x="1" y="6647"/>
                  </a:lnTo>
                  <a:cubicBezTo>
                    <a:pt x="1" y="6916"/>
                    <a:pt x="218" y="7134"/>
                    <a:pt x="486" y="7134"/>
                  </a:cubicBezTo>
                  <a:lnTo>
                    <a:pt x="842" y="7134"/>
                  </a:lnTo>
                  <a:cubicBezTo>
                    <a:pt x="1110" y="7134"/>
                    <a:pt x="1328" y="6915"/>
                    <a:pt x="1328" y="6647"/>
                  </a:cubicBezTo>
                  <a:lnTo>
                    <a:pt x="13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4" name="Google Shape;3744;p77"/>
            <p:cNvSpPr/>
            <p:nvPr/>
          </p:nvSpPr>
          <p:spPr>
            <a:xfrm>
              <a:off x="773224" y="2821998"/>
              <a:ext cx="51295" cy="21945"/>
            </a:xfrm>
            <a:custGeom>
              <a:avLst/>
              <a:gdLst/>
              <a:ahLst/>
              <a:cxnLst/>
              <a:rect l="l" t="t" r="r" b="b"/>
              <a:pathLst>
                <a:path w="1330" h="569" extrusionOk="0">
                  <a:moveTo>
                    <a:pt x="1" y="0"/>
                  </a:moveTo>
                  <a:lnTo>
                    <a:pt x="1" y="568"/>
                  </a:lnTo>
                  <a:lnTo>
                    <a:pt x="1329" y="568"/>
                  </a:lnTo>
                  <a:lnTo>
                    <a:pt x="1329" y="0"/>
                  </a:lnTo>
                  <a:close/>
                </a:path>
              </a:pathLst>
            </a:custGeom>
            <a:solidFill>
              <a:srgbClr val="F3A9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5" name="Google Shape;3745;p77"/>
            <p:cNvSpPr/>
            <p:nvPr/>
          </p:nvSpPr>
          <p:spPr>
            <a:xfrm>
              <a:off x="755753" y="2788290"/>
              <a:ext cx="85581" cy="33631"/>
            </a:xfrm>
            <a:custGeom>
              <a:avLst/>
              <a:gdLst/>
              <a:ahLst/>
              <a:cxnLst/>
              <a:rect l="l" t="t" r="r" b="b"/>
              <a:pathLst>
                <a:path w="2219" h="872" extrusionOk="0">
                  <a:moveTo>
                    <a:pt x="217" y="1"/>
                  </a:moveTo>
                  <a:cubicBezTo>
                    <a:pt x="97" y="1"/>
                    <a:pt x="0" y="97"/>
                    <a:pt x="0" y="218"/>
                  </a:cubicBezTo>
                  <a:lnTo>
                    <a:pt x="0" y="656"/>
                  </a:lnTo>
                  <a:cubicBezTo>
                    <a:pt x="0" y="775"/>
                    <a:pt x="97" y="872"/>
                    <a:pt x="217" y="872"/>
                  </a:cubicBezTo>
                  <a:lnTo>
                    <a:pt x="2002" y="872"/>
                  </a:lnTo>
                  <a:cubicBezTo>
                    <a:pt x="2122" y="872"/>
                    <a:pt x="2219" y="775"/>
                    <a:pt x="2219" y="656"/>
                  </a:cubicBezTo>
                  <a:lnTo>
                    <a:pt x="2219" y="218"/>
                  </a:lnTo>
                  <a:cubicBezTo>
                    <a:pt x="2219" y="99"/>
                    <a:pt x="2121" y="1"/>
                    <a:pt x="20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6" name="Google Shape;3746;p77"/>
            <p:cNvSpPr/>
            <p:nvPr/>
          </p:nvSpPr>
          <p:spPr>
            <a:xfrm>
              <a:off x="773224" y="3029761"/>
              <a:ext cx="51295" cy="67377"/>
            </a:xfrm>
            <a:custGeom>
              <a:avLst/>
              <a:gdLst/>
              <a:ahLst/>
              <a:cxnLst/>
              <a:rect l="l" t="t" r="r" b="b"/>
              <a:pathLst>
                <a:path w="1330" h="1747" extrusionOk="0">
                  <a:moveTo>
                    <a:pt x="1" y="1"/>
                  </a:moveTo>
                  <a:lnTo>
                    <a:pt x="1" y="1260"/>
                  </a:lnTo>
                  <a:cubicBezTo>
                    <a:pt x="1" y="1528"/>
                    <a:pt x="218" y="1747"/>
                    <a:pt x="487" y="1747"/>
                  </a:cubicBezTo>
                  <a:lnTo>
                    <a:pt x="843" y="1747"/>
                  </a:lnTo>
                  <a:cubicBezTo>
                    <a:pt x="1112" y="1747"/>
                    <a:pt x="1329" y="1529"/>
                    <a:pt x="1329" y="1260"/>
                  </a:cubicBezTo>
                  <a:lnTo>
                    <a:pt x="1329"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7" name="Google Shape;3747;p77"/>
            <p:cNvSpPr/>
            <p:nvPr/>
          </p:nvSpPr>
          <p:spPr>
            <a:xfrm>
              <a:off x="830613" y="2893965"/>
              <a:ext cx="42964" cy="34287"/>
            </a:xfrm>
            <a:custGeom>
              <a:avLst/>
              <a:gdLst/>
              <a:ahLst/>
              <a:cxnLst/>
              <a:rect l="l" t="t" r="r" b="b"/>
              <a:pathLst>
                <a:path w="1114" h="889" extrusionOk="0">
                  <a:moveTo>
                    <a:pt x="557" y="1"/>
                  </a:moveTo>
                  <a:cubicBezTo>
                    <a:pt x="249" y="1"/>
                    <a:pt x="0" y="199"/>
                    <a:pt x="0" y="445"/>
                  </a:cubicBezTo>
                  <a:cubicBezTo>
                    <a:pt x="0" y="690"/>
                    <a:pt x="249" y="888"/>
                    <a:pt x="557" y="888"/>
                  </a:cubicBezTo>
                  <a:cubicBezTo>
                    <a:pt x="864" y="888"/>
                    <a:pt x="1113" y="690"/>
                    <a:pt x="1113" y="445"/>
                  </a:cubicBezTo>
                  <a:cubicBezTo>
                    <a:pt x="1113" y="199"/>
                    <a:pt x="864" y="1"/>
                    <a:pt x="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8" name="Google Shape;3748;p77"/>
            <p:cNvSpPr/>
            <p:nvPr/>
          </p:nvSpPr>
          <p:spPr>
            <a:xfrm>
              <a:off x="947009" y="2893965"/>
              <a:ext cx="42964" cy="34287"/>
            </a:xfrm>
            <a:custGeom>
              <a:avLst/>
              <a:gdLst/>
              <a:ahLst/>
              <a:cxnLst/>
              <a:rect l="l" t="t" r="r" b="b"/>
              <a:pathLst>
                <a:path w="1114" h="889" extrusionOk="0">
                  <a:moveTo>
                    <a:pt x="557" y="1"/>
                  </a:moveTo>
                  <a:cubicBezTo>
                    <a:pt x="249" y="1"/>
                    <a:pt x="0" y="199"/>
                    <a:pt x="0" y="445"/>
                  </a:cubicBezTo>
                  <a:cubicBezTo>
                    <a:pt x="0" y="690"/>
                    <a:pt x="249" y="888"/>
                    <a:pt x="557" y="888"/>
                  </a:cubicBezTo>
                  <a:cubicBezTo>
                    <a:pt x="864" y="888"/>
                    <a:pt x="1113" y="690"/>
                    <a:pt x="1113" y="445"/>
                  </a:cubicBezTo>
                  <a:cubicBezTo>
                    <a:pt x="1113" y="199"/>
                    <a:pt x="864" y="1"/>
                    <a:pt x="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9" name="Google Shape;3749;p77"/>
            <p:cNvSpPr/>
            <p:nvPr/>
          </p:nvSpPr>
          <p:spPr>
            <a:xfrm>
              <a:off x="749852" y="2728394"/>
              <a:ext cx="326281" cy="374568"/>
            </a:xfrm>
            <a:custGeom>
              <a:avLst/>
              <a:gdLst/>
              <a:ahLst/>
              <a:cxnLst/>
              <a:rect l="l" t="t" r="r" b="b"/>
              <a:pathLst>
                <a:path w="8460" h="9712" extrusionOk="0">
                  <a:moveTo>
                    <a:pt x="1264" y="280"/>
                  </a:moveTo>
                  <a:cubicBezTo>
                    <a:pt x="1637" y="280"/>
                    <a:pt x="1967" y="790"/>
                    <a:pt x="1967" y="1192"/>
                  </a:cubicBezTo>
                  <a:cubicBezTo>
                    <a:pt x="1967" y="1272"/>
                    <a:pt x="1953" y="1347"/>
                    <a:pt x="1929" y="1421"/>
                  </a:cubicBezTo>
                  <a:lnTo>
                    <a:pt x="600" y="1421"/>
                  </a:lnTo>
                  <a:cubicBezTo>
                    <a:pt x="575" y="1348"/>
                    <a:pt x="562" y="1272"/>
                    <a:pt x="562" y="1192"/>
                  </a:cubicBezTo>
                  <a:cubicBezTo>
                    <a:pt x="562" y="790"/>
                    <a:pt x="893" y="280"/>
                    <a:pt x="1264" y="280"/>
                  </a:cubicBezTo>
                  <a:close/>
                  <a:moveTo>
                    <a:pt x="2164" y="1709"/>
                  </a:moveTo>
                  <a:cubicBezTo>
                    <a:pt x="2205" y="1709"/>
                    <a:pt x="2238" y="1743"/>
                    <a:pt x="2238" y="1786"/>
                  </a:cubicBezTo>
                  <a:lnTo>
                    <a:pt x="2238" y="2218"/>
                  </a:lnTo>
                  <a:cubicBezTo>
                    <a:pt x="2238" y="2260"/>
                    <a:pt x="2205" y="2295"/>
                    <a:pt x="2163" y="2295"/>
                  </a:cubicBezTo>
                  <a:lnTo>
                    <a:pt x="379" y="2295"/>
                  </a:lnTo>
                  <a:cubicBezTo>
                    <a:pt x="338" y="2295"/>
                    <a:pt x="305" y="2262"/>
                    <a:pt x="305" y="2218"/>
                  </a:cubicBezTo>
                  <a:lnTo>
                    <a:pt x="305" y="1786"/>
                  </a:lnTo>
                  <a:cubicBezTo>
                    <a:pt x="305" y="1744"/>
                    <a:pt x="338" y="1709"/>
                    <a:pt x="379" y="1709"/>
                  </a:cubicBezTo>
                  <a:close/>
                  <a:moveTo>
                    <a:pt x="2972" y="3940"/>
                  </a:moveTo>
                  <a:cubicBezTo>
                    <a:pt x="2893" y="3940"/>
                    <a:pt x="2827" y="4005"/>
                    <a:pt x="2827" y="4083"/>
                  </a:cubicBezTo>
                  <a:lnTo>
                    <a:pt x="2827" y="4306"/>
                  </a:lnTo>
                  <a:cubicBezTo>
                    <a:pt x="2827" y="4379"/>
                    <a:pt x="2879" y="4443"/>
                    <a:pt x="2952" y="4453"/>
                  </a:cubicBezTo>
                  <a:cubicBezTo>
                    <a:pt x="2958" y="4454"/>
                    <a:pt x="2964" y="4454"/>
                    <a:pt x="2969" y="4454"/>
                  </a:cubicBezTo>
                  <a:cubicBezTo>
                    <a:pt x="3048" y="4454"/>
                    <a:pt x="3112" y="4390"/>
                    <a:pt x="3112" y="4311"/>
                  </a:cubicBezTo>
                  <a:lnTo>
                    <a:pt x="3112" y="4088"/>
                  </a:lnTo>
                  <a:cubicBezTo>
                    <a:pt x="3112" y="4015"/>
                    <a:pt x="3060" y="3950"/>
                    <a:pt x="2987" y="3941"/>
                  </a:cubicBezTo>
                  <a:cubicBezTo>
                    <a:pt x="2982" y="3940"/>
                    <a:pt x="2977" y="3940"/>
                    <a:pt x="2972" y="3940"/>
                  </a:cubicBezTo>
                  <a:close/>
                  <a:moveTo>
                    <a:pt x="5338" y="3940"/>
                  </a:moveTo>
                  <a:cubicBezTo>
                    <a:pt x="5333" y="3940"/>
                    <a:pt x="5328" y="3940"/>
                    <a:pt x="5323" y="3941"/>
                  </a:cubicBezTo>
                  <a:cubicBezTo>
                    <a:pt x="5250" y="3950"/>
                    <a:pt x="5199" y="4015"/>
                    <a:pt x="5199" y="4088"/>
                  </a:cubicBezTo>
                  <a:lnTo>
                    <a:pt x="5199" y="4306"/>
                  </a:lnTo>
                  <a:cubicBezTo>
                    <a:pt x="5199" y="4379"/>
                    <a:pt x="5250" y="4443"/>
                    <a:pt x="5323" y="4453"/>
                  </a:cubicBezTo>
                  <a:cubicBezTo>
                    <a:pt x="5329" y="4454"/>
                    <a:pt x="5335" y="4454"/>
                    <a:pt x="5341" y="4454"/>
                  </a:cubicBezTo>
                  <a:cubicBezTo>
                    <a:pt x="5419" y="4454"/>
                    <a:pt x="5483" y="4390"/>
                    <a:pt x="5483" y="4311"/>
                  </a:cubicBezTo>
                  <a:lnTo>
                    <a:pt x="5483" y="4083"/>
                  </a:lnTo>
                  <a:cubicBezTo>
                    <a:pt x="5483" y="4003"/>
                    <a:pt x="5419" y="3940"/>
                    <a:pt x="5338" y="3940"/>
                  </a:cubicBezTo>
                  <a:close/>
                  <a:moveTo>
                    <a:pt x="3848" y="4162"/>
                  </a:moveTo>
                  <a:cubicBezTo>
                    <a:pt x="3815" y="4162"/>
                    <a:pt x="3781" y="4174"/>
                    <a:pt x="3754" y="4197"/>
                  </a:cubicBezTo>
                  <a:cubicBezTo>
                    <a:pt x="3695" y="4249"/>
                    <a:pt x="3690" y="4339"/>
                    <a:pt x="3742" y="4398"/>
                  </a:cubicBezTo>
                  <a:cubicBezTo>
                    <a:pt x="3848" y="4520"/>
                    <a:pt x="3999" y="4589"/>
                    <a:pt x="4161" y="4589"/>
                  </a:cubicBezTo>
                  <a:cubicBezTo>
                    <a:pt x="4321" y="4589"/>
                    <a:pt x="4475" y="4518"/>
                    <a:pt x="4581" y="4398"/>
                  </a:cubicBezTo>
                  <a:cubicBezTo>
                    <a:pt x="4633" y="4337"/>
                    <a:pt x="4627" y="4247"/>
                    <a:pt x="4568" y="4197"/>
                  </a:cubicBezTo>
                  <a:cubicBezTo>
                    <a:pt x="4540" y="4174"/>
                    <a:pt x="4506" y="4162"/>
                    <a:pt x="4472" y="4162"/>
                  </a:cubicBezTo>
                  <a:cubicBezTo>
                    <a:pt x="4432" y="4162"/>
                    <a:pt x="4393" y="4178"/>
                    <a:pt x="4365" y="4210"/>
                  </a:cubicBezTo>
                  <a:cubicBezTo>
                    <a:pt x="4314" y="4271"/>
                    <a:pt x="4240" y="4305"/>
                    <a:pt x="4160" y="4305"/>
                  </a:cubicBezTo>
                  <a:cubicBezTo>
                    <a:pt x="4082" y="4305"/>
                    <a:pt x="4007" y="4271"/>
                    <a:pt x="3955" y="4210"/>
                  </a:cubicBezTo>
                  <a:cubicBezTo>
                    <a:pt x="3927" y="4178"/>
                    <a:pt x="3887" y="4162"/>
                    <a:pt x="3848" y="4162"/>
                  </a:cubicBezTo>
                  <a:close/>
                  <a:moveTo>
                    <a:pt x="7890" y="3318"/>
                  </a:moveTo>
                  <a:cubicBezTo>
                    <a:pt x="8017" y="3318"/>
                    <a:pt x="8090" y="3463"/>
                    <a:pt x="8015" y="3566"/>
                  </a:cubicBezTo>
                  <a:lnTo>
                    <a:pt x="7224" y="4624"/>
                  </a:lnTo>
                  <a:cubicBezTo>
                    <a:pt x="7035" y="4877"/>
                    <a:pt x="7035" y="5230"/>
                    <a:pt x="7224" y="5482"/>
                  </a:cubicBezTo>
                  <a:lnTo>
                    <a:pt x="8015" y="6541"/>
                  </a:lnTo>
                  <a:cubicBezTo>
                    <a:pt x="8089" y="6645"/>
                    <a:pt x="8017" y="6790"/>
                    <a:pt x="7889" y="6790"/>
                  </a:cubicBezTo>
                  <a:lnTo>
                    <a:pt x="4863" y="6790"/>
                  </a:lnTo>
                  <a:cubicBezTo>
                    <a:pt x="4714" y="6790"/>
                    <a:pt x="4592" y="6669"/>
                    <a:pt x="4592" y="6519"/>
                  </a:cubicBezTo>
                  <a:lnTo>
                    <a:pt x="4592" y="6335"/>
                  </a:lnTo>
                  <a:lnTo>
                    <a:pt x="6072" y="6335"/>
                  </a:lnTo>
                  <a:cubicBezTo>
                    <a:pt x="6324" y="6335"/>
                    <a:pt x="6528" y="6131"/>
                    <a:pt x="6528" y="5879"/>
                  </a:cubicBezTo>
                  <a:lnTo>
                    <a:pt x="6528" y="3318"/>
                  </a:lnTo>
                  <a:close/>
                  <a:moveTo>
                    <a:pt x="1784" y="2578"/>
                  </a:moveTo>
                  <a:lnTo>
                    <a:pt x="1784" y="7681"/>
                  </a:lnTo>
                  <a:lnTo>
                    <a:pt x="741" y="7681"/>
                  </a:lnTo>
                  <a:lnTo>
                    <a:pt x="741" y="2578"/>
                  </a:lnTo>
                  <a:close/>
                  <a:moveTo>
                    <a:pt x="1257" y="0"/>
                  </a:moveTo>
                  <a:cubicBezTo>
                    <a:pt x="649" y="0"/>
                    <a:pt x="148" y="818"/>
                    <a:pt x="297" y="1432"/>
                  </a:cubicBezTo>
                  <a:cubicBezTo>
                    <a:pt x="129" y="1461"/>
                    <a:pt x="0" y="1610"/>
                    <a:pt x="0" y="1786"/>
                  </a:cubicBezTo>
                  <a:lnTo>
                    <a:pt x="0" y="2219"/>
                  </a:lnTo>
                  <a:cubicBezTo>
                    <a:pt x="0" y="2417"/>
                    <a:pt x="162" y="2578"/>
                    <a:pt x="360" y="2578"/>
                  </a:cubicBezTo>
                  <a:lnTo>
                    <a:pt x="455" y="2578"/>
                  </a:lnTo>
                  <a:lnTo>
                    <a:pt x="455" y="8712"/>
                  </a:lnTo>
                  <a:cubicBezTo>
                    <a:pt x="455" y="8785"/>
                    <a:pt x="506" y="8850"/>
                    <a:pt x="579" y="8859"/>
                  </a:cubicBezTo>
                  <a:cubicBezTo>
                    <a:pt x="585" y="8860"/>
                    <a:pt x="591" y="8860"/>
                    <a:pt x="597" y="8860"/>
                  </a:cubicBezTo>
                  <a:cubicBezTo>
                    <a:pt x="675" y="8860"/>
                    <a:pt x="739" y="8797"/>
                    <a:pt x="739" y="8718"/>
                  </a:cubicBezTo>
                  <a:lnTo>
                    <a:pt x="739" y="7966"/>
                  </a:lnTo>
                  <a:lnTo>
                    <a:pt x="1782" y="7966"/>
                  </a:lnTo>
                  <a:lnTo>
                    <a:pt x="1782" y="9084"/>
                  </a:lnTo>
                  <a:cubicBezTo>
                    <a:pt x="1782" y="9272"/>
                    <a:pt x="1629" y="9428"/>
                    <a:pt x="1438" y="9428"/>
                  </a:cubicBezTo>
                  <a:lnTo>
                    <a:pt x="1083" y="9428"/>
                  </a:lnTo>
                  <a:cubicBezTo>
                    <a:pt x="973" y="9428"/>
                    <a:pt x="872" y="9377"/>
                    <a:pt x="807" y="9288"/>
                  </a:cubicBezTo>
                  <a:cubicBezTo>
                    <a:pt x="780" y="9251"/>
                    <a:pt x="737" y="9231"/>
                    <a:pt x="694" y="9231"/>
                  </a:cubicBezTo>
                  <a:cubicBezTo>
                    <a:pt x="664" y="9231"/>
                    <a:pt x="634" y="9240"/>
                    <a:pt x="609" y="9259"/>
                  </a:cubicBezTo>
                  <a:cubicBezTo>
                    <a:pt x="545" y="9306"/>
                    <a:pt x="533" y="9396"/>
                    <a:pt x="579" y="9458"/>
                  </a:cubicBezTo>
                  <a:cubicBezTo>
                    <a:pt x="697" y="9617"/>
                    <a:pt x="886" y="9711"/>
                    <a:pt x="1083" y="9711"/>
                  </a:cubicBezTo>
                  <a:lnTo>
                    <a:pt x="1441" y="9711"/>
                  </a:lnTo>
                  <a:cubicBezTo>
                    <a:pt x="1788" y="9711"/>
                    <a:pt x="2069" y="9430"/>
                    <a:pt x="2069" y="9084"/>
                  </a:cubicBezTo>
                  <a:lnTo>
                    <a:pt x="2069" y="6335"/>
                  </a:lnTo>
                  <a:lnTo>
                    <a:pt x="4307" y="6335"/>
                  </a:lnTo>
                  <a:lnTo>
                    <a:pt x="4307" y="6371"/>
                  </a:lnTo>
                  <a:cubicBezTo>
                    <a:pt x="4307" y="6759"/>
                    <a:pt x="4622" y="7075"/>
                    <a:pt x="5010" y="7075"/>
                  </a:cubicBezTo>
                  <a:lnTo>
                    <a:pt x="7890" y="7075"/>
                  </a:lnTo>
                  <a:cubicBezTo>
                    <a:pt x="8252" y="7075"/>
                    <a:pt x="8459" y="6662"/>
                    <a:pt x="8243" y="6372"/>
                  </a:cubicBezTo>
                  <a:lnTo>
                    <a:pt x="7452" y="5313"/>
                  </a:lnTo>
                  <a:cubicBezTo>
                    <a:pt x="7337" y="5161"/>
                    <a:pt x="7337" y="4947"/>
                    <a:pt x="7452" y="4795"/>
                  </a:cubicBezTo>
                  <a:lnTo>
                    <a:pt x="8243" y="3736"/>
                  </a:lnTo>
                  <a:cubicBezTo>
                    <a:pt x="8458" y="3446"/>
                    <a:pt x="8252" y="3033"/>
                    <a:pt x="7890" y="3033"/>
                  </a:cubicBezTo>
                  <a:lnTo>
                    <a:pt x="6526" y="3033"/>
                  </a:lnTo>
                  <a:lnTo>
                    <a:pt x="6526" y="2990"/>
                  </a:lnTo>
                  <a:cubicBezTo>
                    <a:pt x="6526" y="2688"/>
                    <a:pt x="6335" y="2421"/>
                    <a:pt x="6048" y="2323"/>
                  </a:cubicBezTo>
                  <a:cubicBezTo>
                    <a:pt x="6033" y="2318"/>
                    <a:pt x="6017" y="2316"/>
                    <a:pt x="6001" y="2316"/>
                  </a:cubicBezTo>
                  <a:cubicBezTo>
                    <a:pt x="5948" y="2316"/>
                    <a:pt x="5897" y="2343"/>
                    <a:pt x="5872" y="2392"/>
                  </a:cubicBezTo>
                  <a:cubicBezTo>
                    <a:pt x="5832" y="2472"/>
                    <a:pt x="5873" y="2565"/>
                    <a:pt x="5954" y="2591"/>
                  </a:cubicBezTo>
                  <a:cubicBezTo>
                    <a:pt x="6127" y="2649"/>
                    <a:pt x="6243" y="2809"/>
                    <a:pt x="6243" y="2990"/>
                  </a:cubicBezTo>
                  <a:lnTo>
                    <a:pt x="6243" y="5630"/>
                  </a:lnTo>
                  <a:cubicBezTo>
                    <a:pt x="6243" y="5862"/>
                    <a:pt x="6055" y="6049"/>
                    <a:pt x="5823" y="6049"/>
                  </a:cubicBezTo>
                  <a:lnTo>
                    <a:pt x="2069" y="6049"/>
                  </a:lnTo>
                  <a:lnTo>
                    <a:pt x="2069" y="2578"/>
                  </a:lnTo>
                  <a:lnTo>
                    <a:pt x="5314" y="2578"/>
                  </a:lnTo>
                  <a:cubicBezTo>
                    <a:pt x="5387" y="2578"/>
                    <a:pt x="5451" y="2527"/>
                    <a:pt x="5461" y="2454"/>
                  </a:cubicBezTo>
                  <a:cubicBezTo>
                    <a:pt x="5472" y="2368"/>
                    <a:pt x="5404" y="2293"/>
                    <a:pt x="5319" y="2293"/>
                  </a:cubicBezTo>
                  <a:lnTo>
                    <a:pt x="2504" y="2293"/>
                  </a:lnTo>
                  <a:cubicBezTo>
                    <a:pt x="2519" y="2227"/>
                    <a:pt x="2510" y="2211"/>
                    <a:pt x="2513" y="1786"/>
                  </a:cubicBezTo>
                  <a:cubicBezTo>
                    <a:pt x="2513" y="1610"/>
                    <a:pt x="2384" y="1461"/>
                    <a:pt x="2216" y="1432"/>
                  </a:cubicBezTo>
                  <a:cubicBezTo>
                    <a:pt x="2366" y="821"/>
                    <a:pt x="1866" y="0"/>
                    <a:pt x="12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 name="Google Shape;2815;p65">
            <a:extLst>
              <a:ext uri="{FF2B5EF4-FFF2-40B4-BE49-F238E27FC236}">
                <a16:creationId xmlns:a16="http://schemas.microsoft.com/office/drawing/2014/main" id="{D5538F7E-CB13-C777-4372-F2EDCD447DD5}"/>
              </a:ext>
            </a:extLst>
          </p:cNvPr>
          <p:cNvSpPr txBox="1">
            <a:spLocks/>
          </p:cNvSpPr>
          <p:nvPr/>
        </p:nvSpPr>
        <p:spPr>
          <a:xfrm>
            <a:off x="6450964" y="1554354"/>
            <a:ext cx="2175881" cy="122396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5"/>
              </a:buClr>
              <a:buSzPts val="3100"/>
              <a:buFont typeface="Baloo 2"/>
              <a:buNone/>
              <a:defRPr sz="3100" b="1" i="0" u="none" strike="noStrike" cap="none">
                <a:solidFill>
                  <a:schemeClr val="accent5"/>
                </a:solidFill>
                <a:latin typeface="Baloo 2"/>
                <a:ea typeface="Baloo 2"/>
                <a:cs typeface="Baloo 2"/>
                <a:sym typeface="Baloo 2"/>
              </a:defRPr>
            </a:lvl1pPr>
            <a:lvl2pPr marR="0" lvl="1"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2pPr>
            <a:lvl3pPr marR="0" lvl="2"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3pPr>
            <a:lvl4pPr marR="0" lvl="3"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4pPr>
            <a:lvl5pPr marR="0" lvl="4"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5pPr>
            <a:lvl6pPr marR="0" lvl="5"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6pPr>
            <a:lvl7pPr marR="0" lvl="6"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7pPr>
            <a:lvl8pPr marR="0" lvl="7"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8pPr>
            <a:lvl9pPr marR="0" lvl="8" algn="l" rtl="0">
              <a:lnSpc>
                <a:spcPct val="100000"/>
              </a:lnSpc>
              <a:spcBef>
                <a:spcPts val="0"/>
              </a:spcBef>
              <a:spcAft>
                <a:spcPts val="0"/>
              </a:spcAft>
              <a:buClr>
                <a:schemeClr val="dk1"/>
              </a:buClr>
              <a:buSzPts val="3100"/>
              <a:buFont typeface="Merriweather Black"/>
              <a:buNone/>
              <a:defRPr sz="3100" b="0" i="0" u="none" strike="noStrike" cap="none">
                <a:solidFill>
                  <a:schemeClr val="dk1"/>
                </a:solidFill>
                <a:latin typeface="Merriweather Black"/>
                <a:ea typeface="Merriweather Black"/>
                <a:cs typeface="Merriweather Black"/>
                <a:sym typeface="Merriweather Black"/>
              </a:defRPr>
            </a:lvl9pPr>
          </a:lstStyle>
          <a:p>
            <a:pPr algn="ctr"/>
            <a:r>
              <a:rPr lang="en" sz="9600" dirty="0"/>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9"/>
        <p:cNvGrpSpPr/>
        <p:nvPr/>
      </p:nvGrpSpPr>
      <p:grpSpPr>
        <a:xfrm>
          <a:off x="0" y="0"/>
          <a:ext cx="0" cy="0"/>
          <a:chOff x="0" y="0"/>
          <a:chExt cx="0" cy="0"/>
        </a:xfrm>
      </p:grpSpPr>
      <p:grpSp>
        <p:nvGrpSpPr>
          <p:cNvPr id="2180" name="Google Shape;2180;p58"/>
          <p:cNvGrpSpPr/>
          <p:nvPr/>
        </p:nvGrpSpPr>
        <p:grpSpPr>
          <a:xfrm>
            <a:off x="496750" y="173800"/>
            <a:ext cx="8150515" cy="4512401"/>
            <a:chOff x="627130" y="128603"/>
            <a:chExt cx="8316852" cy="4604490"/>
          </a:xfrm>
        </p:grpSpPr>
        <p:grpSp>
          <p:nvGrpSpPr>
            <p:cNvPr id="2181" name="Google Shape;2181;p58"/>
            <p:cNvGrpSpPr/>
            <p:nvPr/>
          </p:nvGrpSpPr>
          <p:grpSpPr>
            <a:xfrm>
              <a:off x="627130" y="128603"/>
              <a:ext cx="8316852" cy="4604490"/>
              <a:chOff x="627130" y="428622"/>
              <a:chExt cx="8316852" cy="4568400"/>
            </a:xfrm>
          </p:grpSpPr>
          <p:sp>
            <p:nvSpPr>
              <p:cNvPr id="2182" name="Google Shape;2182;p58"/>
              <p:cNvSpPr/>
              <p:nvPr/>
            </p:nvSpPr>
            <p:spPr>
              <a:xfrm>
                <a:off x="627182" y="428622"/>
                <a:ext cx="8316600" cy="4568400"/>
              </a:xfrm>
              <a:prstGeom prst="roundRect">
                <a:avLst>
                  <a:gd name="adj" fmla="val 4746"/>
                </a:avLst>
              </a:prstGeom>
              <a:solidFill>
                <a:schemeClr val="lt1"/>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3" name="Google Shape;2183;p58"/>
              <p:cNvGrpSpPr/>
              <p:nvPr/>
            </p:nvGrpSpPr>
            <p:grpSpPr>
              <a:xfrm>
                <a:off x="627130" y="428636"/>
                <a:ext cx="8316852" cy="490301"/>
                <a:chOff x="280295" y="238126"/>
                <a:chExt cx="9047924" cy="533400"/>
              </a:xfrm>
            </p:grpSpPr>
            <p:sp>
              <p:nvSpPr>
                <p:cNvPr id="2184" name="Google Shape;2184;p58"/>
                <p:cNvSpPr/>
                <p:nvPr/>
              </p:nvSpPr>
              <p:spPr>
                <a:xfrm>
                  <a:off x="280520" y="238126"/>
                  <a:ext cx="9047700" cy="533400"/>
                </a:xfrm>
                <a:prstGeom prst="round2SameRect">
                  <a:avLst>
                    <a:gd name="adj1" fmla="val 36252"/>
                    <a:gd name="adj2" fmla="val 0"/>
                  </a:avLst>
                </a:prstGeom>
                <a:solidFill>
                  <a:schemeClr val="lt2"/>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5" name="Google Shape;2185;p58"/>
                <p:cNvSpPr/>
                <p:nvPr/>
              </p:nvSpPr>
              <p:spPr>
                <a:xfrm>
                  <a:off x="280295" y="685650"/>
                  <a:ext cx="9047620" cy="74494"/>
                </a:xfrm>
                <a:custGeom>
                  <a:avLst/>
                  <a:gdLst/>
                  <a:ahLst/>
                  <a:cxnLst/>
                  <a:rect l="l" t="t" r="r" b="b"/>
                  <a:pathLst>
                    <a:path w="48372" h="893" extrusionOk="0">
                      <a:moveTo>
                        <a:pt x="0" y="1"/>
                      </a:moveTo>
                      <a:lnTo>
                        <a:pt x="0" y="892"/>
                      </a:lnTo>
                      <a:lnTo>
                        <a:pt x="48372" y="892"/>
                      </a:lnTo>
                      <a:lnTo>
                        <a:pt x="48372"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2186" name="Google Shape;2186;p58"/>
                <p:cNvGrpSpPr/>
                <p:nvPr/>
              </p:nvGrpSpPr>
              <p:grpSpPr>
                <a:xfrm>
                  <a:off x="8425674" y="386584"/>
                  <a:ext cx="655694" cy="176896"/>
                  <a:chOff x="13400537" y="1039026"/>
                  <a:chExt cx="495013" cy="133547"/>
                </a:xfrm>
              </p:grpSpPr>
              <p:sp>
                <p:nvSpPr>
                  <p:cNvPr id="2187" name="Google Shape;2187;p58"/>
                  <p:cNvSpPr/>
                  <p:nvPr/>
                </p:nvSpPr>
                <p:spPr>
                  <a:xfrm>
                    <a:off x="13408019" y="1046367"/>
                    <a:ext cx="118865" cy="118865"/>
                  </a:xfrm>
                  <a:custGeom>
                    <a:avLst/>
                    <a:gdLst/>
                    <a:ahLst/>
                    <a:cxnLst/>
                    <a:rect l="l" t="t" r="r" b="b"/>
                    <a:pathLst>
                      <a:path w="1684" h="1684" extrusionOk="0">
                        <a:moveTo>
                          <a:pt x="844" y="0"/>
                        </a:moveTo>
                        <a:cubicBezTo>
                          <a:pt x="843" y="0"/>
                          <a:pt x="842" y="0"/>
                          <a:pt x="842" y="0"/>
                        </a:cubicBezTo>
                        <a:cubicBezTo>
                          <a:pt x="377" y="0"/>
                          <a:pt x="0" y="377"/>
                          <a:pt x="0" y="842"/>
                        </a:cubicBezTo>
                        <a:cubicBezTo>
                          <a:pt x="0" y="1306"/>
                          <a:pt x="376" y="1684"/>
                          <a:pt x="842" y="1684"/>
                        </a:cubicBezTo>
                        <a:cubicBezTo>
                          <a:pt x="1306" y="1684"/>
                          <a:pt x="1683" y="1308"/>
                          <a:pt x="1683" y="842"/>
                        </a:cubicBezTo>
                        <a:cubicBezTo>
                          <a:pt x="1683" y="378"/>
                          <a:pt x="1307" y="0"/>
                          <a:pt x="8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8" name="Google Shape;2188;p58"/>
                  <p:cNvSpPr/>
                  <p:nvPr/>
                </p:nvSpPr>
                <p:spPr>
                  <a:xfrm>
                    <a:off x="13400537" y="1039026"/>
                    <a:ext cx="133547" cy="133547"/>
                  </a:xfrm>
                  <a:custGeom>
                    <a:avLst/>
                    <a:gdLst/>
                    <a:ahLst/>
                    <a:cxnLst/>
                    <a:rect l="l" t="t" r="r" b="b"/>
                    <a:pathLst>
                      <a:path w="1892" h="1892" extrusionOk="0">
                        <a:moveTo>
                          <a:pt x="946" y="207"/>
                        </a:moveTo>
                        <a:cubicBezTo>
                          <a:pt x="1354" y="207"/>
                          <a:pt x="1685" y="539"/>
                          <a:pt x="1685" y="946"/>
                        </a:cubicBezTo>
                        <a:cubicBezTo>
                          <a:pt x="1685" y="1354"/>
                          <a:pt x="1354" y="1686"/>
                          <a:pt x="946" y="1686"/>
                        </a:cubicBezTo>
                        <a:cubicBezTo>
                          <a:pt x="539" y="1686"/>
                          <a:pt x="207" y="1354"/>
                          <a:pt x="207" y="946"/>
                        </a:cubicBezTo>
                        <a:cubicBezTo>
                          <a:pt x="207" y="539"/>
                          <a:pt x="539" y="207"/>
                          <a:pt x="946" y="207"/>
                        </a:cubicBezTo>
                        <a:close/>
                        <a:moveTo>
                          <a:pt x="946" y="0"/>
                        </a:moveTo>
                        <a:cubicBezTo>
                          <a:pt x="424" y="0"/>
                          <a:pt x="1" y="425"/>
                          <a:pt x="1" y="946"/>
                        </a:cubicBezTo>
                        <a:cubicBezTo>
                          <a:pt x="1" y="1467"/>
                          <a:pt x="424" y="1892"/>
                          <a:pt x="946" y="1892"/>
                        </a:cubicBezTo>
                        <a:cubicBezTo>
                          <a:pt x="1469" y="1892"/>
                          <a:pt x="1891" y="1467"/>
                          <a:pt x="1891" y="946"/>
                        </a:cubicBezTo>
                        <a:cubicBezTo>
                          <a:pt x="1891" y="425"/>
                          <a:pt x="1466"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89" name="Google Shape;2189;p58"/>
                  <p:cNvSpPr/>
                  <p:nvPr/>
                </p:nvSpPr>
                <p:spPr>
                  <a:xfrm>
                    <a:off x="13588857" y="1046367"/>
                    <a:ext cx="118936" cy="118865"/>
                  </a:xfrm>
                  <a:custGeom>
                    <a:avLst/>
                    <a:gdLst/>
                    <a:ahLst/>
                    <a:cxnLst/>
                    <a:rect l="l" t="t" r="r" b="b"/>
                    <a:pathLst>
                      <a:path w="1685" h="1684" extrusionOk="0">
                        <a:moveTo>
                          <a:pt x="845" y="0"/>
                        </a:moveTo>
                        <a:cubicBezTo>
                          <a:pt x="844" y="0"/>
                          <a:pt x="843" y="0"/>
                          <a:pt x="843" y="0"/>
                        </a:cubicBezTo>
                        <a:cubicBezTo>
                          <a:pt x="379" y="0"/>
                          <a:pt x="1" y="377"/>
                          <a:pt x="1" y="842"/>
                        </a:cubicBezTo>
                        <a:cubicBezTo>
                          <a:pt x="1" y="1306"/>
                          <a:pt x="377" y="1684"/>
                          <a:pt x="843" y="1684"/>
                        </a:cubicBezTo>
                        <a:cubicBezTo>
                          <a:pt x="1307" y="1684"/>
                          <a:pt x="1684" y="1308"/>
                          <a:pt x="1684" y="842"/>
                        </a:cubicBezTo>
                        <a:cubicBezTo>
                          <a:pt x="1684" y="378"/>
                          <a:pt x="1308" y="0"/>
                          <a:pt x="845"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0" name="Google Shape;2190;p58"/>
                  <p:cNvSpPr/>
                  <p:nvPr/>
                </p:nvSpPr>
                <p:spPr>
                  <a:xfrm>
                    <a:off x="13581517" y="1039026"/>
                    <a:ext cx="133617" cy="133547"/>
                  </a:xfrm>
                  <a:custGeom>
                    <a:avLst/>
                    <a:gdLst/>
                    <a:ahLst/>
                    <a:cxnLst/>
                    <a:rect l="l" t="t" r="r" b="b"/>
                    <a:pathLst>
                      <a:path w="1893" h="1892" extrusionOk="0">
                        <a:moveTo>
                          <a:pt x="947" y="207"/>
                        </a:moveTo>
                        <a:cubicBezTo>
                          <a:pt x="1353" y="207"/>
                          <a:pt x="1685" y="539"/>
                          <a:pt x="1685" y="946"/>
                        </a:cubicBezTo>
                        <a:cubicBezTo>
                          <a:pt x="1685" y="1354"/>
                          <a:pt x="1354" y="1686"/>
                          <a:pt x="947" y="1686"/>
                        </a:cubicBezTo>
                        <a:cubicBezTo>
                          <a:pt x="538" y="1686"/>
                          <a:pt x="207" y="1354"/>
                          <a:pt x="207" y="946"/>
                        </a:cubicBezTo>
                        <a:cubicBezTo>
                          <a:pt x="207" y="539"/>
                          <a:pt x="538" y="207"/>
                          <a:pt x="947" y="207"/>
                        </a:cubicBezTo>
                        <a:close/>
                        <a:moveTo>
                          <a:pt x="947" y="0"/>
                        </a:moveTo>
                        <a:cubicBezTo>
                          <a:pt x="425" y="0"/>
                          <a:pt x="1" y="425"/>
                          <a:pt x="1" y="946"/>
                        </a:cubicBezTo>
                        <a:cubicBezTo>
                          <a:pt x="1" y="1467"/>
                          <a:pt x="426" y="1892"/>
                          <a:pt x="947" y="1892"/>
                        </a:cubicBezTo>
                        <a:cubicBezTo>
                          <a:pt x="1467" y="1892"/>
                          <a:pt x="1892" y="1467"/>
                          <a:pt x="1892" y="946"/>
                        </a:cubicBezTo>
                        <a:cubicBezTo>
                          <a:pt x="1892" y="425"/>
                          <a:pt x="1467" y="0"/>
                          <a:pt x="947"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1" name="Google Shape;2191;p58"/>
                  <p:cNvSpPr/>
                  <p:nvPr/>
                </p:nvSpPr>
                <p:spPr>
                  <a:xfrm>
                    <a:off x="13769343" y="1046367"/>
                    <a:ext cx="118865" cy="118865"/>
                  </a:xfrm>
                  <a:custGeom>
                    <a:avLst/>
                    <a:gdLst/>
                    <a:ahLst/>
                    <a:cxnLst/>
                    <a:rect l="l" t="t" r="r" b="b"/>
                    <a:pathLst>
                      <a:path w="1684" h="1684" extrusionOk="0">
                        <a:moveTo>
                          <a:pt x="844" y="0"/>
                        </a:moveTo>
                        <a:cubicBezTo>
                          <a:pt x="843" y="0"/>
                          <a:pt x="843" y="0"/>
                          <a:pt x="842" y="0"/>
                        </a:cubicBezTo>
                        <a:cubicBezTo>
                          <a:pt x="378" y="0"/>
                          <a:pt x="0" y="377"/>
                          <a:pt x="0" y="842"/>
                        </a:cubicBezTo>
                        <a:cubicBezTo>
                          <a:pt x="0" y="1306"/>
                          <a:pt x="376" y="1684"/>
                          <a:pt x="842" y="1684"/>
                        </a:cubicBezTo>
                        <a:cubicBezTo>
                          <a:pt x="1306" y="1684"/>
                          <a:pt x="1684" y="1308"/>
                          <a:pt x="1684" y="842"/>
                        </a:cubicBezTo>
                        <a:cubicBezTo>
                          <a:pt x="1684" y="378"/>
                          <a:pt x="1307" y="0"/>
                          <a:pt x="8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192" name="Google Shape;2192;p58"/>
                  <p:cNvSpPr/>
                  <p:nvPr/>
                </p:nvSpPr>
                <p:spPr>
                  <a:xfrm>
                    <a:off x="13762002" y="1039026"/>
                    <a:ext cx="133547" cy="133547"/>
                  </a:xfrm>
                  <a:custGeom>
                    <a:avLst/>
                    <a:gdLst/>
                    <a:ahLst/>
                    <a:cxnLst/>
                    <a:rect l="l" t="t" r="r" b="b"/>
                    <a:pathLst>
                      <a:path w="1892" h="1892" extrusionOk="0">
                        <a:moveTo>
                          <a:pt x="946" y="207"/>
                        </a:moveTo>
                        <a:cubicBezTo>
                          <a:pt x="1353" y="207"/>
                          <a:pt x="1685" y="539"/>
                          <a:pt x="1685" y="946"/>
                        </a:cubicBezTo>
                        <a:cubicBezTo>
                          <a:pt x="1685" y="1354"/>
                          <a:pt x="1353" y="1686"/>
                          <a:pt x="946" y="1686"/>
                        </a:cubicBezTo>
                        <a:cubicBezTo>
                          <a:pt x="538" y="1686"/>
                          <a:pt x="207" y="1354"/>
                          <a:pt x="207" y="946"/>
                        </a:cubicBezTo>
                        <a:cubicBezTo>
                          <a:pt x="207" y="539"/>
                          <a:pt x="538" y="207"/>
                          <a:pt x="946" y="207"/>
                        </a:cubicBezTo>
                        <a:close/>
                        <a:moveTo>
                          <a:pt x="946" y="0"/>
                        </a:moveTo>
                        <a:cubicBezTo>
                          <a:pt x="424" y="0"/>
                          <a:pt x="0" y="425"/>
                          <a:pt x="0" y="946"/>
                        </a:cubicBezTo>
                        <a:cubicBezTo>
                          <a:pt x="0" y="1467"/>
                          <a:pt x="425" y="1892"/>
                          <a:pt x="946" y="1892"/>
                        </a:cubicBezTo>
                        <a:cubicBezTo>
                          <a:pt x="1467" y="1892"/>
                          <a:pt x="1892" y="1467"/>
                          <a:pt x="1892" y="946"/>
                        </a:cubicBezTo>
                        <a:cubicBezTo>
                          <a:pt x="1892" y="425"/>
                          <a:pt x="1467" y="0"/>
                          <a:pt x="946"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grpSp>
        <p:sp>
          <p:nvSpPr>
            <p:cNvPr id="2193" name="Google Shape;2193;p58"/>
            <p:cNvSpPr/>
            <p:nvPr/>
          </p:nvSpPr>
          <p:spPr>
            <a:xfrm>
              <a:off x="727576" y="194725"/>
              <a:ext cx="937359" cy="260221"/>
            </a:xfrm>
            <a:custGeom>
              <a:avLst/>
              <a:gdLst/>
              <a:ahLst/>
              <a:cxnLst/>
              <a:rect l="l" t="t" r="r" b="b"/>
              <a:pathLst>
                <a:path w="14668" h="4072" extrusionOk="0">
                  <a:moveTo>
                    <a:pt x="2679" y="0"/>
                  </a:moveTo>
                  <a:cubicBezTo>
                    <a:pt x="1102" y="0"/>
                    <a:pt x="0" y="1069"/>
                    <a:pt x="0" y="2599"/>
                  </a:cubicBezTo>
                  <a:lnTo>
                    <a:pt x="0" y="3771"/>
                  </a:lnTo>
                  <a:cubicBezTo>
                    <a:pt x="0" y="3937"/>
                    <a:pt x="135" y="4072"/>
                    <a:pt x="301" y="4072"/>
                  </a:cubicBezTo>
                  <a:cubicBezTo>
                    <a:pt x="466" y="4072"/>
                    <a:pt x="602" y="3938"/>
                    <a:pt x="601" y="3771"/>
                  </a:cubicBezTo>
                  <a:lnTo>
                    <a:pt x="601" y="2599"/>
                  </a:lnTo>
                  <a:cubicBezTo>
                    <a:pt x="601" y="1405"/>
                    <a:pt x="1436" y="602"/>
                    <a:pt x="2679" y="602"/>
                  </a:cubicBezTo>
                  <a:lnTo>
                    <a:pt x="14366" y="602"/>
                  </a:lnTo>
                  <a:cubicBezTo>
                    <a:pt x="14532" y="602"/>
                    <a:pt x="14667" y="467"/>
                    <a:pt x="14667" y="301"/>
                  </a:cubicBezTo>
                  <a:cubicBezTo>
                    <a:pt x="14667" y="135"/>
                    <a:pt x="14531" y="0"/>
                    <a:pt x="14366" y="0"/>
                  </a:cubicBez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2195" name="Google Shape;2195;p58"/>
          <p:cNvSpPr/>
          <p:nvPr/>
        </p:nvSpPr>
        <p:spPr>
          <a:xfrm>
            <a:off x="4202948" y="2994129"/>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7" name="Google Shape;2197;p58"/>
          <p:cNvSpPr/>
          <p:nvPr/>
        </p:nvSpPr>
        <p:spPr>
          <a:xfrm>
            <a:off x="1153167" y="1044464"/>
            <a:ext cx="3782050" cy="1256335"/>
          </a:xfrm>
          <a:prstGeom prst="roundRect">
            <a:avLst>
              <a:gd name="adj" fmla="val 6544"/>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07" name="Google Shape;2207;p58"/>
          <p:cNvGrpSpPr/>
          <p:nvPr/>
        </p:nvGrpSpPr>
        <p:grpSpPr>
          <a:xfrm>
            <a:off x="4196023" y="2985972"/>
            <a:ext cx="1274385" cy="1274412"/>
            <a:chOff x="3265747" y="653121"/>
            <a:chExt cx="355783" cy="434325"/>
          </a:xfrm>
        </p:grpSpPr>
        <p:sp>
          <p:nvSpPr>
            <p:cNvPr id="2208" name="Google Shape;2208;p58"/>
            <p:cNvSpPr/>
            <p:nvPr/>
          </p:nvSpPr>
          <p:spPr>
            <a:xfrm>
              <a:off x="3272788" y="657350"/>
              <a:ext cx="333300" cy="423900"/>
            </a:xfrm>
            <a:prstGeom prst="roundRect">
              <a:avLst>
                <a:gd name="adj" fmla="val 705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9" name="Google Shape;2209;p58"/>
            <p:cNvSpPr/>
            <p:nvPr/>
          </p:nvSpPr>
          <p:spPr>
            <a:xfrm>
              <a:off x="3265747" y="653121"/>
              <a:ext cx="355783" cy="434325"/>
            </a:xfrm>
            <a:custGeom>
              <a:avLst/>
              <a:gdLst/>
              <a:ahLst/>
              <a:cxnLst/>
              <a:rect l="l" t="t" r="r" b="b"/>
              <a:pathLst>
                <a:path w="13625" h="17373" extrusionOk="0">
                  <a:moveTo>
                    <a:pt x="1100" y="295"/>
                  </a:moveTo>
                  <a:lnTo>
                    <a:pt x="1100" y="296"/>
                  </a:lnTo>
                  <a:lnTo>
                    <a:pt x="12525" y="296"/>
                  </a:lnTo>
                  <a:cubicBezTo>
                    <a:pt x="12969" y="296"/>
                    <a:pt x="13329" y="657"/>
                    <a:pt x="13329" y="1100"/>
                  </a:cubicBezTo>
                  <a:lnTo>
                    <a:pt x="13329" y="16273"/>
                  </a:lnTo>
                  <a:cubicBezTo>
                    <a:pt x="13329" y="16716"/>
                    <a:pt x="12969" y="17077"/>
                    <a:pt x="12525" y="17077"/>
                  </a:cubicBezTo>
                  <a:lnTo>
                    <a:pt x="1100" y="17077"/>
                  </a:lnTo>
                  <a:cubicBezTo>
                    <a:pt x="657" y="17077"/>
                    <a:pt x="297" y="16716"/>
                    <a:pt x="297" y="16273"/>
                  </a:cubicBezTo>
                  <a:lnTo>
                    <a:pt x="297" y="1099"/>
                  </a:lnTo>
                  <a:cubicBezTo>
                    <a:pt x="297" y="655"/>
                    <a:pt x="657" y="295"/>
                    <a:pt x="1100" y="295"/>
                  </a:cubicBezTo>
                  <a:close/>
                  <a:moveTo>
                    <a:pt x="1100" y="1"/>
                  </a:moveTo>
                  <a:cubicBezTo>
                    <a:pt x="494" y="1"/>
                    <a:pt x="0" y="494"/>
                    <a:pt x="0" y="1100"/>
                  </a:cubicBezTo>
                  <a:lnTo>
                    <a:pt x="0" y="16273"/>
                  </a:lnTo>
                  <a:cubicBezTo>
                    <a:pt x="0" y="16880"/>
                    <a:pt x="494" y="17372"/>
                    <a:pt x="1100" y="17372"/>
                  </a:cubicBezTo>
                  <a:lnTo>
                    <a:pt x="12525" y="17372"/>
                  </a:lnTo>
                  <a:cubicBezTo>
                    <a:pt x="13132" y="17372"/>
                    <a:pt x="13624" y="16880"/>
                    <a:pt x="13624" y="16275"/>
                  </a:cubicBezTo>
                  <a:lnTo>
                    <a:pt x="13624" y="1100"/>
                  </a:lnTo>
                  <a:cubicBezTo>
                    <a:pt x="13624" y="494"/>
                    <a:pt x="13132"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0" name="Google Shape;2210;p58"/>
            <p:cNvSpPr/>
            <p:nvPr/>
          </p:nvSpPr>
          <p:spPr>
            <a:xfrm>
              <a:off x="33132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CF7CC7">
                <a:alpha val="49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1" name="Google Shape;2211;p58"/>
            <p:cNvSpPr/>
            <p:nvPr/>
          </p:nvSpPr>
          <p:spPr>
            <a:xfrm>
              <a:off x="3273150" y="660550"/>
              <a:ext cx="52275" cy="419475"/>
            </a:xfrm>
            <a:custGeom>
              <a:avLst/>
              <a:gdLst/>
              <a:ahLst/>
              <a:cxnLst/>
              <a:rect l="l" t="t" r="r" b="b"/>
              <a:pathLst>
                <a:path w="2091" h="16779" extrusionOk="0">
                  <a:moveTo>
                    <a:pt x="795" y="0"/>
                  </a:moveTo>
                  <a:cubicBezTo>
                    <a:pt x="356" y="0"/>
                    <a:pt x="1" y="357"/>
                    <a:pt x="1" y="795"/>
                  </a:cubicBezTo>
                  <a:lnTo>
                    <a:pt x="1" y="15977"/>
                  </a:lnTo>
                  <a:cubicBezTo>
                    <a:pt x="1" y="16419"/>
                    <a:pt x="360" y="16779"/>
                    <a:pt x="801" y="16779"/>
                  </a:cubicBezTo>
                  <a:lnTo>
                    <a:pt x="1942" y="16779"/>
                  </a:lnTo>
                  <a:cubicBezTo>
                    <a:pt x="2024" y="16779"/>
                    <a:pt x="2090" y="16712"/>
                    <a:pt x="2089" y="16629"/>
                  </a:cubicBezTo>
                  <a:cubicBezTo>
                    <a:pt x="2089" y="16548"/>
                    <a:pt x="2023" y="16482"/>
                    <a:pt x="1942" y="16482"/>
                  </a:cubicBezTo>
                  <a:lnTo>
                    <a:pt x="801" y="16482"/>
                  </a:lnTo>
                  <a:cubicBezTo>
                    <a:pt x="523" y="16482"/>
                    <a:pt x="295" y="16255"/>
                    <a:pt x="295" y="15976"/>
                  </a:cubicBezTo>
                  <a:lnTo>
                    <a:pt x="295" y="795"/>
                  </a:lnTo>
                  <a:cubicBezTo>
                    <a:pt x="295" y="519"/>
                    <a:pt x="520" y="295"/>
                    <a:pt x="795" y="295"/>
                  </a:cubicBezTo>
                  <a:lnTo>
                    <a:pt x="1045" y="295"/>
                  </a:lnTo>
                  <a:cubicBezTo>
                    <a:pt x="1127" y="295"/>
                    <a:pt x="1192" y="230"/>
                    <a:pt x="1192" y="148"/>
                  </a:cubicBezTo>
                  <a:cubicBezTo>
                    <a:pt x="1192" y="67"/>
                    <a:pt x="1127"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58"/>
            <p:cNvSpPr/>
            <p:nvPr/>
          </p:nvSpPr>
          <p:spPr>
            <a:xfrm>
              <a:off x="3304375" y="675900"/>
              <a:ext cx="264675" cy="64025"/>
            </a:xfrm>
            <a:custGeom>
              <a:avLst/>
              <a:gdLst/>
              <a:ahLst/>
              <a:cxnLst/>
              <a:rect l="l" t="t" r="r" b="b"/>
              <a:pathLst>
                <a:path w="10587" h="2561" extrusionOk="0">
                  <a:moveTo>
                    <a:pt x="105" y="1"/>
                  </a:moveTo>
                  <a:cubicBezTo>
                    <a:pt x="47" y="1"/>
                    <a:pt x="1" y="48"/>
                    <a:pt x="1" y="105"/>
                  </a:cubicBezTo>
                  <a:lnTo>
                    <a:pt x="1" y="2456"/>
                  </a:lnTo>
                  <a:cubicBezTo>
                    <a:pt x="1" y="2514"/>
                    <a:pt x="48" y="2560"/>
                    <a:pt x="105" y="2560"/>
                  </a:cubicBezTo>
                  <a:lnTo>
                    <a:pt x="10482" y="2560"/>
                  </a:lnTo>
                  <a:cubicBezTo>
                    <a:pt x="10538" y="2560"/>
                    <a:pt x="10584" y="2514"/>
                    <a:pt x="10587" y="2456"/>
                  </a:cubicBezTo>
                  <a:lnTo>
                    <a:pt x="10587" y="105"/>
                  </a:lnTo>
                  <a:cubicBezTo>
                    <a:pt x="10587" y="47"/>
                    <a:pt x="10539" y="1"/>
                    <a:pt x="10483" y="1"/>
                  </a:cubicBezTo>
                  <a:cubicBezTo>
                    <a:pt x="10426" y="1"/>
                    <a:pt x="10379" y="48"/>
                    <a:pt x="10379" y="105"/>
                  </a:cubicBezTo>
                  <a:lnTo>
                    <a:pt x="10379" y="2353"/>
                  </a:lnTo>
                  <a:lnTo>
                    <a:pt x="208" y="2353"/>
                  </a:lnTo>
                  <a:lnTo>
                    <a:pt x="208" y="105"/>
                  </a:lnTo>
                  <a:cubicBezTo>
                    <a:pt x="208" y="47"/>
                    <a:pt x="162"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3" name="Google Shape;2213;p58"/>
            <p:cNvSpPr/>
            <p:nvPr/>
          </p:nvSpPr>
          <p:spPr>
            <a:xfrm>
              <a:off x="3269475" y="727325"/>
              <a:ext cx="333225" cy="7400"/>
            </a:xfrm>
            <a:custGeom>
              <a:avLst/>
              <a:gdLst/>
              <a:ahLst/>
              <a:cxnLst/>
              <a:rect l="l" t="t" r="r" b="b"/>
              <a:pathLst>
                <a:path w="13329" h="296" extrusionOk="0">
                  <a:moveTo>
                    <a:pt x="1" y="0"/>
                  </a:moveTo>
                  <a:lnTo>
                    <a:pt x="1" y="295"/>
                  </a:lnTo>
                  <a:lnTo>
                    <a:pt x="13328" y="295"/>
                  </a:lnTo>
                  <a:lnTo>
                    <a:pt x="133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4" name="Google Shape;2214;p58"/>
            <p:cNvSpPr/>
            <p:nvPr/>
          </p:nvSpPr>
          <p:spPr>
            <a:xfrm>
              <a:off x="3556400" y="656800"/>
              <a:ext cx="7450" cy="74225"/>
            </a:xfrm>
            <a:custGeom>
              <a:avLst/>
              <a:gdLst/>
              <a:ahLst/>
              <a:cxnLst/>
              <a:rect l="l" t="t" r="r" b="b"/>
              <a:pathLst>
                <a:path w="298"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5" name="Google Shape;2215;p58"/>
            <p:cNvSpPr/>
            <p:nvPr/>
          </p:nvSpPr>
          <p:spPr>
            <a:xfrm>
              <a:off x="3309525" y="656800"/>
              <a:ext cx="7425" cy="74225"/>
            </a:xfrm>
            <a:custGeom>
              <a:avLst/>
              <a:gdLst/>
              <a:ahLst/>
              <a:cxnLst/>
              <a:rect l="l" t="t" r="r" b="b"/>
              <a:pathLst>
                <a:path w="297" h="2969" extrusionOk="0">
                  <a:moveTo>
                    <a:pt x="1" y="1"/>
                  </a:moveTo>
                  <a:lnTo>
                    <a:pt x="1" y="2969"/>
                  </a:lnTo>
                  <a:lnTo>
                    <a:pt x="297" y="2969"/>
                  </a:lnTo>
                  <a:lnTo>
                    <a:pt x="2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16" name="Google Shape;2216;p58"/>
          <p:cNvGrpSpPr/>
          <p:nvPr/>
        </p:nvGrpSpPr>
        <p:grpSpPr>
          <a:xfrm>
            <a:off x="3669215" y="1036309"/>
            <a:ext cx="1281365" cy="1281379"/>
            <a:chOff x="2494400" y="653125"/>
            <a:chExt cx="340625" cy="434325"/>
          </a:xfrm>
        </p:grpSpPr>
        <p:sp>
          <p:nvSpPr>
            <p:cNvPr id="2217" name="Google Shape;2217;p58"/>
            <p:cNvSpPr/>
            <p:nvPr/>
          </p:nvSpPr>
          <p:spPr>
            <a:xfrm>
              <a:off x="2498250" y="656375"/>
              <a:ext cx="333300" cy="423900"/>
            </a:xfrm>
            <a:prstGeom prst="roundRect">
              <a:avLst>
                <a:gd name="adj" fmla="val 705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8" name="Google Shape;2218;p58"/>
            <p:cNvSpPr/>
            <p:nvPr/>
          </p:nvSpPr>
          <p:spPr>
            <a:xfrm>
              <a:off x="2494400" y="653125"/>
              <a:ext cx="340625" cy="434325"/>
            </a:xfrm>
            <a:custGeom>
              <a:avLst/>
              <a:gdLst/>
              <a:ahLst/>
              <a:cxnLst/>
              <a:rect l="l" t="t" r="r" b="b"/>
              <a:pathLst>
                <a:path w="13625" h="17373" extrusionOk="0">
                  <a:moveTo>
                    <a:pt x="1100" y="295"/>
                  </a:moveTo>
                  <a:lnTo>
                    <a:pt x="1100" y="296"/>
                  </a:lnTo>
                  <a:lnTo>
                    <a:pt x="12525" y="296"/>
                  </a:lnTo>
                  <a:cubicBezTo>
                    <a:pt x="12968" y="296"/>
                    <a:pt x="13329" y="657"/>
                    <a:pt x="13329" y="1100"/>
                  </a:cubicBezTo>
                  <a:lnTo>
                    <a:pt x="13329" y="16273"/>
                  </a:lnTo>
                  <a:cubicBezTo>
                    <a:pt x="13329" y="16716"/>
                    <a:pt x="12968" y="17077"/>
                    <a:pt x="12525" y="17077"/>
                  </a:cubicBezTo>
                  <a:lnTo>
                    <a:pt x="1100" y="17077"/>
                  </a:lnTo>
                  <a:cubicBezTo>
                    <a:pt x="657" y="17077"/>
                    <a:pt x="296" y="16716"/>
                    <a:pt x="296" y="16273"/>
                  </a:cubicBezTo>
                  <a:lnTo>
                    <a:pt x="296" y="1099"/>
                  </a:lnTo>
                  <a:cubicBezTo>
                    <a:pt x="296" y="655"/>
                    <a:pt x="657" y="295"/>
                    <a:pt x="1100" y="295"/>
                  </a:cubicBezTo>
                  <a:close/>
                  <a:moveTo>
                    <a:pt x="1100" y="1"/>
                  </a:moveTo>
                  <a:cubicBezTo>
                    <a:pt x="493" y="1"/>
                    <a:pt x="0" y="494"/>
                    <a:pt x="0" y="1100"/>
                  </a:cubicBezTo>
                  <a:lnTo>
                    <a:pt x="0" y="16273"/>
                  </a:lnTo>
                  <a:cubicBezTo>
                    <a:pt x="0" y="16880"/>
                    <a:pt x="493" y="17372"/>
                    <a:pt x="1100" y="17372"/>
                  </a:cubicBezTo>
                  <a:lnTo>
                    <a:pt x="12525" y="17372"/>
                  </a:lnTo>
                  <a:cubicBezTo>
                    <a:pt x="13131" y="17372"/>
                    <a:pt x="13625" y="16880"/>
                    <a:pt x="13625" y="16275"/>
                  </a:cubicBezTo>
                  <a:lnTo>
                    <a:pt x="13625" y="1100"/>
                  </a:lnTo>
                  <a:cubicBezTo>
                    <a:pt x="13625" y="494"/>
                    <a:pt x="13131" y="1"/>
                    <a:pt x="125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9" name="Google Shape;2219;p58"/>
            <p:cNvSpPr/>
            <p:nvPr/>
          </p:nvSpPr>
          <p:spPr>
            <a:xfrm>
              <a:off x="2541875" y="659850"/>
              <a:ext cx="246875" cy="71175"/>
            </a:xfrm>
            <a:custGeom>
              <a:avLst/>
              <a:gdLst/>
              <a:ahLst/>
              <a:cxnLst/>
              <a:rect l="l" t="t" r="r" b="b"/>
              <a:pathLst>
                <a:path w="9875" h="2847" extrusionOk="0">
                  <a:moveTo>
                    <a:pt x="0" y="1"/>
                  </a:moveTo>
                  <a:lnTo>
                    <a:pt x="0" y="2847"/>
                  </a:lnTo>
                  <a:lnTo>
                    <a:pt x="9875" y="2847"/>
                  </a:lnTo>
                  <a:lnTo>
                    <a:pt x="9875" y="1"/>
                  </a:lnTo>
                  <a:close/>
                </a:path>
              </a:pathLst>
            </a:custGeom>
            <a:solidFill>
              <a:srgbClr val="FF89BC">
                <a:alpha val="30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0" name="Google Shape;2220;p58"/>
            <p:cNvSpPr/>
            <p:nvPr/>
          </p:nvSpPr>
          <p:spPr>
            <a:xfrm>
              <a:off x="2501800" y="660550"/>
              <a:ext cx="52250" cy="419475"/>
            </a:xfrm>
            <a:custGeom>
              <a:avLst/>
              <a:gdLst/>
              <a:ahLst/>
              <a:cxnLst/>
              <a:rect l="l" t="t" r="r" b="b"/>
              <a:pathLst>
                <a:path w="2090" h="16779" extrusionOk="0">
                  <a:moveTo>
                    <a:pt x="795" y="0"/>
                  </a:moveTo>
                  <a:cubicBezTo>
                    <a:pt x="358" y="0"/>
                    <a:pt x="1" y="357"/>
                    <a:pt x="1" y="795"/>
                  </a:cubicBezTo>
                  <a:lnTo>
                    <a:pt x="1" y="15977"/>
                  </a:lnTo>
                  <a:cubicBezTo>
                    <a:pt x="1" y="16419"/>
                    <a:pt x="361" y="16779"/>
                    <a:pt x="803" y="16779"/>
                  </a:cubicBezTo>
                  <a:lnTo>
                    <a:pt x="1941" y="16779"/>
                  </a:lnTo>
                  <a:cubicBezTo>
                    <a:pt x="2023" y="16779"/>
                    <a:pt x="2088" y="16712"/>
                    <a:pt x="2089" y="16629"/>
                  </a:cubicBezTo>
                  <a:cubicBezTo>
                    <a:pt x="2089" y="16548"/>
                    <a:pt x="2024" y="16482"/>
                    <a:pt x="1942" y="16482"/>
                  </a:cubicBezTo>
                  <a:lnTo>
                    <a:pt x="803" y="16482"/>
                  </a:lnTo>
                  <a:cubicBezTo>
                    <a:pt x="524" y="16482"/>
                    <a:pt x="296" y="16255"/>
                    <a:pt x="296" y="15976"/>
                  </a:cubicBezTo>
                  <a:lnTo>
                    <a:pt x="296" y="795"/>
                  </a:lnTo>
                  <a:cubicBezTo>
                    <a:pt x="296" y="519"/>
                    <a:pt x="521" y="295"/>
                    <a:pt x="795" y="295"/>
                  </a:cubicBezTo>
                  <a:lnTo>
                    <a:pt x="1046" y="295"/>
                  </a:lnTo>
                  <a:cubicBezTo>
                    <a:pt x="1127" y="295"/>
                    <a:pt x="1193" y="230"/>
                    <a:pt x="1193" y="148"/>
                  </a:cubicBezTo>
                  <a:cubicBezTo>
                    <a:pt x="1193" y="67"/>
                    <a:pt x="1127" y="0"/>
                    <a:pt x="10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1" name="Google Shape;2221;p58"/>
            <p:cNvSpPr/>
            <p:nvPr/>
          </p:nvSpPr>
          <p:spPr>
            <a:xfrm>
              <a:off x="2533025" y="675900"/>
              <a:ext cx="264650" cy="64025"/>
            </a:xfrm>
            <a:custGeom>
              <a:avLst/>
              <a:gdLst/>
              <a:ahLst/>
              <a:cxnLst/>
              <a:rect l="l" t="t" r="r" b="b"/>
              <a:pathLst>
                <a:path w="10586" h="2561" extrusionOk="0">
                  <a:moveTo>
                    <a:pt x="104" y="1"/>
                  </a:moveTo>
                  <a:cubicBezTo>
                    <a:pt x="46" y="1"/>
                    <a:pt x="1" y="48"/>
                    <a:pt x="1" y="105"/>
                  </a:cubicBezTo>
                  <a:lnTo>
                    <a:pt x="1" y="2456"/>
                  </a:lnTo>
                  <a:cubicBezTo>
                    <a:pt x="1" y="2514"/>
                    <a:pt x="48" y="2560"/>
                    <a:pt x="104" y="2560"/>
                  </a:cubicBezTo>
                  <a:lnTo>
                    <a:pt x="10481" y="2560"/>
                  </a:lnTo>
                  <a:cubicBezTo>
                    <a:pt x="10538" y="2560"/>
                    <a:pt x="10585" y="2514"/>
                    <a:pt x="10586" y="2456"/>
                  </a:cubicBezTo>
                  <a:lnTo>
                    <a:pt x="10586" y="105"/>
                  </a:lnTo>
                  <a:cubicBezTo>
                    <a:pt x="10586" y="47"/>
                    <a:pt x="10538" y="1"/>
                    <a:pt x="10481" y="1"/>
                  </a:cubicBezTo>
                  <a:cubicBezTo>
                    <a:pt x="10424" y="1"/>
                    <a:pt x="10377" y="48"/>
                    <a:pt x="10377" y="105"/>
                  </a:cubicBezTo>
                  <a:lnTo>
                    <a:pt x="10377" y="2353"/>
                  </a:lnTo>
                  <a:lnTo>
                    <a:pt x="208" y="2353"/>
                  </a:lnTo>
                  <a:lnTo>
                    <a:pt x="208" y="105"/>
                  </a:lnTo>
                  <a:cubicBezTo>
                    <a:pt x="208" y="47"/>
                    <a:pt x="161" y="1"/>
                    <a:pt x="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2" name="Google Shape;2222;p58"/>
            <p:cNvSpPr/>
            <p:nvPr/>
          </p:nvSpPr>
          <p:spPr>
            <a:xfrm>
              <a:off x="2498100" y="727325"/>
              <a:ext cx="333250" cy="7400"/>
            </a:xfrm>
            <a:custGeom>
              <a:avLst/>
              <a:gdLst/>
              <a:ahLst/>
              <a:cxnLst/>
              <a:rect l="l" t="t" r="r" b="b"/>
              <a:pathLst>
                <a:path w="13330" h="296" extrusionOk="0">
                  <a:moveTo>
                    <a:pt x="1" y="0"/>
                  </a:moveTo>
                  <a:lnTo>
                    <a:pt x="1" y="295"/>
                  </a:lnTo>
                  <a:lnTo>
                    <a:pt x="13329" y="295"/>
                  </a:lnTo>
                  <a:lnTo>
                    <a:pt x="133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3" name="Google Shape;2223;p58"/>
            <p:cNvSpPr/>
            <p:nvPr/>
          </p:nvSpPr>
          <p:spPr>
            <a:xfrm>
              <a:off x="2785050" y="656800"/>
              <a:ext cx="7400" cy="74225"/>
            </a:xfrm>
            <a:custGeom>
              <a:avLst/>
              <a:gdLst/>
              <a:ahLst/>
              <a:cxnLst/>
              <a:rect l="l" t="t" r="r" b="b"/>
              <a:pathLst>
                <a:path w="296" h="2969" extrusionOk="0">
                  <a:moveTo>
                    <a:pt x="1" y="1"/>
                  </a:moveTo>
                  <a:lnTo>
                    <a:pt x="1" y="2969"/>
                  </a:lnTo>
                  <a:lnTo>
                    <a:pt x="295" y="2969"/>
                  </a:lnTo>
                  <a:lnTo>
                    <a:pt x="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4" name="Google Shape;2224;p58"/>
            <p:cNvSpPr/>
            <p:nvPr/>
          </p:nvSpPr>
          <p:spPr>
            <a:xfrm>
              <a:off x="2538175" y="656800"/>
              <a:ext cx="7400" cy="74225"/>
            </a:xfrm>
            <a:custGeom>
              <a:avLst/>
              <a:gdLst/>
              <a:ahLst/>
              <a:cxnLst/>
              <a:rect l="l" t="t" r="r" b="b"/>
              <a:pathLst>
                <a:path w="296" h="2969" extrusionOk="0">
                  <a:moveTo>
                    <a:pt x="1" y="1"/>
                  </a:moveTo>
                  <a:lnTo>
                    <a:pt x="1" y="2969"/>
                  </a:lnTo>
                  <a:lnTo>
                    <a:pt x="296" y="2969"/>
                  </a:lnTo>
                  <a:lnTo>
                    <a:pt x="2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26" name="Google Shape;2226;p58"/>
          <p:cNvSpPr txBox="1">
            <a:spLocks noGrp="1"/>
          </p:cNvSpPr>
          <p:nvPr>
            <p:ph type="title" idx="2"/>
          </p:nvPr>
        </p:nvSpPr>
        <p:spPr>
          <a:xfrm>
            <a:off x="1158014" y="1500314"/>
            <a:ext cx="2489044" cy="44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Tham số </a:t>
            </a:r>
            <a:r>
              <a:rPr lang="en-US" dirty="0" err="1"/>
              <a:t>và</a:t>
            </a:r>
            <a:r>
              <a:rPr lang="en-US" dirty="0"/>
              <a:t> </a:t>
            </a:r>
            <a:r>
              <a:rPr lang="en-US" dirty="0" err="1"/>
              <a:t>đối</a:t>
            </a:r>
            <a:r>
              <a:rPr lang="en-US" dirty="0"/>
              <a:t> số</a:t>
            </a:r>
            <a:endParaRPr dirty="0"/>
          </a:p>
        </p:txBody>
      </p:sp>
      <p:sp>
        <p:nvSpPr>
          <p:cNvPr id="2" name="TextBox 1">
            <a:extLst>
              <a:ext uri="{FF2B5EF4-FFF2-40B4-BE49-F238E27FC236}">
                <a16:creationId xmlns:a16="http://schemas.microsoft.com/office/drawing/2014/main" id="{93D29C2D-CDC4-6874-26DC-C5AC630B1119}"/>
              </a:ext>
            </a:extLst>
          </p:cNvPr>
          <p:cNvSpPr txBox="1"/>
          <p:nvPr/>
        </p:nvSpPr>
        <p:spPr>
          <a:xfrm>
            <a:off x="3957828" y="1436759"/>
            <a:ext cx="704137"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4.1</a:t>
            </a:r>
          </a:p>
        </p:txBody>
      </p:sp>
      <p:sp>
        <p:nvSpPr>
          <p:cNvPr id="3" name="TextBox 2">
            <a:extLst>
              <a:ext uri="{FF2B5EF4-FFF2-40B4-BE49-F238E27FC236}">
                <a16:creationId xmlns:a16="http://schemas.microsoft.com/office/drawing/2014/main" id="{DF723BDE-5A8C-A052-EAAB-2D1EFD03CF8B}"/>
              </a:ext>
            </a:extLst>
          </p:cNvPr>
          <p:cNvSpPr txBox="1"/>
          <p:nvPr/>
        </p:nvSpPr>
        <p:spPr>
          <a:xfrm>
            <a:off x="4454099" y="3380931"/>
            <a:ext cx="783019" cy="584775"/>
          </a:xfrm>
          <a:prstGeom prst="rect">
            <a:avLst/>
          </a:prstGeom>
          <a:noFill/>
        </p:spPr>
        <p:txBody>
          <a:bodyPr wrap="square" rtlCol="0">
            <a:spAutoFit/>
          </a:bodyPr>
          <a:lstStyle/>
          <a:p>
            <a:r>
              <a:rPr lang="en-US" sz="3200" b="1" dirty="0">
                <a:solidFill>
                  <a:schemeClr val="accent5"/>
                </a:solidFill>
                <a:latin typeface="Baloo 2"/>
                <a:cs typeface="Baloo 2"/>
                <a:sym typeface="Baloo 2"/>
              </a:rPr>
              <a:t>4.2</a:t>
            </a:r>
          </a:p>
        </p:txBody>
      </p:sp>
      <p:sp>
        <p:nvSpPr>
          <p:cNvPr id="4" name="Google Shape;2226;p58">
            <a:extLst>
              <a:ext uri="{FF2B5EF4-FFF2-40B4-BE49-F238E27FC236}">
                <a16:creationId xmlns:a16="http://schemas.microsoft.com/office/drawing/2014/main" id="{48AD1931-9E6D-58C1-E4A0-8E85AA75E0B7}"/>
              </a:ext>
            </a:extLst>
          </p:cNvPr>
          <p:cNvSpPr txBox="1">
            <a:spLocks/>
          </p:cNvSpPr>
          <p:nvPr/>
        </p:nvSpPr>
        <p:spPr>
          <a:xfrm>
            <a:off x="5477333" y="3448768"/>
            <a:ext cx="2489044" cy="449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5"/>
              </a:buClr>
              <a:buSzPts val="2400"/>
              <a:buFont typeface="Baloo 2"/>
              <a:buNone/>
              <a:defRPr sz="2200" b="1" i="0" u="none" strike="noStrike" cap="none">
                <a:solidFill>
                  <a:schemeClr val="accent5"/>
                </a:solidFill>
                <a:latin typeface="Baloo 2"/>
                <a:ea typeface="Baloo 2"/>
                <a:cs typeface="Baloo 2"/>
                <a:sym typeface="Baloo 2"/>
              </a:defRPr>
            </a:lvl1pPr>
            <a:lvl2pPr marR="0" lvl="1"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2pPr>
            <a:lvl3pPr marR="0" lvl="2"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3pPr>
            <a:lvl4pPr marR="0" lvl="3"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4pPr>
            <a:lvl5pPr marR="0" lvl="4"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5pPr>
            <a:lvl6pPr marR="0" lvl="5"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6pPr>
            <a:lvl7pPr marR="0" lvl="6"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7pPr>
            <a:lvl8pPr marR="0" lvl="7"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8pPr>
            <a:lvl9pPr marR="0" lvl="8"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9pPr>
          </a:lstStyle>
          <a:p>
            <a:pPr algn="ctr"/>
            <a:endParaRPr lang="en-US" dirty="0"/>
          </a:p>
        </p:txBody>
      </p:sp>
      <p:sp>
        <p:nvSpPr>
          <p:cNvPr id="5" name="Google Shape;2226;p58">
            <a:extLst>
              <a:ext uri="{FF2B5EF4-FFF2-40B4-BE49-F238E27FC236}">
                <a16:creationId xmlns:a16="http://schemas.microsoft.com/office/drawing/2014/main" id="{6DED2D77-658E-A59D-99B1-21C63103D6CC}"/>
              </a:ext>
            </a:extLst>
          </p:cNvPr>
          <p:cNvSpPr txBox="1">
            <a:spLocks/>
          </p:cNvSpPr>
          <p:nvPr/>
        </p:nvSpPr>
        <p:spPr>
          <a:xfrm>
            <a:off x="5470408" y="3666637"/>
            <a:ext cx="2489044" cy="449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5"/>
              </a:buClr>
              <a:buSzPts val="2400"/>
              <a:buFont typeface="Baloo 2"/>
              <a:buNone/>
              <a:defRPr sz="2200" b="1" i="0" u="none" strike="noStrike" cap="none">
                <a:solidFill>
                  <a:schemeClr val="accent5"/>
                </a:solidFill>
                <a:latin typeface="Baloo 2"/>
                <a:ea typeface="Baloo 2"/>
                <a:cs typeface="Baloo 2"/>
                <a:sym typeface="Baloo 2"/>
              </a:defRPr>
            </a:lvl1pPr>
            <a:lvl2pPr marR="0" lvl="1"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2pPr>
            <a:lvl3pPr marR="0" lvl="2"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3pPr>
            <a:lvl4pPr marR="0" lvl="3"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4pPr>
            <a:lvl5pPr marR="0" lvl="4"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5pPr>
            <a:lvl6pPr marR="0" lvl="5"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6pPr>
            <a:lvl7pPr marR="0" lvl="6"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7pPr>
            <a:lvl8pPr marR="0" lvl="7"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8pPr>
            <a:lvl9pPr marR="0" lvl="8" algn="ctr" rtl="0">
              <a:lnSpc>
                <a:spcPct val="100000"/>
              </a:lnSpc>
              <a:spcBef>
                <a:spcPts val="0"/>
              </a:spcBef>
              <a:spcAft>
                <a:spcPts val="0"/>
              </a:spcAft>
              <a:buClr>
                <a:schemeClr val="dk1"/>
              </a:buClr>
              <a:buSzPts val="2400"/>
              <a:buFont typeface="Merriweather Black"/>
              <a:buNone/>
              <a:defRPr sz="2400" b="0" i="0" u="none" strike="noStrike" cap="none">
                <a:solidFill>
                  <a:schemeClr val="dk1"/>
                </a:solidFill>
                <a:latin typeface="Merriweather Black"/>
                <a:ea typeface="Merriweather Black"/>
                <a:cs typeface="Merriweather Black"/>
                <a:sym typeface="Merriweather Black"/>
              </a:defRPr>
            </a:lvl9pPr>
          </a:lstStyle>
          <a:p>
            <a:pPr algn="ctr"/>
            <a:r>
              <a:rPr lang="en-US" dirty="0" err="1"/>
              <a:t>Truyền</a:t>
            </a:r>
            <a:r>
              <a:rPr lang="en-US" dirty="0"/>
              <a:t> </a:t>
            </a:r>
            <a:r>
              <a:rPr lang="en-US" dirty="0" err="1"/>
              <a:t>tham</a:t>
            </a:r>
            <a:r>
              <a:rPr lang="en-US" dirty="0"/>
              <a:t> </a:t>
            </a:r>
            <a:r>
              <a:rPr lang="en-US" dirty="0" err="1"/>
              <a:t>số</a:t>
            </a:r>
            <a:r>
              <a:rPr lang="en-US" dirty="0"/>
              <a:t> &amp; </a:t>
            </a:r>
            <a:r>
              <a:rPr lang="en-US" dirty="0" err="1"/>
              <a:t>truyền</a:t>
            </a:r>
            <a:r>
              <a:rPr lang="en-US" dirty="0"/>
              <a:t> </a:t>
            </a:r>
            <a:r>
              <a:rPr lang="en-US" dirty="0" err="1"/>
              <a:t>tham</a:t>
            </a:r>
            <a:r>
              <a:rPr lang="en-US" dirty="0"/>
              <a:t> </a:t>
            </a:r>
            <a:r>
              <a:rPr lang="en-US" dirty="0" err="1"/>
              <a:t>trị</a:t>
            </a:r>
            <a:endParaRPr lang="en-US" dirty="0"/>
          </a:p>
        </p:txBody>
      </p:sp>
    </p:spTree>
    <p:extLst>
      <p:ext uri="{BB962C8B-B14F-4D97-AF65-F5344CB8AC3E}">
        <p14:creationId xmlns:p14="http://schemas.microsoft.com/office/powerpoint/2010/main" val="32343360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Kawaii Stickers Interface: Personal Organizer for Pre-K by Slidesgo">
  <a:themeElements>
    <a:clrScheme name="Simple Light">
      <a:dk1>
        <a:srgbClr val="282C64"/>
      </a:dk1>
      <a:lt1>
        <a:srgbClr val="FFFFFF"/>
      </a:lt1>
      <a:dk2>
        <a:srgbClr val="FFA7CD"/>
      </a:dk2>
      <a:lt2>
        <a:srgbClr val="FFDF6B"/>
      </a:lt2>
      <a:accent1>
        <a:srgbClr val="68E4A5"/>
      </a:accent1>
      <a:accent2>
        <a:srgbClr val="ACF0ED"/>
      </a:accent2>
      <a:accent3>
        <a:srgbClr val="29CFCB"/>
      </a:accent3>
      <a:accent4>
        <a:srgbClr val="05A4CA"/>
      </a:accent4>
      <a:accent5>
        <a:srgbClr val="474DA2"/>
      </a:accent5>
      <a:accent6>
        <a:srgbClr val="CF7CC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Kawaii Stickers Interface: Personal Organizer for Pre-K by Slidesgo">
  <a:themeElements>
    <a:clrScheme name="Simple Light">
      <a:dk1>
        <a:srgbClr val="282C64"/>
      </a:dk1>
      <a:lt1>
        <a:srgbClr val="FFFFFF"/>
      </a:lt1>
      <a:dk2>
        <a:srgbClr val="FFA7CD"/>
      </a:dk2>
      <a:lt2>
        <a:srgbClr val="FFDF6B"/>
      </a:lt2>
      <a:accent1>
        <a:srgbClr val="68E4A5"/>
      </a:accent1>
      <a:accent2>
        <a:srgbClr val="ACF0ED"/>
      </a:accent2>
      <a:accent3>
        <a:srgbClr val="29CFCB"/>
      </a:accent3>
      <a:accent4>
        <a:srgbClr val="05A4CA"/>
      </a:accent4>
      <a:accent5>
        <a:srgbClr val="474DA2"/>
      </a:accent5>
      <a:accent6>
        <a:srgbClr val="CF7CC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TotalTime>
  <Words>627</Words>
  <Application>Microsoft Office PowerPoint</Application>
  <PresentationFormat>On-screen Show (16:9)</PresentationFormat>
  <Paragraphs>99</Paragraphs>
  <Slides>28</Slides>
  <Notes>23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Baloo 2</vt:lpstr>
      <vt:lpstr>Montserrat Black</vt:lpstr>
      <vt:lpstr>Tw Cen MT</vt:lpstr>
      <vt:lpstr>ABeeZee</vt:lpstr>
      <vt:lpstr>Times New Roman</vt:lpstr>
      <vt:lpstr>Consolas</vt:lpstr>
      <vt:lpstr>Arial</vt:lpstr>
      <vt:lpstr>Montserrat Medium</vt:lpstr>
      <vt:lpstr>Merriweather Black</vt:lpstr>
      <vt:lpstr>Kawaii Stickers Interface: Personal Organizer for Pre-K by Slidesgo</vt:lpstr>
      <vt:lpstr>1_Kawaii Stickers Interface: Personal Organizer for Pre-K by Slidesgo</vt:lpstr>
      <vt:lpstr>HÀM</vt:lpstr>
      <vt:lpstr>Khái niệm</vt:lpstr>
      <vt:lpstr>KHÁI NIỆM</vt:lpstr>
      <vt:lpstr>Có khả năng xử lí các dữ liệu đầu vào &amp; tạo các dữ liệu đầu ra như 1 chương trình.  </vt:lpstr>
      <vt:lpstr>Vai trò  &amp; lợi ích</vt:lpstr>
      <vt:lpstr>Tái sử dụng</vt:lpstr>
      <vt:lpstr>Tái sử dụng</vt:lpstr>
      <vt:lpstr>Sửa lỗi  &amp;  cải tiến</vt:lpstr>
      <vt:lpstr>Tái sử dụng</vt:lpstr>
      <vt:lpstr>Được gọi nhiều lần với các đối số khác nhau</vt:lpstr>
      <vt:lpstr>Tái sử dụng</vt:lpstr>
      <vt:lpstr>Giúp hàm chính (main) cô đọng &amp; dễ hiểu hơn</vt:lpstr>
      <vt:lpstr>Tái sử dụng</vt:lpstr>
      <vt:lpstr>Cấu trúc, quy tắc  xây dựng  &amp; sử dụng hàm</vt:lpstr>
      <vt:lpstr>Cấu trúc thường thấy của hàm</vt:lpstr>
      <vt:lpstr>Cấu trúc thường thấy của hàm</vt:lpstr>
      <vt:lpstr>PowerPoint Presentation</vt:lpstr>
      <vt:lpstr>Trong đó:</vt:lpstr>
      <vt:lpstr>PowerPoint Presentation</vt:lpstr>
      <vt:lpstr>Cách sử dụng hàm</vt:lpstr>
      <vt:lpstr>PowerPoint Presentation</vt:lpstr>
      <vt:lpstr>Trong đó:</vt:lpstr>
      <vt:lpstr>Quy tắc khi sử dụng hàm</vt:lpstr>
      <vt:lpstr>PowerPoint Presentation</vt:lpstr>
      <vt:lpstr>Nguyên mẫu của hàm </vt:lpstr>
      <vt:lpstr>PowerPoint Presentation</vt:lpstr>
      <vt:lpstr>Tham số  &amp; cách truyền tham số</vt:lpstr>
      <vt:lpstr>Tham số và đối số</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HÀM</dc:title>
  <cp:lastModifiedBy>Ngô Minh Bảo Duy</cp:lastModifiedBy>
  <cp:revision>8</cp:revision>
  <dcterms:modified xsi:type="dcterms:W3CDTF">2022-10-31T09:10:07Z</dcterms:modified>
</cp:coreProperties>
</file>