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10"/>
  </p:notesMasterIdLst>
  <p:sldIdLst>
    <p:sldId id="256" r:id="rId2"/>
    <p:sldId id="257" r:id="rId3"/>
    <p:sldId id="283" r:id="rId4"/>
    <p:sldId id="284" r:id="rId5"/>
    <p:sldId id="285" r:id="rId6"/>
    <p:sldId id="288" r:id="rId7"/>
    <p:sldId id="286" r:id="rId8"/>
    <p:sldId id="28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vansang" initials="l" lastIdx="1" clrIdx="0">
    <p:extLst>
      <p:ext uri="{19B8F6BF-5375-455C-9EA6-DF929625EA0E}">
        <p15:presenceInfo xmlns:p15="http://schemas.microsoft.com/office/powerpoint/2012/main" userId="levans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D649A-63E3-403E-8B8D-7081E21567BD}" type="datetimeFigureOut">
              <a:rPr lang="en-US" smtClean="0"/>
              <a:t>10/10/2022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32F93-AFD0-4814-9103-68F2CE3B3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A921-12B9-4EE7-9982-12CCE490F812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62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C538-761A-4CC5-BF16-54B7E2253EF1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E5C49-F666-4E92-9BDB-7B361AC9998E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9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A475-8687-4019-BABC-342C1F027223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79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2256B-B986-461F-B986-545598CABEF6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2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05D6E-532E-4741-A1B5-EE766C272AFB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5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9DBDC-D9E1-4B2B-8873-75B1EE9FE09D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437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1BA17-769F-4263-99B5-7E7A72C1FD5A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95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C671-38DF-4F54-8C8D-D23197DE503A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4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89E7-5380-4C47-9D05-C7089057873A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14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D552-6C90-4086-BBFB-C885807561A6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3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12BBC-F3D8-4C50-BCA9-DF8BF46CC0B7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162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7456-FFF0-40B6-8AFF-4B349637063F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825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E42B-45C1-4A3A-AA74-296A317207E9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6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53037-84ED-46B6-B3F8-DB3E75110C16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08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B006-E3DE-443F-8E11-6E9C06CC0982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7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596C-5022-497F-A535-BE888241D17A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65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C85F6C-1AA4-4226-A342-11188EABF686}" type="datetime1">
              <a:rPr lang="en-US" smtClean="0"/>
              <a:t>10/10/2022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6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85160"/>
            <a:ext cx="12192000" cy="1371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HỌC QUỐC GIA TP.HCM</a:t>
            </a:r>
          </a:p>
          <a:p>
            <a:r>
              <a:rPr lang="en-US" b="1" dirty="0">
                <a:solidFill>
                  <a:srgbClr val="00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3502849" y="2983183"/>
            <a:ext cx="5986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 HỌC: </a:t>
            </a:r>
            <a:r>
              <a:rPr lang="en-US" sz="3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SỐ TUYẾN TÍNH</a:t>
            </a:r>
          </a:p>
          <a:p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MÃ SỐ MÔN HỌC: MA003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3949122" y="4694548"/>
            <a:ext cx="493163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GV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Lê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Email: sanglv@uit.edu.vn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DĐ: 0967-998-101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" r="1819" b="36519"/>
          <a:stretch/>
        </p:blipFill>
        <p:spPr>
          <a:xfrm>
            <a:off x="372234" y="179963"/>
            <a:ext cx="2788984" cy="22495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3" t="18256" r="42850" b="12553"/>
          <a:stretch/>
        </p:blipFill>
        <p:spPr>
          <a:xfrm>
            <a:off x="5259823" y="1352124"/>
            <a:ext cx="1213805" cy="10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41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1097" y="235671"/>
            <a:ext cx="63159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NHỮNG CHỦ ĐỀ CHÍNH CỦA MÔN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3382" y="1442298"/>
            <a:ext cx="67684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MA TRẬN – ĐỊNH THỨC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HỆ PHƯƠNG TRÌNH TUYẾN TÍNH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KHÔNG GIAN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0783" y="3668596"/>
            <a:ext cx="79373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KHÔNG GIAN EUCLIDE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TRỊ RIÊNG – VECTOR RIÊNG – CHÉO HÓA MA TRẬN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DẠNG SONG TUYẾN – DẠNG TOÀN PHƯƠNG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1572861" y="5894894"/>
            <a:ext cx="682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7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35162" y="90015"/>
            <a:ext cx="1608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 PHỨC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952371" y="3244334"/>
                <a:ext cx="28725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371" y="3244334"/>
                <a:ext cx="28725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6" y="2734670"/>
            <a:ext cx="2142734" cy="63134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 flipH="1">
            <a:off x="3367160" y="1307324"/>
            <a:ext cx="5793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 flipH="1">
            <a:off x="2865262" y="1896725"/>
            <a:ext cx="5793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ảo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555" y="1824752"/>
            <a:ext cx="1106582" cy="5005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 flipH="1">
            <a:off x="4263515" y="2504745"/>
            <a:ext cx="5793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4189117" y="3165703"/>
            <a:ext cx="57938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929" y="4359544"/>
            <a:ext cx="448926" cy="44892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 flipH="1">
            <a:off x="5284781" y="3767343"/>
            <a:ext cx="27310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thuần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 flipH="1">
            <a:off x="4828907" y="4369353"/>
            <a:ext cx="27310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 flipH="1">
            <a:off x="155405" y="5391113"/>
            <a:ext cx="7667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942" y="5375856"/>
            <a:ext cx="1623011" cy="47820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4781" y="5375535"/>
            <a:ext cx="1628348" cy="471364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74" y="3768629"/>
            <a:ext cx="448926" cy="44892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0919" y="1206280"/>
            <a:ext cx="2155776" cy="376903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575555" y="4009276"/>
            <a:ext cx="3179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756915" y="4631012"/>
            <a:ext cx="3179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2252" y="600037"/>
            <a:ext cx="3820667" cy="2365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2252" y="3090799"/>
            <a:ext cx="4012710" cy="334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2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047148" y="130576"/>
            <a:ext cx="455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diễn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endParaRPr lang="en-US" sz="2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96" y="679930"/>
            <a:ext cx="5088792" cy="32798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flipH="1">
            <a:off x="6156695" y="788571"/>
            <a:ext cx="9789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8566537" y="761518"/>
            <a:ext cx="2033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giác</a:t>
            </a:r>
            <a:endParaRPr lang="en-US" sz="2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flipH="1">
            <a:off x="11463897" y="787518"/>
            <a:ext cx="694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mũ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759" y="1091475"/>
            <a:ext cx="7003241" cy="85052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761" y="3167533"/>
            <a:ext cx="6116622" cy="107797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984" y="4952144"/>
            <a:ext cx="2692199" cy="126806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948" y="4739485"/>
            <a:ext cx="3155764" cy="17467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958" y="4005558"/>
            <a:ext cx="3602802" cy="290297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7358" y="1839413"/>
            <a:ext cx="6989578" cy="140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5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974320" y="17287"/>
            <a:ext cx="455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endParaRPr lang="en-US" sz="2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133524" y="260440"/>
            <a:ext cx="16186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200" i="1" u="sng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200" i="1" u="sng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trừ</a:t>
            </a:r>
            <a:endParaRPr lang="en-US" sz="2200" i="1" u="sng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133524" y="2003817"/>
            <a:ext cx="19193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u="sng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i="1" u="sng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chia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34" y="717942"/>
            <a:ext cx="3200400" cy="12858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24" y="2434704"/>
            <a:ext cx="4371975" cy="43624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856" y="722193"/>
            <a:ext cx="6972595" cy="4641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917" y="1241828"/>
            <a:ext cx="5163086" cy="552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9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974320" y="17287"/>
            <a:ext cx="4553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endParaRPr lang="en-US" sz="2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flipH="1">
            <a:off x="67489" y="715810"/>
            <a:ext cx="32810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u="sng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lũy</a:t>
            </a:r>
            <a:r>
              <a:rPr lang="en-US" sz="2200" i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u="sng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thừa</a:t>
            </a:r>
            <a:r>
              <a:rPr lang="en-US" sz="2200" i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200" i="1" u="sng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căn</a:t>
            </a:r>
            <a:r>
              <a:rPr lang="en-US" sz="2200" i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i="1" u="sng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bậc</a:t>
            </a:r>
            <a:r>
              <a:rPr lang="en-US" sz="2200" i="1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6" y="1435372"/>
            <a:ext cx="5992489" cy="13762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r="33305"/>
          <a:stretch/>
        </p:blipFill>
        <p:spPr>
          <a:xfrm>
            <a:off x="6324528" y="750189"/>
            <a:ext cx="5757176" cy="16945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559" y="2740420"/>
            <a:ext cx="2161824" cy="3768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09831" y="2130196"/>
            <a:ext cx="2502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Moivre</a:t>
            </a:r>
            <a:endParaRPr lang="en-US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/>
          <a:srcRect l="66611"/>
          <a:stretch/>
        </p:blipFill>
        <p:spPr>
          <a:xfrm>
            <a:off x="6324528" y="2017362"/>
            <a:ext cx="3054141" cy="1795659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154002" y="1802254"/>
            <a:ext cx="3581210" cy="960480"/>
          </a:xfrm>
          <a:custGeom>
            <a:avLst/>
            <a:gdLst>
              <a:gd name="connsiteX0" fmla="*/ 3058536 w 3581210"/>
              <a:gd name="connsiteY0" fmla="*/ 520158 h 960480"/>
              <a:gd name="connsiteX1" fmla="*/ 1941835 w 3581210"/>
              <a:gd name="connsiteY1" fmla="*/ 42728 h 960480"/>
              <a:gd name="connsiteX2" fmla="*/ 266783 w 3581210"/>
              <a:gd name="connsiteY2" fmla="*/ 115557 h 960480"/>
              <a:gd name="connsiteX3" fmla="*/ 299152 w 3581210"/>
              <a:gd name="connsiteY3" fmla="*/ 860024 h 960480"/>
              <a:gd name="connsiteX4" fmla="*/ 3115180 w 3581210"/>
              <a:gd name="connsiteY4" fmla="*/ 924760 h 960480"/>
              <a:gd name="connsiteX5" fmla="*/ 3576426 w 3581210"/>
              <a:gd name="connsiteY5" fmla="*/ 592987 h 960480"/>
              <a:gd name="connsiteX6" fmla="*/ 3576426 w 3581210"/>
              <a:gd name="connsiteY6" fmla="*/ 592987 h 96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1210" h="960480">
                <a:moveTo>
                  <a:pt x="3058536" y="520158"/>
                </a:moveTo>
                <a:cubicBezTo>
                  <a:pt x="2732831" y="315159"/>
                  <a:pt x="2407127" y="110161"/>
                  <a:pt x="1941835" y="42728"/>
                </a:cubicBezTo>
                <a:cubicBezTo>
                  <a:pt x="1476543" y="-24706"/>
                  <a:pt x="540563" y="-20659"/>
                  <a:pt x="266783" y="115557"/>
                </a:cubicBezTo>
                <a:cubicBezTo>
                  <a:pt x="-6997" y="251773"/>
                  <a:pt x="-175581" y="725157"/>
                  <a:pt x="299152" y="860024"/>
                </a:cubicBezTo>
                <a:cubicBezTo>
                  <a:pt x="773885" y="994891"/>
                  <a:pt x="2568968" y="969266"/>
                  <a:pt x="3115180" y="924760"/>
                </a:cubicBezTo>
                <a:cubicBezTo>
                  <a:pt x="3661392" y="880254"/>
                  <a:pt x="3576426" y="592987"/>
                  <a:pt x="3576426" y="592987"/>
                </a:cubicBezTo>
                <a:lnTo>
                  <a:pt x="3576426" y="592987"/>
                </a:lnTo>
              </a:path>
            </a:pathLst>
          </a:cu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22" y="5892495"/>
            <a:ext cx="3063160" cy="4641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844" y="5340744"/>
            <a:ext cx="7987056" cy="15296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6331" y="3722336"/>
            <a:ext cx="1725956" cy="11201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11089309" y="4923413"/>
            <a:ext cx="0" cy="5829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022" y="3178519"/>
            <a:ext cx="879157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3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3715375" y="106300"/>
            <a:ext cx="54124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endParaRPr lang="en-US" sz="2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67" y="4015893"/>
            <a:ext cx="3724746" cy="469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894" y="4015893"/>
            <a:ext cx="12218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1673" y="4041099"/>
            <a:ext cx="598816" cy="3528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768" y="4697872"/>
            <a:ext cx="3209056" cy="1927742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8347010" y="5637679"/>
            <a:ext cx="56839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75" y="490204"/>
            <a:ext cx="11183550" cy="28933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30" y="4545390"/>
            <a:ext cx="8952057" cy="225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0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5835479" y="106301"/>
            <a:ext cx="10022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2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i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endParaRPr lang="en-US" sz="22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" y="119443"/>
            <a:ext cx="5591596" cy="18275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5" y="1949924"/>
            <a:ext cx="6484894" cy="3665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3" y="5615874"/>
            <a:ext cx="5321301" cy="122107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336" y="681159"/>
            <a:ext cx="5295900" cy="1152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flipH="1">
            <a:off x="6741507" y="553372"/>
            <a:ext cx="209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 1.8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Rút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gọn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6741507" y="1740344"/>
            <a:ext cx="5058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1.9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761" y="2165844"/>
            <a:ext cx="5067478" cy="9279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856" y="3479502"/>
            <a:ext cx="5400675" cy="3333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flipH="1">
            <a:off x="6707791" y="3171280"/>
            <a:ext cx="5058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 1.10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đẳng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65916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2791</TotalTime>
  <Words>234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levansang</dc:creator>
  <cp:lastModifiedBy>Nguyễn Gia Bảo</cp:lastModifiedBy>
  <cp:revision>423</cp:revision>
  <dcterms:created xsi:type="dcterms:W3CDTF">2022-09-04T11:50:20Z</dcterms:created>
  <dcterms:modified xsi:type="dcterms:W3CDTF">2022-10-10T14:45:43Z</dcterms:modified>
</cp:coreProperties>
</file>