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55"/>
  </p:notesMasterIdLst>
  <p:handoutMasterIdLst>
    <p:handoutMasterId r:id="rId56"/>
  </p:handoutMasterIdLst>
  <p:sldIdLst>
    <p:sldId id="311" r:id="rId2"/>
    <p:sldId id="412" r:id="rId3"/>
    <p:sldId id="413" r:id="rId4"/>
    <p:sldId id="414" r:id="rId5"/>
    <p:sldId id="415" r:id="rId6"/>
    <p:sldId id="416" r:id="rId7"/>
    <p:sldId id="333" r:id="rId8"/>
    <p:sldId id="396" r:id="rId9"/>
    <p:sldId id="397" r:id="rId10"/>
    <p:sldId id="398" r:id="rId11"/>
    <p:sldId id="399" r:id="rId12"/>
    <p:sldId id="400" r:id="rId13"/>
    <p:sldId id="401" r:id="rId14"/>
    <p:sldId id="402" r:id="rId15"/>
    <p:sldId id="403" r:id="rId16"/>
    <p:sldId id="404" r:id="rId17"/>
    <p:sldId id="405" r:id="rId18"/>
    <p:sldId id="433" r:id="rId19"/>
    <p:sldId id="434" r:id="rId20"/>
    <p:sldId id="435" r:id="rId21"/>
    <p:sldId id="436" r:id="rId22"/>
    <p:sldId id="437" r:id="rId23"/>
    <p:sldId id="438" r:id="rId24"/>
    <p:sldId id="439" r:id="rId25"/>
    <p:sldId id="440" r:id="rId26"/>
    <p:sldId id="441" r:id="rId27"/>
    <p:sldId id="442" r:id="rId28"/>
    <p:sldId id="417" r:id="rId29"/>
    <p:sldId id="418" r:id="rId30"/>
    <p:sldId id="444" r:id="rId31"/>
    <p:sldId id="420" r:id="rId32"/>
    <p:sldId id="422" r:id="rId33"/>
    <p:sldId id="423" r:id="rId34"/>
    <p:sldId id="295" r:id="rId35"/>
    <p:sldId id="426" r:id="rId36"/>
    <p:sldId id="410" r:id="rId37"/>
    <p:sldId id="297" r:id="rId38"/>
    <p:sldId id="298" r:id="rId39"/>
    <p:sldId id="428" r:id="rId40"/>
    <p:sldId id="299" r:id="rId41"/>
    <p:sldId id="300" r:id="rId42"/>
    <p:sldId id="424" r:id="rId43"/>
    <p:sldId id="302" r:id="rId44"/>
    <p:sldId id="303" r:id="rId45"/>
    <p:sldId id="304" r:id="rId46"/>
    <p:sldId id="305" r:id="rId47"/>
    <p:sldId id="306" r:id="rId48"/>
    <p:sldId id="429" r:id="rId49"/>
    <p:sldId id="430" r:id="rId50"/>
    <p:sldId id="390" r:id="rId51"/>
    <p:sldId id="425" r:id="rId52"/>
    <p:sldId id="431" r:id="rId53"/>
    <p:sldId id="42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E06A"/>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44" autoAdjust="0"/>
    <p:restoredTop sz="93759" autoAdjust="0"/>
  </p:normalViewPr>
  <p:slideViewPr>
    <p:cSldViewPr snapToGrid="0">
      <p:cViewPr varScale="1">
        <p:scale>
          <a:sx n="86" d="100"/>
          <a:sy n="86" d="100"/>
        </p:scale>
        <p:origin x="810" y="66"/>
      </p:cViewPr>
      <p:guideLst>
        <p:guide orient="horz" pos="2160"/>
        <p:guide pos="3840"/>
      </p:guideLst>
    </p:cSldViewPr>
  </p:slid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B1A8DA-528E-4079-8EF3-D72291CD0886}" type="doc">
      <dgm:prSet loTypeId="urn:microsoft.com/office/officeart/2005/8/layout/hList3" loCatId="list" qsTypeId="urn:microsoft.com/office/officeart/2005/8/quickstyle/3d4" qsCatId="3D" csTypeId="urn:microsoft.com/office/officeart/2005/8/colors/colorful4" csCatId="colorful" phldr="1"/>
      <dgm:spPr/>
      <dgm:t>
        <a:bodyPr/>
        <a:lstStyle/>
        <a:p>
          <a:endParaRPr lang="en-US"/>
        </a:p>
      </dgm:t>
    </dgm:pt>
    <dgm:pt modelId="{EBC05F7C-FED3-49C2-9B3F-4A5546A2B15C}">
      <dgm:prSet phldrT="[Text]"/>
      <dgm:spPr>
        <a:solidFill>
          <a:schemeClr val="bg2"/>
        </a:solidFill>
        <a:ln>
          <a:solidFill>
            <a:srgbClr val="FF0000"/>
          </a:solidFill>
        </a:ln>
      </dgm:spPr>
      <dgm:t>
        <a:bodyPr/>
        <a:lstStyle/>
        <a:p>
          <a:pPr algn="ctr"/>
          <a:r>
            <a:rPr lang="en-US" dirty="0" err="1" smtClean="0">
              <a:solidFill>
                <a:srgbClr val="FF0000"/>
              </a:solidFill>
            </a:rPr>
            <a:t>Đại</a:t>
          </a:r>
          <a:r>
            <a:rPr lang="en-US" dirty="0" smtClean="0">
              <a:solidFill>
                <a:srgbClr val="FF0000"/>
              </a:solidFill>
            </a:rPr>
            <a:t> </a:t>
          </a:r>
          <a:r>
            <a:rPr lang="en-US" dirty="0" err="1" smtClean="0">
              <a:solidFill>
                <a:srgbClr val="FF0000"/>
              </a:solidFill>
            </a:rPr>
            <a:t>đội</a:t>
          </a:r>
          <a:r>
            <a:rPr lang="en-US" dirty="0" smtClean="0">
              <a:solidFill>
                <a:srgbClr val="FF0000"/>
              </a:solidFill>
            </a:rPr>
            <a:t> </a:t>
          </a:r>
          <a:r>
            <a:rPr lang="en-US" dirty="0" err="1" smtClean="0">
              <a:solidFill>
                <a:srgbClr val="FF0000"/>
              </a:solidFill>
            </a:rPr>
            <a:t>Trưởng</a:t>
          </a:r>
          <a:r>
            <a:rPr lang="en-US" dirty="0" smtClean="0">
              <a:solidFill>
                <a:srgbClr val="FF0000"/>
              </a:solidFill>
            </a:rPr>
            <a:t>(</a:t>
          </a:r>
          <a:r>
            <a:rPr lang="en-US" dirty="0" err="1" smtClean="0">
              <a:solidFill>
                <a:srgbClr val="FF0000"/>
              </a:solidFill>
            </a:rPr>
            <a:t>ct</a:t>
          </a:r>
          <a:r>
            <a:rPr lang="en-US" dirty="0" smtClean="0">
              <a:solidFill>
                <a:srgbClr val="FF0000"/>
              </a:solidFill>
            </a:rPr>
            <a:t>)</a:t>
          </a:r>
          <a:endParaRPr lang="en-US" dirty="0">
            <a:solidFill>
              <a:srgbClr val="FF0000"/>
            </a:solidFill>
          </a:endParaRPr>
        </a:p>
      </dgm:t>
    </dgm:pt>
    <dgm:pt modelId="{820FF1CD-E82F-4DAE-8782-9CC4D9580706}" type="parTrans" cxnId="{C831980E-9E03-4113-8C1F-88F8DC7C29AD}">
      <dgm:prSet/>
      <dgm:spPr/>
      <dgm:t>
        <a:bodyPr/>
        <a:lstStyle/>
        <a:p>
          <a:endParaRPr lang="en-US"/>
        </a:p>
      </dgm:t>
    </dgm:pt>
    <dgm:pt modelId="{C5BC3E2F-6204-4F39-97B8-6AB29AD28991}" type="sibTrans" cxnId="{C831980E-9E03-4113-8C1F-88F8DC7C29AD}">
      <dgm:prSet/>
      <dgm:spPr/>
      <dgm:t>
        <a:bodyPr/>
        <a:lstStyle/>
        <a:p>
          <a:endParaRPr lang="en-US"/>
        </a:p>
      </dgm:t>
    </dgm:pt>
    <dgm:pt modelId="{9904E46B-ADA7-4F80-AF82-C18006B31338}">
      <dgm:prSet phldrT="[Tex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a1</a:t>
          </a:r>
          <a:endParaRPr lang="en-US" b="1" dirty="0">
            <a:solidFill>
              <a:schemeClr val="tx1"/>
            </a:solidFill>
          </a:endParaRPr>
        </a:p>
      </dgm:t>
    </dgm:pt>
    <dgm:pt modelId="{C30DEFF7-70C3-4269-AC4F-78D581AB7B69}" type="parTrans" cxnId="{57A409C2-A35D-414D-A856-82145F3E1BFD}">
      <dgm:prSet/>
      <dgm:spPr/>
      <dgm:t>
        <a:bodyPr/>
        <a:lstStyle/>
        <a:p>
          <a:endParaRPr lang="en-US"/>
        </a:p>
      </dgm:t>
    </dgm:pt>
    <dgm:pt modelId="{F815CC60-F673-4B72-BB81-D523664EB422}" type="sibTrans" cxnId="{57A409C2-A35D-414D-A856-82145F3E1BFD}">
      <dgm:prSet/>
      <dgm:spPr/>
      <dgm:t>
        <a:bodyPr/>
        <a:lstStyle/>
        <a:p>
          <a:endParaRPr lang="en-US"/>
        </a:p>
      </dgm:t>
    </dgm:pt>
    <dgm:pt modelId="{DAB88952-340A-420C-A507-AFEC36D7137D}">
      <dgm:prSet phldrT="[Tex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a2</a:t>
          </a:r>
          <a:endParaRPr lang="en-US" b="1" dirty="0">
            <a:solidFill>
              <a:schemeClr val="tx1"/>
            </a:solidFill>
          </a:endParaRPr>
        </a:p>
      </dgm:t>
    </dgm:pt>
    <dgm:pt modelId="{5625BCA3-C243-4CF2-96F2-7B8F820BEC2F}" type="parTrans" cxnId="{DD43753C-9D0C-4093-9A94-530F6657F83E}">
      <dgm:prSet/>
      <dgm:spPr/>
      <dgm:t>
        <a:bodyPr/>
        <a:lstStyle/>
        <a:p>
          <a:endParaRPr lang="en-US"/>
        </a:p>
      </dgm:t>
    </dgm:pt>
    <dgm:pt modelId="{905882DE-1738-45B4-9910-49B695751821}" type="sibTrans" cxnId="{DD43753C-9D0C-4093-9A94-530F6657F83E}">
      <dgm:prSet/>
      <dgm:spPr/>
      <dgm:t>
        <a:bodyPr/>
        <a:lstStyle/>
        <a:p>
          <a:endParaRPr lang="en-US"/>
        </a:p>
      </dgm:t>
    </dgm:pt>
    <dgm:pt modelId="{254E1162-A6B7-4D07-A79E-393DC7D2892B}">
      <dgm:prSet phldrT="[Tex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a10</a:t>
          </a:r>
          <a:endParaRPr lang="en-US" b="1" dirty="0">
            <a:solidFill>
              <a:schemeClr val="tx1"/>
            </a:solidFill>
          </a:endParaRPr>
        </a:p>
      </dgm:t>
    </dgm:pt>
    <dgm:pt modelId="{E8752527-51DC-4855-8829-B50610B768AC}" type="parTrans" cxnId="{AB408755-217B-4C1C-9B0C-E70C8A51A90D}">
      <dgm:prSet/>
      <dgm:spPr/>
      <dgm:t>
        <a:bodyPr/>
        <a:lstStyle/>
        <a:p>
          <a:endParaRPr lang="en-US"/>
        </a:p>
      </dgm:t>
    </dgm:pt>
    <dgm:pt modelId="{8EBAF7EE-8BBB-448C-80DF-28CC281820AC}" type="sibTrans" cxnId="{AB408755-217B-4C1C-9B0C-E70C8A51A90D}">
      <dgm:prSet/>
      <dgm:spPr/>
      <dgm:t>
        <a:bodyPr/>
        <a:lstStyle/>
        <a:p>
          <a:endParaRPr lang="en-US"/>
        </a:p>
      </dgm:t>
    </dgm:pt>
    <dgm:pt modelId="{36E3F675-57DD-42ED-ABB3-98A58A376E40}">
      <dgm:prSet phldrT="[Text]"/>
      <dgm:spPr/>
      <dgm:t>
        <a:bodyPr/>
        <a:lstStyle/>
        <a:p>
          <a:endParaRPr lang="en-US" dirty="0"/>
        </a:p>
      </dgm:t>
    </dgm:pt>
    <dgm:pt modelId="{74D08389-E394-4ADB-8CA6-CDA60531EEAD}" type="parTrans" cxnId="{4F7C8902-1395-41A3-8F3A-5655D798B9BA}">
      <dgm:prSet/>
      <dgm:spPr/>
      <dgm:t>
        <a:bodyPr/>
        <a:lstStyle/>
        <a:p>
          <a:endParaRPr lang="en-US"/>
        </a:p>
      </dgm:t>
    </dgm:pt>
    <dgm:pt modelId="{038EBB98-3832-4099-81B2-5FBA2E46B493}" type="sibTrans" cxnId="{4F7C8902-1395-41A3-8F3A-5655D798B9BA}">
      <dgm:prSet/>
      <dgm:spPr/>
      <dgm:t>
        <a:bodyPr/>
        <a:lstStyle/>
        <a:p>
          <a:endParaRPr lang="en-US"/>
        </a:p>
      </dgm:t>
    </dgm:pt>
    <dgm:pt modelId="{8F0BEE94-F373-4CDD-A4CA-D1D4AD0AF328}">
      <dgm:prSet/>
      <dgm:spPr/>
      <dgm:t>
        <a:bodyPr/>
        <a:lstStyle/>
        <a:p>
          <a:endParaRPr lang="en-US"/>
        </a:p>
      </dgm:t>
    </dgm:pt>
    <dgm:pt modelId="{35982CE2-CA2E-4E55-89A1-6511C8E4683C}" type="parTrans" cxnId="{8E637240-C346-4DF3-9C8E-256E1C2BFAE6}">
      <dgm:prSet/>
      <dgm:spPr/>
      <dgm:t>
        <a:bodyPr/>
        <a:lstStyle/>
        <a:p>
          <a:endParaRPr lang="en-US"/>
        </a:p>
      </dgm:t>
    </dgm:pt>
    <dgm:pt modelId="{0E8CF3AF-C35F-4674-8CFF-D4AED4F11902}" type="sibTrans" cxnId="{8E637240-C346-4DF3-9C8E-256E1C2BFAE6}">
      <dgm:prSet/>
      <dgm:spPr/>
      <dgm:t>
        <a:bodyPr/>
        <a:lstStyle/>
        <a:p>
          <a:endParaRPr lang="en-US"/>
        </a:p>
      </dgm:t>
    </dgm:pt>
    <dgm:pt modelId="{609C3CF5-39AC-410C-9137-7A3A5980EFB5}">
      <dgm:prSet/>
      <dgm:spPr/>
      <dgm:t>
        <a:bodyPr/>
        <a:lstStyle/>
        <a:p>
          <a:endParaRPr lang="en-US"/>
        </a:p>
      </dgm:t>
    </dgm:pt>
    <dgm:pt modelId="{C49BF610-182B-42E3-B1DC-AA37C6EA9030}" type="parTrans" cxnId="{C28CEB57-8E9C-481A-AE1E-57397930C252}">
      <dgm:prSet/>
      <dgm:spPr/>
      <dgm:t>
        <a:bodyPr/>
        <a:lstStyle/>
        <a:p>
          <a:endParaRPr lang="en-US"/>
        </a:p>
      </dgm:t>
    </dgm:pt>
    <dgm:pt modelId="{6CAF861F-3D9B-4751-BAB8-F650C097618F}" type="sibTrans" cxnId="{C28CEB57-8E9C-481A-AE1E-57397930C252}">
      <dgm:prSet/>
      <dgm:spPr/>
      <dgm:t>
        <a:bodyPr/>
        <a:lstStyle/>
        <a:p>
          <a:endParaRPr lang="en-US"/>
        </a:p>
      </dgm:t>
    </dgm:pt>
    <dgm:pt modelId="{A6628F38-3C67-4280-A472-CB4E88FBCEB4}">
      <dgm:prSet/>
      <dgm:spPr/>
      <dgm:t>
        <a:bodyPr/>
        <a:lstStyle/>
        <a:p>
          <a:endParaRPr lang="en-US"/>
        </a:p>
      </dgm:t>
    </dgm:pt>
    <dgm:pt modelId="{21A3B3DD-0B16-4B88-A08E-566A81F22F83}" type="parTrans" cxnId="{6822D636-E90D-47AF-9322-7428CB478B13}">
      <dgm:prSet/>
      <dgm:spPr/>
      <dgm:t>
        <a:bodyPr/>
        <a:lstStyle/>
        <a:p>
          <a:endParaRPr lang="en-US"/>
        </a:p>
      </dgm:t>
    </dgm:pt>
    <dgm:pt modelId="{C37D54D3-ACB9-4D62-B32D-1B04CF5F8300}" type="sibTrans" cxnId="{6822D636-E90D-47AF-9322-7428CB478B13}">
      <dgm:prSet/>
      <dgm:spPr/>
      <dgm:t>
        <a:bodyPr/>
        <a:lstStyle/>
        <a:p>
          <a:endParaRPr lang="en-US"/>
        </a:p>
      </dgm:t>
    </dgm:pt>
    <dgm:pt modelId="{7CDC9259-5876-429E-A610-8AF46F2141E9}">
      <dgm:prSet/>
      <dgm:spPr/>
      <dgm:t>
        <a:bodyPr/>
        <a:lstStyle/>
        <a:p>
          <a:endParaRPr lang="en-US"/>
        </a:p>
      </dgm:t>
    </dgm:pt>
    <dgm:pt modelId="{2842F3D5-82B4-4A9E-ACE5-2807C9A06364}" type="parTrans" cxnId="{713A4B84-7922-46FE-A2FA-549F78371942}">
      <dgm:prSet/>
      <dgm:spPr/>
      <dgm:t>
        <a:bodyPr/>
        <a:lstStyle/>
        <a:p>
          <a:endParaRPr lang="en-US"/>
        </a:p>
      </dgm:t>
    </dgm:pt>
    <dgm:pt modelId="{DF310697-0C1F-476A-99C5-8C0F58AE7CAD}" type="sibTrans" cxnId="{713A4B84-7922-46FE-A2FA-549F78371942}">
      <dgm:prSet/>
      <dgm:spPr/>
      <dgm:t>
        <a:bodyPr/>
        <a:lstStyle/>
        <a:p>
          <a:endParaRPr lang="en-US"/>
        </a:p>
      </dgm:t>
    </dgm:pt>
    <dgm:pt modelId="{665766FD-8AAE-412B-B5FC-1AD709C3A9AB}">
      <dgm:prSet/>
      <dgm:spPr/>
      <dgm:t>
        <a:bodyPr/>
        <a:lstStyle/>
        <a:p>
          <a:endParaRPr lang="en-US"/>
        </a:p>
      </dgm:t>
    </dgm:pt>
    <dgm:pt modelId="{2473A878-15E2-4EB8-B490-13645D85425C}" type="parTrans" cxnId="{59F0A277-B189-403A-8F34-623371486287}">
      <dgm:prSet/>
      <dgm:spPr/>
      <dgm:t>
        <a:bodyPr/>
        <a:lstStyle/>
        <a:p>
          <a:endParaRPr lang="en-US"/>
        </a:p>
      </dgm:t>
    </dgm:pt>
    <dgm:pt modelId="{59D074DD-4605-4778-99DC-2758A44B89E6}" type="sibTrans" cxnId="{59F0A277-B189-403A-8F34-623371486287}">
      <dgm:prSet/>
      <dgm:spPr/>
      <dgm:t>
        <a:bodyPr/>
        <a:lstStyle/>
        <a:p>
          <a:endParaRPr lang="en-US"/>
        </a:p>
      </dgm:t>
    </dgm:pt>
    <dgm:pt modelId="{E60A1F22-0F04-4222-85C1-FD5FE227AB42}">
      <dgm:prSet/>
      <dgm:spPr/>
      <dgm:t>
        <a:bodyPr/>
        <a:lstStyle/>
        <a:p>
          <a:endParaRPr lang="en-US"/>
        </a:p>
      </dgm:t>
    </dgm:pt>
    <dgm:pt modelId="{C26AE38F-C38E-4ABF-9988-7A22B580AC0E}" type="parTrans" cxnId="{ABF65417-5206-4523-9967-1746E9CD1A27}">
      <dgm:prSet/>
      <dgm:spPr/>
      <dgm:t>
        <a:bodyPr/>
        <a:lstStyle/>
        <a:p>
          <a:endParaRPr lang="en-US"/>
        </a:p>
      </dgm:t>
    </dgm:pt>
    <dgm:pt modelId="{A3001628-9988-44BE-A93F-CE491D631511}" type="sibTrans" cxnId="{ABF65417-5206-4523-9967-1746E9CD1A27}">
      <dgm:prSet/>
      <dgm:spPr/>
      <dgm:t>
        <a:bodyPr/>
        <a:lstStyle/>
        <a:p>
          <a:endParaRPr lang="en-US"/>
        </a:p>
      </dgm:t>
    </dgm:pt>
    <dgm:pt modelId="{451B5267-F0EB-4A83-9282-B6D008B16F8E}">
      <dgm:prSet/>
      <dgm:spPr/>
      <dgm:t>
        <a:bodyPr/>
        <a:lstStyle/>
        <a:p>
          <a:endParaRPr lang="en-US"/>
        </a:p>
      </dgm:t>
    </dgm:pt>
    <dgm:pt modelId="{0ABC87A1-AC74-4EBD-9CF8-F3F439E89DE2}" type="parTrans" cxnId="{C3457990-2842-498F-8987-92538A8F93FB}">
      <dgm:prSet/>
      <dgm:spPr/>
      <dgm:t>
        <a:bodyPr/>
        <a:lstStyle/>
        <a:p>
          <a:endParaRPr lang="en-US"/>
        </a:p>
      </dgm:t>
    </dgm:pt>
    <dgm:pt modelId="{257CB11C-89CC-4545-BFE9-95E46011A397}" type="sibTrans" cxnId="{C3457990-2842-498F-8987-92538A8F93FB}">
      <dgm:prSet/>
      <dgm:spPr/>
      <dgm:t>
        <a:bodyPr/>
        <a:lstStyle/>
        <a:p>
          <a:endParaRPr lang="en-US"/>
        </a:p>
      </dgm:t>
    </dgm:pt>
    <dgm:pt modelId="{C385E29E-530F-4854-80A0-5109DD539DB5}">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a3</a:t>
          </a:r>
          <a:endParaRPr lang="en-US" b="1" dirty="0">
            <a:solidFill>
              <a:schemeClr val="tx1"/>
            </a:solidFill>
          </a:endParaRPr>
        </a:p>
      </dgm:t>
    </dgm:pt>
    <dgm:pt modelId="{95D2B0E1-81F8-43AB-9732-EEB5563CC66F}" type="parTrans" cxnId="{CC1A2FEF-B6F8-4260-A5CA-44AB92EFFC08}">
      <dgm:prSet/>
      <dgm:spPr/>
      <dgm:t>
        <a:bodyPr/>
        <a:lstStyle/>
        <a:p>
          <a:endParaRPr lang="en-US"/>
        </a:p>
      </dgm:t>
    </dgm:pt>
    <dgm:pt modelId="{2398C36E-4AFF-4901-A1F0-D50C2E3A1235}" type="sibTrans" cxnId="{CC1A2FEF-B6F8-4260-A5CA-44AB92EFFC08}">
      <dgm:prSet/>
      <dgm:spPr/>
      <dgm:t>
        <a:bodyPr/>
        <a:lstStyle/>
        <a:p>
          <a:endParaRPr lang="en-US"/>
        </a:p>
      </dgm:t>
    </dgm:pt>
    <dgm:pt modelId="{8BB1EC4F-6ED6-4D36-8C2F-B65F3DC15485}">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a4</a:t>
          </a:r>
          <a:endParaRPr lang="en-US" b="1" dirty="0">
            <a:solidFill>
              <a:schemeClr val="tx1"/>
            </a:solidFill>
          </a:endParaRPr>
        </a:p>
      </dgm:t>
    </dgm:pt>
    <dgm:pt modelId="{6A532024-1508-4A53-8E5A-A752336D032C}" type="parTrans" cxnId="{2E48D8BF-5849-4080-9111-FEEC1269CEFA}">
      <dgm:prSet/>
      <dgm:spPr/>
      <dgm:t>
        <a:bodyPr/>
        <a:lstStyle/>
        <a:p>
          <a:endParaRPr lang="en-US"/>
        </a:p>
      </dgm:t>
    </dgm:pt>
    <dgm:pt modelId="{F3E349D3-F95E-42A1-8EB1-46D0A61537C0}" type="sibTrans" cxnId="{2E48D8BF-5849-4080-9111-FEEC1269CEFA}">
      <dgm:prSet/>
      <dgm:spPr/>
      <dgm:t>
        <a:bodyPr/>
        <a:lstStyle/>
        <a:p>
          <a:endParaRPr lang="en-US"/>
        </a:p>
      </dgm:t>
    </dgm:pt>
    <dgm:pt modelId="{A3AF0148-DF76-40B6-AA9B-26ECC633BE83}">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t>
          </a:r>
          <a:r>
            <a:rPr lang="vi-VN" b="1" dirty="0" smtClean="0">
              <a:solidFill>
                <a:schemeClr val="tx1"/>
              </a:solidFill>
            </a:rPr>
            <a:t>a</a:t>
          </a:r>
          <a:r>
            <a:rPr lang="en-US" b="1" dirty="0" smtClean="0">
              <a:solidFill>
                <a:schemeClr val="tx1"/>
              </a:solidFill>
            </a:rPr>
            <a:t>5</a:t>
          </a:r>
          <a:endParaRPr lang="en-US" b="1" dirty="0">
            <a:solidFill>
              <a:schemeClr val="tx1"/>
            </a:solidFill>
          </a:endParaRPr>
        </a:p>
      </dgm:t>
    </dgm:pt>
    <dgm:pt modelId="{599834DF-E613-425F-A7E7-8579CAAB413D}" type="parTrans" cxnId="{F404B328-0BA5-4FCC-92AF-EAF07F6A5B24}">
      <dgm:prSet/>
      <dgm:spPr/>
      <dgm:t>
        <a:bodyPr/>
        <a:lstStyle/>
        <a:p>
          <a:endParaRPr lang="en-US"/>
        </a:p>
      </dgm:t>
    </dgm:pt>
    <dgm:pt modelId="{678AFCF4-4545-47AC-9E27-7FCC50A138A4}" type="sibTrans" cxnId="{F404B328-0BA5-4FCC-92AF-EAF07F6A5B24}">
      <dgm:prSet/>
      <dgm:spPr/>
      <dgm:t>
        <a:bodyPr/>
        <a:lstStyle/>
        <a:p>
          <a:endParaRPr lang="en-US"/>
        </a:p>
      </dgm:t>
    </dgm:pt>
    <dgm:pt modelId="{CA2D3373-7C67-4DF5-B0E7-FCE52714E3BC}">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t>
          </a:r>
          <a:r>
            <a:rPr lang="vi-VN" b="1" dirty="0" smtClean="0">
              <a:solidFill>
                <a:schemeClr val="tx1"/>
              </a:solidFill>
            </a:rPr>
            <a:t>a</a:t>
          </a:r>
          <a:r>
            <a:rPr lang="en-US" b="1" dirty="0" smtClean="0">
              <a:solidFill>
                <a:schemeClr val="tx1"/>
              </a:solidFill>
            </a:rPr>
            <a:t>6</a:t>
          </a:r>
          <a:endParaRPr lang="en-US" b="1" dirty="0">
            <a:solidFill>
              <a:schemeClr val="tx1"/>
            </a:solidFill>
          </a:endParaRPr>
        </a:p>
      </dgm:t>
    </dgm:pt>
    <dgm:pt modelId="{B0FBFB47-AA09-4AA1-B547-BCB1856858D6}" type="parTrans" cxnId="{20E6002B-F32C-46B5-A873-739EC430C2D8}">
      <dgm:prSet/>
      <dgm:spPr/>
      <dgm:t>
        <a:bodyPr/>
        <a:lstStyle/>
        <a:p>
          <a:endParaRPr lang="en-US"/>
        </a:p>
      </dgm:t>
    </dgm:pt>
    <dgm:pt modelId="{F084A6A4-6F95-4AB6-9637-2443A56CF5A9}" type="sibTrans" cxnId="{20E6002B-F32C-46B5-A873-739EC430C2D8}">
      <dgm:prSet/>
      <dgm:spPr/>
      <dgm:t>
        <a:bodyPr/>
        <a:lstStyle/>
        <a:p>
          <a:endParaRPr lang="en-US"/>
        </a:p>
      </dgm:t>
    </dgm:pt>
    <dgm:pt modelId="{997D88B8-4958-45CE-8317-CC1D45BA3114}">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a7</a:t>
          </a:r>
          <a:endParaRPr lang="en-US" b="1" dirty="0">
            <a:solidFill>
              <a:schemeClr val="tx1"/>
            </a:solidFill>
          </a:endParaRPr>
        </a:p>
      </dgm:t>
    </dgm:pt>
    <dgm:pt modelId="{E2D4FFDA-F940-4584-856A-E6A8497AB8C9}" type="parTrans" cxnId="{D9492B82-0680-4666-94C8-9C53014E8FA6}">
      <dgm:prSet/>
      <dgm:spPr/>
      <dgm:t>
        <a:bodyPr/>
        <a:lstStyle/>
        <a:p>
          <a:endParaRPr lang="en-US"/>
        </a:p>
      </dgm:t>
    </dgm:pt>
    <dgm:pt modelId="{2FCF8C55-9E52-40DA-87D3-7D89A2B461B1}" type="sibTrans" cxnId="{D9492B82-0680-4666-94C8-9C53014E8FA6}">
      <dgm:prSet/>
      <dgm:spPr/>
      <dgm:t>
        <a:bodyPr/>
        <a:lstStyle/>
        <a:p>
          <a:endParaRPr lang="en-US"/>
        </a:p>
      </dgm:t>
    </dgm:pt>
    <dgm:pt modelId="{BE60E8C1-6781-4FED-8785-6926B6CC1F5B}">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a8</a:t>
          </a:r>
          <a:endParaRPr lang="en-US" b="1" dirty="0">
            <a:solidFill>
              <a:schemeClr val="tx1"/>
            </a:solidFill>
          </a:endParaRPr>
        </a:p>
      </dgm:t>
    </dgm:pt>
    <dgm:pt modelId="{9688488E-6CA8-4CA7-BF9B-8006F6365C85}" type="parTrans" cxnId="{2883058F-3039-4810-9D85-56419FE98CF0}">
      <dgm:prSet/>
      <dgm:spPr/>
      <dgm:t>
        <a:bodyPr/>
        <a:lstStyle/>
        <a:p>
          <a:endParaRPr lang="en-US"/>
        </a:p>
      </dgm:t>
    </dgm:pt>
    <dgm:pt modelId="{B712705E-9CB9-4696-9658-BD5C8359E14E}" type="sibTrans" cxnId="{2883058F-3039-4810-9D85-56419FE98CF0}">
      <dgm:prSet/>
      <dgm:spPr/>
      <dgm:t>
        <a:bodyPr/>
        <a:lstStyle/>
        <a:p>
          <a:endParaRPr lang="en-US"/>
        </a:p>
      </dgm:t>
    </dgm:pt>
    <dgm:pt modelId="{B3B55261-DBB7-4554-8D07-273EFB3232C2}">
      <dgm:prSet/>
      <dgm:spPr/>
      <dgm:t>
        <a:bodyPr/>
        <a:lstStyle/>
        <a:p>
          <a:r>
            <a:rPr lang="en-US" b="1" dirty="0" err="1" smtClean="0">
              <a:solidFill>
                <a:schemeClr val="tx1"/>
              </a:solidFill>
            </a:rPr>
            <a:t>Tiểu</a:t>
          </a:r>
          <a:r>
            <a:rPr lang="en-US" b="1" dirty="0" smtClean="0">
              <a:solidFill>
                <a:schemeClr val="tx1"/>
              </a:solidFill>
            </a:rPr>
            <a:t> </a:t>
          </a:r>
          <a:r>
            <a:rPr lang="en-US" b="1" dirty="0" err="1" smtClean="0">
              <a:solidFill>
                <a:schemeClr val="tx1"/>
              </a:solidFill>
            </a:rPr>
            <a:t>đội</a:t>
          </a:r>
          <a:r>
            <a:rPr lang="en-US" b="1" dirty="0" smtClean="0">
              <a:solidFill>
                <a:schemeClr val="tx1"/>
              </a:solidFill>
            </a:rPr>
            <a:t> </a:t>
          </a:r>
          <a:r>
            <a:rPr lang="en-US" b="1" dirty="0" err="1" smtClean="0">
              <a:solidFill>
                <a:schemeClr val="tx1"/>
              </a:solidFill>
            </a:rPr>
            <a:t>trưởng</a:t>
          </a:r>
          <a:r>
            <a:rPr lang="en-US" b="1" dirty="0" smtClean="0">
              <a:solidFill>
                <a:schemeClr val="tx1"/>
              </a:solidFill>
            </a:rPr>
            <a:t> a9</a:t>
          </a:r>
          <a:endParaRPr lang="en-US" b="1" dirty="0">
            <a:solidFill>
              <a:schemeClr val="tx1"/>
            </a:solidFill>
          </a:endParaRPr>
        </a:p>
      </dgm:t>
    </dgm:pt>
    <dgm:pt modelId="{624BE14A-E90E-4266-ACB1-E450810EDF21}" type="parTrans" cxnId="{78CFC6CB-CE4C-401D-83A8-AA0C99DC36FD}">
      <dgm:prSet/>
      <dgm:spPr/>
      <dgm:t>
        <a:bodyPr/>
        <a:lstStyle/>
        <a:p>
          <a:endParaRPr lang="en-US"/>
        </a:p>
      </dgm:t>
    </dgm:pt>
    <dgm:pt modelId="{AA10F627-3AA5-4A90-B607-83BC366A7D45}" type="sibTrans" cxnId="{78CFC6CB-CE4C-401D-83A8-AA0C99DC36FD}">
      <dgm:prSet/>
      <dgm:spPr/>
      <dgm:t>
        <a:bodyPr/>
        <a:lstStyle/>
        <a:p>
          <a:endParaRPr lang="en-US"/>
        </a:p>
      </dgm:t>
    </dgm:pt>
    <dgm:pt modelId="{E40AAA42-8BD5-434C-BDB1-C9233AF2F49F}" type="pres">
      <dgm:prSet presAssocID="{66B1A8DA-528E-4079-8EF3-D72291CD0886}" presName="composite" presStyleCnt="0">
        <dgm:presLayoutVars>
          <dgm:chMax val="1"/>
          <dgm:dir/>
          <dgm:resizeHandles val="exact"/>
        </dgm:presLayoutVars>
      </dgm:prSet>
      <dgm:spPr/>
      <dgm:t>
        <a:bodyPr/>
        <a:lstStyle/>
        <a:p>
          <a:endParaRPr lang="en-US"/>
        </a:p>
      </dgm:t>
    </dgm:pt>
    <dgm:pt modelId="{70623E44-3255-4548-9E77-766E350BCCD9}" type="pres">
      <dgm:prSet presAssocID="{EBC05F7C-FED3-49C2-9B3F-4A5546A2B15C}" presName="roof" presStyleLbl="dkBgShp" presStyleIdx="0" presStyleCnt="2" custScaleX="96149" custLinFactNeighborX="1016" custLinFactNeighborY="-5672"/>
      <dgm:spPr/>
      <dgm:t>
        <a:bodyPr/>
        <a:lstStyle/>
        <a:p>
          <a:endParaRPr lang="en-US"/>
        </a:p>
      </dgm:t>
    </dgm:pt>
    <dgm:pt modelId="{C7429E23-C101-476E-B841-F4BDE0F2049A}" type="pres">
      <dgm:prSet presAssocID="{EBC05F7C-FED3-49C2-9B3F-4A5546A2B15C}" presName="pillars" presStyleCnt="0"/>
      <dgm:spPr/>
      <dgm:t>
        <a:bodyPr/>
        <a:lstStyle/>
        <a:p>
          <a:endParaRPr lang="en-US"/>
        </a:p>
      </dgm:t>
    </dgm:pt>
    <dgm:pt modelId="{E06C70F8-66FF-4ED3-9AF7-018A5FF297EA}" type="pres">
      <dgm:prSet presAssocID="{EBC05F7C-FED3-49C2-9B3F-4A5546A2B15C}" presName="pillar1" presStyleLbl="node1" presStyleIdx="0" presStyleCnt="10" custScaleX="105323" custScaleY="55681" custLinFactNeighborX="28607" custLinFactNeighborY="23729">
        <dgm:presLayoutVars>
          <dgm:bulletEnabled val="1"/>
        </dgm:presLayoutVars>
      </dgm:prSet>
      <dgm:spPr/>
      <dgm:t>
        <a:bodyPr/>
        <a:lstStyle/>
        <a:p>
          <a:endParaRPr lang="en-US"/>
        </a:p>
      </dgm:t>
    </dgm:pt>
    <dgm:pt modelId="{555A2EF1-4CC9-4781-A335-29AF459234BE}" type="pres">
      <dgm:prSet presAssocID="{DAB88952-340A-420C-A507-AFEC36D7137D}" presName="pillarX" presStyleLbl="node1" presStyleIdx="1" presStyleCnt="10" custScaleY="56678" custLinFactNeighborX="26885" custLinFactNeighborY="24227">
        <dgm:presLayoutVars>
          <dgm:bulletEnabled val="1"/>
        </dgm:presLayoutVars>
      </dgm:prSet>
      <dgm:spPr/>
      <dgm:t>
        <a:bodyPr/>
        <a:lstStyle/>
        <a:p>
          <a:endParaRPr lang="en-US"/>
        </a:p>
      </dgm:t>
    </dgm:pt>
    <dgm:pt modelId="{595E2331-7756-4133-B61F-6F55D50D6C77}" type="pres">
      <dgm:prSet presAssocID="{C385E29E-530F-4854-80A0-5109DD539DB5}" presName="pillarX" presStyleLbl="node1" presStyleIdx="2" presStyleCnt="10" custScaleY="54475" custLinFactNeighborX="27525" custLinFactNeighborY="24227">
        <dgm:presLayoutVars>
          <dgm:bulletEnabled val="1"/>
        </dgm:presLayoutVars>
      </dgm:prSet>
      <dgm:spPr/>
      <dgm:t>
        <a:bodyPr/>
        <a:lstStyle/>
        <a:p>
          <a:endParaRPr lang="en-US"/>
        </a:p>
      </dgm:t>
    </dgm:pt>
    <dgm:pt modelId="{68411785-0A3F-4305-8FDB-96539E1F5504}" type="pres">
      <dgm:prSet presAssocID="{8BB1EC4F-6ED6-4D36-8C2F-B65F3DC15485}" presName="pillarX" presStyleLbl="node1" presStyleIdx="3" presStyleCnt="10" custScaleY="56679" custLinFactNeighborX="26126" custLinFactNeighborY="26430">
        <dgm:presLayoutVars>
          <dgm:bulletEnabled val="1"/>
        </dgm:presLayoutVars>
      </dgm:prSet>
      <dgm:spPr/>
      <dgm:t>
        <a:bodyPr/>
        <a:lstStyle/>
        <a:p>
          <a:endParaRPr lang="en-US"/>
        </a:p>
      </dgm:t>
    </dgm:pt>
    <dgm:pt modelId="{CEC0EF44-684E-481D-A7C5-C1B8B016D6CA}" type="pres">
      <dgm:prSet presAssocID="{A3AF0148-DF76-40B6-AA9B-26ECC633BE83}" presName="pillarX" presStyleLbl="node1" presStyleIdx="4" presStyleCnt="10" custScaleY="55576" custLinFactNeighborX="24727" custLinFactNeighborY="25328">
        <dgm:presLayoutVars>
          <dgm:bulletEnabled val="1"/>
        </dgm:presLayoutVars>
      </dgm:prSet>
      <dgm:spPr/>
      <dgm:t>
        <a:bodyPr/>
        <a:lstStyle/>
        <a:p>
          <a:endParaRPr lang="en-US"/>
        </a:p>
      </dgm:t>
    </dgm:pt>
    <dgm:pt modelId="{6A70F54F-6461-4F9E-8B5F-C47E685E2F7D}" type="pres">
      <dgm:prSet presAssocID="{CA2D3373-7C67-4DF5-B0E7-FCE52714E3BC}" presName="pillarX" presStyleLbl="node1" presStyleIdx="5" presStyleCnt="10" custScaleY="58880" custLinFactNeighborX="23923" custLinFactNeighborY="26429">
        <dgm:presLayoutVars>
          <dgm:bulletEnabled val="1"/>
        </dgm:presLayoutVars>
      </dgm:prSet>
      <dgm:spPr/>
      <dgm:t>
        <a:bodyPr/>
        <a:lstStyle/>
        <a:p>
          <a:endParaRPr lang="en-US"/>
        </a:p>
      </dgm:t>
    </dgm:pt>
    <dgm:pt modelId="{2994305C-CB08-4B38-B848-5E020E461E32}" type="pres">
      <dgm:prSet presAssocID="{997D88B8-4958-45CE-8317-CC1D45BA3114}" presName="pillarX" presStyleLbl="node1" presStyleIdx="6" presStyleCnt="10" custScaleY="59982" custLinFactNeighborX="20127" custLinFactNeighborY="27531">
        <dgm:presLayoutVars>
          <dgm:bulletEnabled val="1"/>
        </dgm:presLayoutVars>
      </dgm:prSet>
      <dgm:spPr/>
      <dgm:t>
        <a:bodyPr/>
        <a:lstStyle/>
        <a:p>
          <a:endParaRPr lang="en-US"/>
        </a:p>
      </dgm:t>
    </dgm:pt>
    <dgm:pt modelId="{EC5CC400-EC62-43E9-9457-17E716F04148}" type="pres">
      <dgm:prSet presAssocID="{BE60E8C1-6781-4FED-8785-6926B6CC1F5B}" presName="pillarX" presStyleLbl="node1" presStyleIdx="7" presStyleCnt="10" custScaleY="58880" custLinFactNeighborX="18187" custLinFactNeighborY="26429">
        <dgm:presLayoutVars>
          <dgm:bulletEnabled val="1"/>
        </dgm:presLayoutVars>
      </dgm:prSet>
      <dgm:spPr/>
      <dgm:t>
        <a:bodyPr/>
        <a:lstStyle/>
        <a:p>
          <a:endParaRPr lang="en-US"/>
        </a:p>
      </dgm:t>
    </dgm:pt>
    <dgm:pt modelId="{91855AE0-3478-4684-8CBF-968CC91303DF}" type="pres">
      <dgm:prSet presAssocID="{B3B55261-DBB7-4554-8D07-273EFB3232C2}" presName="pillarX" presStyleLbl="node1" presStyleIdx="8" presStyleCnt="10" custScaleY="59982" custLinFactNeighborX="11192" custLinFactNeighborY="25879">
        <dgm:presLayoutVars>
          <dgm:bulletEnabled val="1"/>
        </dgm:presLayoutVars>
      </dgm:prSet>
      <dgm:spPr/>
      <dgm:t>
        <a:bodyPr/>
        <a:lstStyle/>
        <a:p>
          <a:endParaRPr lang="en-US"/>
        </a:p>
      </dgm:t>
    </dgm:pt>
    <dgm:pt modelId="{0C75D586-B7CA-48C9-BC3E-A46F81D8143F}" type="pres">
      <dgm:prSet presAssocID="{254E1162-A6B7-4D07-A79E-393DC7D2892B}" presName="pillarX" presStyleLbl="node1" presStyleIdx="9" presStyleCnt="10" custScaleY="56748" custLinFactNeighborX="6129" custLinFactNeighborY="26429">
        <dgm:presLayoutVars>
          <dgm:bulletEnabled val="1"/>
        </dgm:presLayoutVars>
      </dgm:prSet>
      <dgm:spPr/>
      <dgm:t>
        <a:bodyPr/>
        <a:lstStyle/>
        <a:p>
          <a:endParaRPr lang="en-US"/>
        </a:p>
      </dgm:t>
    </dgm:pt>
    <dgm:pt modelId="{338DD42D-3AF5-4540-AAD0-F852B6280C15}" type="pres">
      <dgm:prSet presAssocID="{EBC05F7C-FED3-49C2-9B3F-4A5546A2B15C}" presName="base" presStyleLbl="dkBgShp" presStyleIdx="1" presStyleCnt="2" custScaleX="97159" custScaleY="32281" custLinFactNeighborX="2738" custLinFactNeighborY="-27115"/>
      <dgm:spPr/>
      <dgm:t>
        <a:bodyPr/>
        <a:lstStyle/>
        <a:p>
          <a:endParaRPr lang="en-US"/>
        </a:p>
      </dgm:t>
    </dgm:pt>
  </dgm:ptLst>
  <dgm:cxnLst>
    <dgm:cxn modelId="{9FDE9F69-AEAA-4F9B-AB75-5D19A83B9EC0}" type="presOf" srcId="{66B1A8DA-528E-4079-8EF3-D72291CD0886}" destId="{E40AAA42-8BD5-434C-BDB1-C9233AF2F49F}" srcOrd="0" destOrd="0" presId="urn:microsoft.com/office/officeart/2005/8/layout/hList3"/>
    <dgm:cxn modelId="{713A4B84-7922-46FE-A2FA-549F78371942}" srcId="{451B5267-F0EB-4A83-9282-B6D008B16F8E}" destId="{7CDC9259-5876-429E-A610-8AF46F2141E9}" srcOrd="3" destOrd="0" parTransId="{2842F3D5-82B4-4A9E-ACE5-2807C9A06364}" sibTransId="{DF310697-0C1F-476A-99C5-8C0F58AE7CAD}"/>
    <dgm:cxn modelId="{DD43753C-9D0C-4093-9A94-530F6657F83E}" srcId="{EBC05F7C-FED3-49C2-9B3F-4A5546A2B15C}" destId="{DAB88952-340A-420C-A507-AFEC36D7137D}" srcOrd="1" destOrd="0" parTransId="{5625BCA3-C243-4CF2-96F2-7B8F820BEC2F}" sibTransId="{905882DE-1738-45B4-9910-49B695751821}"/>
    <dgm:cxn modelId="{6456DCF9-7E73-48B6-BCBF-B80AC3572234}" type="presOf" srcId="{EBC05F7C-FED3-49C2-9B3F-4A5546A2B15C}" destId="{70623E44-3255-4548-9E77-766E350BCCD9}" srcOrd="0" destOrd="0" presId="urn:microsoft.com/office/officeart/2005/8/layout/hList3"/>
    <dgm:cxn modelId="{2E48D8BF-5849-4080-9111-FEEC1269CEFA}" srcId="{EBC05F7C-FED3-49C2-9B3F-4A5546A2B15C}" destId="{8BB1EC4F-6ED6-4D36-8C2F-B65F3DC15485}" srcOrd="3" destOrd="0" parTransId="{6A532024-1508-4A53-8E5A-A752336D032C}" sibTransId="{F3E349D3-F95E-42A1-8EB1-46D0A61537C0}"/>
    <dgm:cxn modelId="{8E637240-C346-4DF3-9C8E-256E1C2BFAE6}" srcId="{451B5267-F0EB-4A83-9282-B6D008B16F8E}" destId="{8F0BEE94-F373-4CDD-A4CA-D1D4AD0AF328}" srcOrd="0" destOrd="0" parTransId="{35982CE2-CA2E-4E55-89A1-6511C8E4683C}" sibTransId="{0E8CF3AF-C35F-4674-8CFF-D4AED4F11902}"/>
    <dgm:cxn modelId="{F1E0E243-99DB-4D6C-95AF-E1DB2B78537A}" type="presOf" srcId="{8BB1EC4F-6ED6-4D36-8C2F-B65F3DC15485}" destId="{68411785-0A3F-4305-8FDB-96539E1F5504}" srcOrd="0" destOrd="0" presId="urn:microsoft.com/office/officeart/2005/8/layout/hList3"/>
    <dgm:cxn modelId="{57A409C2-A35D-414D-A856-82145F3E1BFD}" srcId="{EBC05F7C-FED3-49C2-9B3F-4A5546A2B15C}" destId="{9904E46B-ADA7-4F80-AF82-C18006B31338}" srcOrd="0" destOrd="0" parTransId="{C30DEFF7-70C3-4269-AC4F-78D581AB7B69}" sibTransId="{F815CC60-F673-4B72-BB81-D523664EB422}"/>
    <dgm:cxn modelId="{D9492B82-0680-4666-94C8-9C53014E8FA6}" srcId="{EBC05F7C-FED3-49C2-9B3F-4A5546A2B15C}" destId="{997D88B8-4958-45CE-8317-CC1D45BA3114}" srcOrd="6" destOrd="0" parTransId="{E2D4FFDA-F940-4584-856A-E6A8497AB8C9}" sibTransId="{2FCF8C55-9E52-40DA-87D3-7D89A2B461B1}"/>
    <dgm:cxn modelId="{5854ABA0-C953-4279-AC82-C0C0AF9F942B}" type="presOf" srcId="{CA2D3373-7C67-4DF5-B0E7-FCE52714E3BC}" destId="{6A70F54F-6461-4F9E-8B5F-C47E685E2F7D}" srcOrd="0" destOrd="0" presId="urn:microsoft.com/office/officeart/2005/8/layout/hList3"/>
    <dgm:cxn modelId="{2883058F-3039-4810-9D85-56419FE98CF0}" srcId="{EBC05F7C-FED3-49C2-9B3F-4A5546A2B15C}" destId="{BE60E8C1-6781-4FED-8785-6926B6CC1F5B}" srcOrd="7" destOrd="0" parTransId="{9688488E-6CA8-4CA7-BF9B-8006F6365C85}" sibTransId="{B712705E-9CB9-4696-9658-BD5C8359E14E}"/>
    <dgm:cxn modelId="{ABF65417-5206-4523-9967-1746E9CD1A27}" srcId="{66B1A8DA-528E-4079-8EF3-D72291CD0886}" destId="{E60A1F22-0F04-4222-85C1-FD5FE227AB42}" srcOrd="1" destOrd="0" parTransId="{C26AE38F-C38E-4ABF-9988-7A22B580AC0E}" sibTransId="{A3001628-9988-44BE-A93F-CE491D631511}"/>
    <dgm:cxn modelId="{2B936B9D-4F50-4DB6-A56C-EE1612537234}" type="presOf" srcId="{B3B55261-DBB7-4554-8D07-273EFB3232C2}" destId="{91855AE0-3478-4684-8CBF-968CC91303DF}" srcOrd="0" destOrd="0" presId="urn:microsoft.com/office/officeart/2005/8/layout/hList3"/>
    <dgm:cxn modelId="{AB408755-217B-4C1C-9B0C-E70C8A51A90D}" srcId="{EBC05F7C-FED3-49C2-9B3F-4A5546A2B15C}" destId="{254E1162-A6B7-4D07-A79E-393DC7D2892B}" srcOrd="9" destOrd="0" parTransId="{E8752527-51DC-4855-8829-B50610B768AC}" sibTransId="{8EBAF7EE-8BBB-448C-80DF-28CC281820AC}"/>
    <dgm:cxn modelId="{53C87982-97A2-4D7F-A400-F440ABA0EA06}" type="presOf" srcId="{A3AF0148-DF76-40B6-AA9B-26ECC633BE83}" destId="{CEC0EF44-684E-481D-A7C5-C1B8B016D6CA}" srcOrd="0" destOrd="0" presId="urn:microsoft.com/office/officeart/2005/8/layout/hList3"/>
    <dgm:cxn modelId="{20E6002B-F32C-46B5-A873-739EC430C2D8}" srcId="{EBC05F7C-FED3-49C2-9B3F-4A5546A2B15C}" destId="{CA2D3373-7C67-4DF5-B0E7-FCE52714E3BC}" srcOrd="5" destOrd="0" parTransId="{B0FBFB47-AA09-4AA1-B547-BCB1856858D6}" sibTransId="{F084A6A4-6F95-4AB6-9637-2443A56CF5A9}"/>
    <dgm:cxn modelId="{F404B328-0BA5-4FCC-92AF-EAF07F6A5B24}" srcId="{EBC05F7C-FED3-49C2-9B3F-4A5546A2B15C}" destId="{A3AF0148-DF76-40B6-AA9B-26ECC633BE83}" srcOrd="4" destOrd="0" parTransId="{599834DF-E613-425F-A7E7-8579CAAB413D}" sibTransId="{678AFCF4-4545-47AC-9E27-7FCC50A138A4}"/>
    <dgm:cxn modelId="{C3457990-2842-498F-8987-92538A8F93FB}" srcId="{66B1A8DA-528E-4079-8EF3-D72291CD0886}" destId="{451B5267-F0EB-4A83-9282-B6D008B16F8E}" srcOrd="2" destOrd="0" parTransId="{0ABC87A1-AC74-4EBD-9CF8-F3F439E89DE2}" sibTransId="{257CB11C-89CC-4545-BFE9-95E46011A397}"/>
    <dgm:cxn modelId="{B89243B1-6D91-49DA-B366-C491686877F2}" type="presOf" srcId="{BE60E8C1-6781-4FED-8785-6926B6CC1F5B}" destId="{EC5CC400-EC62-43E9-9457-17E716F04148}" srcOrd="0" destOrd="0" presId="urn:microsoft.com/office/officeart/2005/8/layout/hList3"/>
    <dgm:cxn modelId="{78CFC6CB-CE4C-401D-83A8-AA0C99DC36FD}" srcId="{EBC05F7C-FED3-49C2-9B3F-4A5546A2B15C}" destId="{B3B55261-DBB7-4554-8D07-273EFB3232C2}" srcOrd="8" destOrd="0" parTransId="{624BE14A-E90E-4266-ACB1-E450810EDF21}" sibTransId="{AA10F627-3AA5-4A90-B607-83BC366A7D45}"/>
    <dgm:cxn modelId="{CC1A2FEF-B6F8-4260-A5CA-44AB92EFFC08}" srcId="{EBC05F7C-FED3-49C2-9B3F-4A5546A2B15C}" destId="{C385E29E-530F-4854-80A0-5109DD539DB5}" srcOrd="2" destOrd="0" parTransId="{95D2B0E1-81F8-43AB-9732-EEB5563CC66F}" sibTransId="{2398C36E-4AFF-4901-A1F0-D50C2E3A1235}"/>
    <dgm:cxn modelId="{59F0A277-B189-403A-8F34-623371486287}" srcId="{E60A1F22-0F04-4222-85C1-FD5FE227AB42}" destId="{665766FD-8AAE-412B-B5FC-1AD709C3A9AB}" srcOrd="0" destOrd="0" parTransId="{2473A878-15E2-4EB8-B490-13645D85425C}" sibTransId="{59D074DD-4605-4778-99DC-2758A44B89E6}"/>
    <dgm:cxn modelId="{931F3172-0A39-4E8D-B010-92C69CD5F750}" type="presOf" srcId="{254E1162-A6B7-4D07-A79E-393DC7D2892B}" destId="{0C75D586-B7CA-48C9-BC3E-A46F81D8143F}" srcOrd="0" destOrd="0" presId="urn:microsoft.com/office/officeart/2005/8/layout/hList3"/>
    <dgm:cxn modelId="{C831980E-9E03-4113-8C1F-88F8DC7C29AD}" srcId="{66B1A8DA-528E-4079-8EF3-D72291CD0886}" destId="{EBC05F7C-FED3-49C2-9B3F-4A5546A2B15C}" srcOrd="0" destOrd="0" parTransId="{820FF1CD-E82F-4DAE-8782-9CC4D9580706}" sibTransId="{C5BC3E2F-6204-4F39-97B8-6AB29AD28991}"/>
    <dgm:cxn modelId="{8FEAC2F9-7A8F-4494-9878-442B05F78314}" type="presOf" srcId="{C385E29E-530F-4854-80A0-5109DD539DB5}" destId="{595E2331-7756-4133-B61F-6F55D50D6C77}" srcOrd="0" destOrd="0" presId="urn:microsoft.com/office/officeart/2005/8/layout/hList3"/>
    <dgm:cxn modelId="{6822D636-E90D-47AF-9322-7428CB478B13}" srcId="{451B5267-F0EB-4A83-9282-B6D008B16F8E}" destId="{A6628F38-3C67-4280-A472-CB4E88FBCEB4}" srcOrd="2" destOrd="0" parTransId="{21A3B3DD-0B16-4B88-A08E-566A81F22F83}" sibTransId="{C37D54D3-ACB9-4D62-B32D-1B04CF5F8300}"/>
    <dgm:cxn modelId="{4F7C8902-1395-41A3-8F3A-5655D798B9BA}" srcId="{451B5267-F0EB-4A83-9282-B6D008B16F8E}" destId="{36E3F675-57DD-42ED-ABB3-98A58A376E40}" srcOrd="4" destOrd="0" parTransId="{74D08389-E394-4ADB-8CA6-CDA60531EEAD}" sibTransId="{038EBB98-3832-4099-81B2-5FBA2E46B493}"/>
    <dgm:cxn modelId="{FC70E5F9-35AE-475A-92C1-C182BBF46567}" type="presOf" srcId="{DAB88952-340A-420C-A507-AFEC36D7137D}" destId="{555A2EF1-4CC9-4781-A335-29AF459234BE}" srcOrd="0" destOrd="0" presId="urn:microsoft.com/office/officeart/2005/8/layout/hList3"/>
    <dgm:cxn modelId="{3C48A69F-9431-47C6-9AF6-B3EAC3DDB15A}" type="presOf" srcId="{9904E46B-ADA7-4F80-AF82-C18006B31338}" destId="{E06C70F8-66FF-4ED3-9AF7-018A5FF297EA}" srcOrd="0" destOrd="0" presId="urn:microsoft.com/office/officeart/2005/8/layout/hList3"/>
    <dgm:cxn modelId="{6AF08761-BCFF-4306-A0C1-D72CB1FBF2E9}" type="presOf" srcId="{997D88B8-4958-45CE-8317-CC1D45BA3114}" destId="{2994305C-CB08-4B38-B848-5E020E461E32}" srcOrd="0" destOrd="0" presId="urn:microsoft.com/office/officeart/2005/8/layout/hList3"/>
    <dgm:cxn modelId="{C28CEB57-8E9C-481A-AE1E-57397930C252}" srcId="{451B5267-F0EB-4A83-9282-B6D008B16F8E}" destId="{609C3CF5-39AC-410C-9137-7A3A5980EFB5}" srcOrd="1" destOrd="0" parTransId="{C49BF610-182B-42E3-B1DC-AA37C6EA9030}" sibTransId="{6CAF861F-3D9B-4751-BAB8-F650C097618F}"/>
    <dgm:cxn modelId="{93DDA049-084C-4DA6-B49F-E2DC0EF2E2BB}" type="presParOf" srcId="{E40AAA42-8BD5-434C-BDB1-C9233AF2F49F}" destId="{70623E44-3255-4548-9E77-766E350BCCD9}" srcOrd="0" destOrd="0" presId="urn:microsoft.com/office/officeart/2005/8/layout/hList3"/>
    <dgm:cxn modelId="{0E41B61D-5193-4799-9DA3-5467AA48ACDC}" type="presParOf" srcId="{E40AAA42-8BD5-434C-BDB1-C9233AF2F49F}" destId="{C7429E23-C101-476E-B841-F4BDE0F2049A}" srcOrd="1" destOrd="0" presId="urn:microsoft.com/office/officeart/2005/8/layout/hList3"/>
    <dgm:cxn modelId="{0E312C78-E29A-4A1C-906A-BC29658058FF}" type="presParOf" srcId="{C7429E23-C101-476E-B841-F4BDE0F2049A}" destId="{E06C70F8-66FF-4ED3-9AF7-018A5FF297EA}" srcOrd="0" destOrd="0" presId="urn:microsoft.com/office/officeart/2005/8/layout/hList3"/>
    <dgm:cxn modelId="{27D886CA-8227-4E79-8851-F07303C02C1B}" type="presParOf" srcId="{C7429E23-C101-476E-B841-F4BDE0F2049A}" destId="{555A2EF1-4CC9-4781-A335-29AF459234BE}" srcOrd="1" destOrd="0" presId="urn:microsoft.com/office/officeart/2005/8/layout/hList3"/>
    <dgm:cxn modelId="{780DFE71-8313-4B6A-A9EA-185056A7ED0B}" type="presParOf" srcId="{C7429E23-C101-476E-B841-F4BDE0F2049A}" destId="{595E2331-7756-4133-B61F-6F55D50D6C77}" srcOrd="2" destOrd="0" presId="urn:microsoft.com/office/officeart/2005/8/layout/hList3"/>
    <dgm:cxn modelId="{41D21EB2-9048-4887-9A21-D2E071C3E9D0}" type="presParOf" srcId="{C7429E23-C101-476E-B841-F4BDE0F2049A}" destId="{68411785-0A3F-4305-8FDB-96539E1F5504}" srcOrd="3" destOrd="0" presId="urn:microsoft.com/office/officeart/2005/8/layout/hList3"/>
    <dgm:cxn modelId="{A4FD4BAC-0662-4615-9B27-5C875C3611B9}" type="presParOf" srcId="{C7429E23-C101-476E-B841-F4BDE0F2049A}" destId="{CEC0EF44-684E-481D-A7C5-C1B8B016D6CA}" srcOrd="4" destOrd="0" presId="urn:microsoft.com/office/officeart/2005/8/layout/hList3"/>
    <dgm:cxn modelId="{9E36DD03-5FF3-4F15-ACAD-DA2340ADD8CE}" type="presParOf" srcId="{C7429E23-C101-476E-B841-F4BDE0F2049A}" destId="{6A70F54F-6461-4F9E-8B5F-C47E685E2F7D}" srcOrd="5" destOrd="0" presId="urn:microsoft.com/office/officeart/2005/8/layout/hList3"/>
    <dgm:cxn modelId="{C5549965-965F-4616-A8E0-E7051F31964B}" type="presParOf" srcId="{C7429E23-C101-476E-B841-F4BDE0F2049A}" destId="{2994305C-CB08-4B38-B848-5E020E461E32}" srcOrd="6" destOrd="0" presId="urn:microsoft.com/office/officeart/2005/8/layout/hList3"/>
    <dgm:cxn modelId="{E1795FF5-B6D5-4CA2-A619-51C7CADE78CB}" type="presParOf" srcId="{C7429E23-C101-476E-B841-F4BDE0F2049A}" destId="{EC5CC400-EC62-43E9-9457-17E716F04148}" srcOrd="7" destOrd="0" presId="urn:microsoft.com/office/officeart/2005/8/layout/hList3"/>
    <dgm:cxn modelId="{269452F2-FC9E-434A-933F-3CE62DE86F76}" type="presParOf" srcId="{C7429E23-C101-476E-B841-F4BDE0F2049A}" destId="{91855AE0-3478-4684-8CBF-968CC91303DF}" srcOrd="8" destOrd="0" presId="urn:microsoft.com/office/officeart/2005/8/layout/hList3"/>
    <dgm:cxn modelId="{AEB98A33-9706-479C-8EC2-CB4770603965}" type="presParOf" srcId="{C7429E23-C101-476E-B841-F4BDE0F2049A}" destId="{0C75D586-B7CA-48C9-BC3E-A46F81D8143F}" srcOrd="9" destOrd="0" presId="urn:microsoft.com/office/officeart/2005/8/layout/hList3"/>
    <dgm:cxn modelId="{8CEAAEFE-CE76-4A1E-9A96-0E3FF2766831}" type="presParOf" srcId="{E40AAA42-8BD5-434C-BDB1-C9233AF2F49F}" destId="{338DD42D-3AF5-4540-AAD0-F852B6280C15}"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a:extLst>
              <a:ext uri="{FF2B5EF4-FFF2-40B4-BE49-F238E27FC236}">
                <a16:creationId xmlns:a16="http://schemas.microsoft.com/office/drawing/2014/main" xmlns="" id="{984EA847-559E-4165-98D4-9F047F9DB02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Chỗ dành sẵn cho Ngày tháng 2">
            <a:extLst>
              <a:ext uri="{FF2B5EF4-FFF2-40B4-BE49-F238E27FC236}">
                <a16:creationId xmlns:a16="http://schemas.microsoft.com/office/drawing/2014/main" xmlns="" id="{A9302FA4-A5C7-4B90-9493-6518956504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752383-DB0A-4670-97AD-B2D331AD8CFB}" type="datetimeFigureOut">
              <a:rPr lang="vi-VN" smtClean="0"/>
              <a:t>01/11/2022</a:t>
            </a:fld>
            <a:endParaRPr lang="vi-VN"/>
          </a:p>
        </p:txBody>
      </p:sp>
      <p:sp>
        <p:nvSpPr>
          <p:cNvPr id="4" name="Chỗ dành sẵn cho Chân trang 3">
            <a:extLst>
              <a:ext uri="{FF2B5EF4-FFF2-40B4-BE49-F238E27FC236}">
                <a16:creationId xmlns:a16="http://schemas.microsoft.com/office/drawing/2014/main" xmlns="" id="{D6102F43-FDC5-4331-9BCE-310BC22B4F1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5" name="Chỗ dành sẵn cho Số hiệu Bản chiếu 4">
            <a:extLst>
              <a:ext uri="{FF2B5EF4-FFF2-40B4-BE49-F238E27FC236}">
                <a16:creationId xmlns:a16="http://schemas.microsoft.com/office/drawing/2014/main" xmlns="" id="{96AF7848-2C85-419E-8BD7-575BF1C23B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120332-D41E-4A80-BB8E-5A48FEBE79D3}" type="slidenum">
              <a:rPr lang="vi-VN" smtClean="0"/>
              <a:t>‹#›</a:t>
            </a:fld>
            <a:endParaRPr lang="vi-VN"/>
          </a:p>
        </p:txBody>
      </p:sp>
    </p:spTree>
    <p:extLst>
      <p:ext uri="{BB962C8B-B14F-4D97-AF65-F5344CB8AC3E}">
        <p14:creationId xmlns:p14="http://schemas.microsoft.com/office/powerpoint/2010/main" val="37441482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0AF34-821C-4454-8470-50A4FBAB9B8F}" type="datetimeFigureOut">
              <a:rPr lang="vi-VN" smtClean="0"/>
              <a:t>01/11/2022</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FDCC4-D464-48EF-8581-DC42C889309F}" type="slidenum">
              <a:rPr lang="vi-VN" smtClean="0"/>
              <a:t>‹#›</a:t>
            </a:fld>
            <a:endParaRPr lang="vi-VN"/>
          </a:p>
        </p:txBody>
      </p:sp>
    </p:spTree>
    <p:extLst>
      <p:ext uri="{BB962C8B-B14F-4D97-AF65-F5344CB8AC3E}">
        <p14:creationId xmlns:p14="http://schemas.microsoft.com/office/powerpoint/2010/main" val="2381941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xmlns="" id="{16402223-CAB4-4792-ACCA-91A5E0F83E9F}"/>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9452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77DEA4-221A-4037-89BD-EEFC622B38D1}" type="slidenum">
              <a:rPr lang="vi-VN" smtClean="0"/>
              <a:t>47</a:t>
            </a:fld>
            <a:endParaRPr lang="vi-VN"/>
          </a:p>
        </p:txBody>
      </p:sp>
      <p:sp>
        <p:nvSpPr>
          <p:cNvPr id="5" name="Header Placeholder 4"/>
          <p:cNvSpPr>
            <a:spLocks noGrp="1"/>
          </p:cNvSpPr>
          <p:nvPr>
            <p:ph type="hdr" sz="quarter" idx="11"/>
          </p:nvPr>
        </p:nvSpPr>
        <p:spPr/>
        <p:txBody>
          <a:bodyPr/>
          <a:lstStyle/>
          <a:p>
            <a:r>
              <a:rPr lang="it-IT" dirty="0"/>
              <a:t>GVCN: Võ Thị Trà Mi  Email:vttmi@ttgdqp.edu.vn</a:t>
            </a:r>
            <a:endParaRPr lang="en-US" dirty="0"/>
          </a:p>
        </p:txBody>
      </p:sp>
    </p:spTree>
    <p:extLst>
      <p:ext uri="{BB962C8B-B14F-4D97-AF65-F5344CB8AC3E}">
        <p14:creationId xmlns:p14="http://schemas.microsoft.com/office/powerpoint/2010/main" val="3514541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B4709D-63EC-448D-82AD-4F8D1A5CCA39}" type="slidenum">
              <a:rPr lang="en-US" smtClean="0"/>
              <a:t>51</a:t>
            </a:fld>
            <a:endParaRPr lang="en-US"/>
          </a:p>
        </p:txBody>
      </p:sp>
    </p:spTree>
    <p:extLst>
      <p:ext uri="{BB962C8B-B14F-4D97-AF65-F5344CB8AC3E}">
        <p14:creationId xmlns:p14="http://schemas.microsoft.com/office/powerpoint/2010/main" val="3131515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B9220F-01AC-4F81-9731-92CFE0E4A7AA}" type="datetime1">
              <a:rPr lang="en-US" smtClean="0"/>
              <a:t>11/1/2022</a:t>
            </a:fld>
            <a:endParaRPr lang="en-US" dirty="0"/>
          </a:p>
        </p:txBody>
      </p:sp>
      <p:sp>
        <p:nvSpPr>
          <p:cNvPr id="5" name="Footer Placeholder 4"/>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1167898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D5055B-1DEB-4BDB-9884-76153AFA74AA}" type="datetime1">
              <a:rPr lang="en-US" smtClean="0"/>
              <a:t>11/1/2022</a:t>
            </a:fld>
            <a:endParaRPr lang="en-US" dirty="0"/>
          </a:p>
        </p:txBody>
      </p:sp>
      <p:sp>
        <p:nvSpPr>
          <p:cNvPr id="5" name="Footer Placeholder 4"/>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2129329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A736F-37FB-4BFF-B57A-73F9EE780C39}" type="datetime1">
              <a:rPr lang="en-US" smtClean="0"/>
              <a:t>11/1/2022</a:t>
            </a:fld>
            <a:endParaRPr lang="en-US" dirty="0"/>
          </a:p>
        </p:txBody>
      </p:sp>
      <p:sp>
        <p:nvSpPr>
          <p:cNvPr id="5" name="Footer Placeholder 4"/>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937848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01DC09-FAE9-4F51-A541-9D46E7FAC693}" type="datetime1">
              <a:rPr lang="en-US" smtClean="0"/>
              <a:t>11/1/2022</a:t>
            </a:fld>
            <a:endParaRPr lang="en-US" dirty="0"/>
          </a:p>
        </p:txBody>
      </p:sp>
      <p:sp>
        <p:nvSpPr>
          <p:cNvPr id="6" name="Footer Placeholder 5"/>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1121611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99CC6D-4206-42A4-B3BD-1CC82B57A13F}" type="datetime1">
              <a:rPr lang="en-US" smtClean="0"/>
              <a:t>11/1/2022</a:t>
            </a:fld>
            <a:endParaRPr lang="en-US" dirty="0"/>
          </a:p>
        </p:txBody>
      </p:sp>
      <p:sp>
        <p:nvSpPr>
          <p:cNvPr id="8" name="Footer Placeholder 7"/>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23242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A4DF60-D065-42D9-9438-DD67B1AFAF4E}" type="datetime1">
              <a:rPr lang="en-US" smtClean="0"/>
              <a:t>11/1/2022</a:t>
            </a:fld>
            <a:endParaRPr lang="en-US" dirty="0"/>
          </a:p>
        </p:txBody>
      </p:sp>
      <p:sp>
        <p:nvSpPr>
          <p:cNvPr id="4" name="Footer Placeholder 3"/>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3627500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AAAF59-C3F3-4E53-8979-C4EB61B1C27A}" type="datetime1">
              <a:rPr lang="en-US" smtClean="0"/>
              <a:t>11/1/2022</a:t>
            </a:fld>
            <a:endParaRPr lang="en-US" dirty="0"/>
          </a:p>
        </p:txBody>
      </p:sp>
      <p:sp>
        <p:nvSpPr>
          <p:cNvPr id="3" name="Footer Placeholder 2"/>
          <p:cNvSpPr>
            <a:spLocks noGrp="1"/>
          </p:cNvSpPr>
          <p:nvPr>
            <p:ph type="ftr" sz="quarter" idx="11"/>
          </p:nvPr>
        </p:nvSpPr>
        <p:spPr>
          <a:xfrm>
            <a:off x="7239000" y="6356349"/>
            <a:ext cx="4114800" cy="365125"/>
          </a:xfrm>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pPr algn="l"/>
            <a:r>
              <a:rPr lang="vi-VN" dirty="0"/>
              <a:t>| </a:t>
            </a:r>
            <a:fld id="{0CFEC368-1D7A-4F81-ABF6-AE0E36BAF64C}" type="slidenum">
              <a:rPr lang="en-US" smtClean="0"/>
              <a:t>‹#›</a:t>
            </a:fld>
            <a:endParaRPr lang="en-US" dirty="0"/>
          </a:p>
        </p:txBody>
      </p:sp>
    </p:spTree>
    <p:extLst>
      <p:ext uri="{BB962C8B-B14F-4D97-AF65-F5344CB8AC3E}">
        <p14:creationId xmlns:p14="http://schemas.microsoft.com/office/powerpoint/2010/main" val="1264951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4ACCCA-422E-4CB3-A2B0-4BB5C022E4C2}" type="datetime1">
              <a:rPr lang="en-US" smtClean="0"/>
              <a:t>11/1/2022</a:t>
            </a:fld>
            <a:endParaRPr lang="en-US" dirty="0"/>
          </a:p>
        </p:txBody>
      </p:sp>
      <p:sp>
        <p:nvSpPr>
          <p:cNvPr id="6" name="Footer Placeholder 5"/>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3281153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7F202B6-94D7-49D0-80A2-B444DBCD249A}" type="datetime1">
              <a:rPr lang="en-US" smtClean="0"/>
              <a:t>11/1/2022</a:t>
            </a:fld>
            <a:endParaRPr lang="en-US" dirty="0"/>
          </a:p>
        </p:txBody>
      </p:sp>
      <p:sp>
        <p:nvSpPr>
          <p:cNvPr id="6" name="Footer Placeholder 5"/>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1143125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779D8D-4A4F-43AF-8371-2FACD96C249B}" type="datetime1">
              <a:rPr lang="en-US" smtClean="0"/>
              <a:t>11/1/2022</a:t>
            </a:fld>
            <a:endParaRPr lang="en-US" dirty="0"/>
          </a:p>
        </p:txBody>
      </p:sp>
      <p:sp>
        <p:nvSpPr>
          <p:cNvPr id="5" name="Footer Placeholder 4"/>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320591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90E3EE-6A05-4B9C-9F26-2D4049FED121}" type="datetime1">
              <a:rPr lang="en-US" smtClean="0"/>
              <a:t>11/1/2022</a:t>
            </a:fld>
            <a:endParaRPr lang="en-US" dirty="0"/>
          </a:p>
        </p:txBody>
      </p:sp>
      <p:sp>
        <p:nvSpPr>
          <p:cNvPr id="5" name="Footer Placeholder 4"/>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6729470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 1">
    <p:spTree>
      <p:nvGrpSpPr>
        <p:cNvPr id="1" name=""/>
        <p:cNvGrpSpPr/>
        <p:nvPr/>
      </p:nvGrpSpPr>
      <p:grpSpPr>
        <a:xfrm>
          <a:off x="0" y="0"/>
          <a:ext cx="0" cy="0"/>
          <a:chOff x="0" y="0"/>
          <a:chExt cx="0" cy="0"/>
        </a:xfrm>
      </p:grpSpPr>
      <p:sp>
        <p:nvSpPr>
          <p:cNvPr id="2" name="Title 1"/>
          <p:cNvSpPr>
            <a:spLocks noGrp="1"/>
          </p:cNvSpPr>
          <p:nvPr>
            <p:ph type="title"/>
          </p:nvPr>
        </p:nvSpPr>
        <p:spPr>
          <a:xfrm>
            <a:off x="1117600" y="683638"/>
            <a:ext cx="10261600" cy="764162"/>
          </a:xfrm>
          <a:prstGeom prst="rect">
            <a:avLst/>
          </a:prstGeom>
        </p:spPr>
        <p:txBody>
          <a:bodyPr/>
          <a:lstStyle>
            <a:lvl1pPr>
              <a:defRPr>
                <a:solidFill>
                  <a:schemeClr val="tx2"/>
                </a:solidFill>
              </a:defRPr>
            </a:lvl1pPr>
          </a:lstStyle>
          <a:p>
            <a:r>
              <a:rPr lang="en-US"/>
              <a:t>Click to edit Master title style</a:t>
            </a:r>
            <a:endParaRPr lang="en-GB" dirty="0"/>
          </a:p>
        </p:txBody>
      </p:sp>
      <p:sp>
        <p:nvSpPr>
          <p:cNvPr id="31" name="Rectangle 30"/>
          <p:cNvSpPr/>
          <p:nvPr userDrawn="1"/>
        </p:nvSpPr>
        <p:spPr>
          <a:xfrm>
            <a:off x="1320801" y="1905000"/>
            <a:ext cx="60959" cy="43434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Content Placeholder 2"/>
          <p:cNvSpPr>
            <a:spLocks noGrp="1"/>
          </p:cNvSpPr>
          <p:nvPr>
            <p:ph idx="1"/>
          </p:nvPr>
        </p:nvSpPr>
        <p:spPr>
          <a:xfrm>
            <a:off x="1171787" y="2057401"/>
            <a:ext cx="9218507" cy="3877975"/>
          </a:xfrm>
          <a:prstGeom prst="rect">
            <a:avLst/>
          </a:prstGeom>
        </p:spPr>
        <p:txBody>
          <a:bodyPr>
            <a:normAutofit/>
          </a:bodyPr>
          <a:lstStyle>
            <a:lvl1pPr marL="457200" marR="0" indent="-457200" algn="l" defTabSz="914400" rtl="0" eaLnBrk="1" fontAlgn="auto" latinLnBrk="0" hangingPunct="1">
              <a:lnSpc>
                <a:spcPct val="100000"/>
              </a:lnSpc>
              <a:spcBef>
                <a:spcPct val="20000"/>
              </a:spcBef>
              <a:spcAft>
                <a:spcPts val="0"/>
              </a:spcAft>
              <a:buClr>
                <a:schemeClr val="accent2">
                  <a:lumMod val="75000"/>
                </a:schemeClr>
              </a:buClr>
              <a:buSzTx/>
              <a:buFont typeface="Arial" panose="020B0604020202020204" pitchFamily="34" charset="0"/>
              <a:buChar char="•"/>
              <a:defRPr sz="2000"/>
            </a:lvl1pPr>
          </a:lstStyle>
          <a:p>
            <a:pPr lvl="0"/>
            <a:r>
              <a:rPr lang="en-US"/>
              <a:t>Click to edit Master text styles</a:t>
            </a:r>
          </a:p>
          <a:p>
            <a:pPr lvl="1"/>
            <a:r>
              <a:rPr lang="en-US"/>
              <a:t>Second level</a:t>
            </a:r>
          </a:p>
          <a:p>
            <a:pPr lvl="2"/>
            <a:r>
              <a:rPr lang="en-US"/>
              <a:t>Third level</a:t>
            </a:r>
          </a:p>
        </p:txBody>
      </p:sp>
      <p:sp>
        <p:nvSpPr>
          <p:cNvPr id="3" name="Date Placeholder 2"/>
          <p:cNvSpPr>
            <a:spLocks noGrp="1"/>
          </p:cNvSpPr>
          <p:nvPr>
            <p:ph type="dt" sz="half" idx="10"/>
          </p:nvPr>
        </p:nvSpPr>
        <p:spPr/>
        <p:txBody>
          <a:bodyPr/>
          <a:lstStyle/>
          <a:p>
            <a:fld id="{7C72D9AC-457C-4504-9E8C-2842B341950E}" type="datetime1">
              <a:rPr lang="en-US" smtClean="0"/>
              <a:t>11/1/2022</a:t>
            </a:fld>
            <a:endParaRPr lang="en-US" dirty="0"/>
          </a:p>
        </p:txBody>
      </p:sp>
      <p:sp>
        <p:nvSpPr>
          <p:cNvPr id="4" name="Slide Number Placeholder 3"/>
          <p:cNvSpPr>
            <a:spLocks noGrp="1"/>
          </p:cNvSpPr>
          <p:nvPr>
            <p:ph type="sldNum" sz="quarter" idx="11"/>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3153083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Page">
    <p:bg>
      <p:bgPr>
        <a:solidFill>
          <a:schemeClr val="bg1"/>
        </a:solidFill>
        <a:effectLst/>
      </p:bgPr>
    </p:bg>
    <p:spTree>
      <p:nvGrpSpPr>
        <p:cNvPr id="1" name=""/>
        <p:cNvGrpSpPr/>
        <p:nvPr/>
      </p:nvGrpSpPr>
      <p:grpSpPr>
        <a:xfrm>
          <a:off x="0" y="0"/>
          <a:ext cx="0" cy="0"/>
          <a:chOff x="0" y="0"/>
          <a:chExt cx="0" cy="0"/>
        </a:xfrm>
      </p:grpSpPr>
      <p:pic>
        <p:nvPicPr>
          <p:cNvPr id="23"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11955"/>
          <a:stretch>
            <a:fillRect/>
          </a:stretch>
        </p:blipFill>
        <p:spPr bwMode="auto">
          <a:xfrm>
            <a:off x="3806858" y="4007650"/>
            <a:ext cx="8385143" cy="2697951"/>
          </a:xfrm>
          <a:prstGeom prst="rect">
            <a:avLst/>
          </a:prstGeom>
          <a:noFill/>
          <a:extLst>
            <a:ext uri="{909E8E84-426E-40DD-AFC4-6F175D3DCCD1}">
              <a14:hiddenFill xmlns:a14="http://schemas.microsoft.com/office/drawing/2010/main">
                <a:solidFill>
                  <a:srgbClr val="FFFFFF"/>
                </a:solidFill>
              </a14:hiddenFill>
            </a:ext>
          </a:extLst>
        </p:spPr>
      </p:pic>
      <p:sp>
        <p:nvSpPr>
          <p:cNvPr id="2" name="Isosceles Triangle 1"/>
          <p:cNvSpPr/>
          <p:nvPr userDrawn="1"/>
        </p:nvSpPr>
        <p:spPr>
          <a:xfrm>
            <a:off x="406401" y="3276600"/>
            <a:ext cx="3962399" cy="3581400"/>
          </a:xfrm>
          <a:prstGeom prst="triangl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Title 1"/>
          <p:cNvSpPr>
            <a:spLocks noGrp="1"/>
          </p:cNvSpPr>
          <p:nvPr>
            <p:ph type="title" hasCustomPrompt="1"/>
          </p:nvPr>
        </p:nvSpPr>
        <p:spPr>
          <a:xfrm>
            <a:off x="3556000" y="2383385"/>
            <a:ext cx="7518400" cy="838200"/>
          </a:xfrm>
          <a:prstGeom prst="rect">
            <a:avLst/>
          </a:prstGeom>
        </p:spPr>
        <p:txBody>
          <a:bodyPr>
            <a:normAutofit/>
          </a:bodyPr>
          <a:lstStyle>
            <a:lvl1pPr algn="l">
              <a:defRPr sz="3000" baseline="0">
                <a:solidFill>
                  <a:schemeClr val="accent2">
                    <a:lumMod val="75000"/>
                  </a:schemeClr>
                </a:solidFill>
              </a:defRPr>
            </a:lvl1pPr>
          </a:lstStyle>
          <a:p>
            <a:r>
              <a:rPr lang="en-US" dirty="0"/>
              <a:t>Thank you for </a:t>
            </a:r>
            <a:br>
              <a:rPr lang="en-US" dirty="0"/>
            </a:br>
            <a:r>
              <a:rPr lang="en-US" dirty="0"/>
              <a:t>your attention!!!</a:t>
            </a:r>
            <a:endParaRPr lang="en-GB" dirty="0"/>
          </a:p>
        </p:txBody>
      </p:sp>
      <p:sp>
        <p:nvSpPr>
          <p:cNvPr id="12" name="Isosceles Triangle 11"/>
          <p:cNvSpPr/>
          <p:nvPr userDrawn="1"/>
        </p:nvSpPr>
        <p:spPr>
          <a:xfrm rot="10800000">
            <a:off x="711203" y="0"/>
            <a:ext cx="3962399" cy="3581400"/>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Isosceles Triangle 14"/>
          <p:cNvSpPr/>
          <p:nvPr userDrawn="1"/>
        </p:nvSpPr>
        <p:spPr>
          <a:xfrm rot="5400000">
            <a:off x="708919" y="2818786"/>
            <a:ext cx="2478499" cy="68621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Isosceles Triangle 15"/>
          <p:cNvSpPr/>
          <p:nvPr userDrawn="1"/>
        </p:nvSpPr>
        <p:spPr>
          <a:xfrm rot="10800000">
            <a:off x="2801146" y="3733800"/>
            <a:ext cx="2692399" cy="2433515"/>
          </a:xfrm>
          <a:prstGeom prst="triangl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 name="Oval 2"/>
          <p:cNvSpPr/>
          <p:nvPr userDrawn="1"/>
        </p:nvSpPr>
        <p:spPr>
          <a:xfrm>
            <a:off x="2374238" y="159524"/>
            <a:ext cx="1311303" cy="9834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8" name="Picture 9"/>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46871" y="3300786"/>
            <a:ext cx="905407" cy="54873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9" descr="E:\ĐHQG\Logo Con\1 Logo Bach Khoa.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31009" y="481385"/>
            <a:ext cx="737128" cy="55833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9"/>
          <p:cNvPicPr>
            <a:picLocks noChangeAspect="1" noChangeArrowheads="1"/>
          </p:cNvPicPr>
          <p:nvPr userDrawn="1"/>
        </p:nvPicPr>
        <p:blipFill>
          <a:blip r:embed="rId5" cstate="print">
            <a:extLst>
              <a:ext uri="{28A0092B-C50C-407E-A947-70E740481C1C}">
                <a14:useLocalDpi xmlns:a14="http://schemas.microsoft.com/office/drawing/2010/main" val="0"/>
              </a:ext>
            </a:extLst>
          </a:blip>
          <a:stretch>
            <a:fillRect/>
          </a:stretch>
        </p:blipFill>
        <p:spPr bwMode="auto">
          <a:xfrm>
            <a:off x="223010" y="1090985"/>
            <a:ext cx="753129" cy="44380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9"/>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234297" y="1633351"/>
            <a:ext cx="730556" cy="37820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9"/>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212140" y="2081585"/>
            <a:ext cx="774867" cy="58115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9"/>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212140" y="2767386"/>
            <a:ext cx="774867" cy="44708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9"/>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0265" t="7197" r="31841" b="28374"/>
          <a:stretch>
            <a:fillRect/>
          </a:stretch>
        </p:blipFill>
        <p:spPr bwMode="auto">
          <a:xfrm>
            <a:off x="224606" y="3986585"/>
            <a:ext cx="749937" cy="5504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209587" y="4614116"/>
            <a:ext cx="779975" cy="584981"/>
          </a:xfrm>
          <a:prstGeom prst="rect">
            <a:avLst/>
          </a:prstGeom>
        </p:spPr>
      </p:pic>
      <p:pic>
        <p:nvPicPr>
          <p:cNvPr id="33" name="Picture 32"/>
          <p:cNvPicPr>
            <a:picLocks noChangeAspect="1"/>
          </p:cNvPicPr>
          <p:nvPr userDrawn="1"/>
        </p:nvPicPr>
        <p:blipFill rotWithShape="1">
          <a:blip r:embed="rId11" cstate="print">
            <a:extLst>
              <a:ext uri="{28A0092B-C50C-407E-A947-70E740481C1C}">
                <a14:useLocalDpi xmlns:a14="http://schemas.microsoft.com/office/drawing/2010/main" val="0"/>
              </a:ext>
            </a:extLst>
          </a:blip>
          <a:srcRect l="10368" r="10265"/>
          <a:stretch>
            <a:fillRect/>
          </a:stretch>
        </p:blipFill>
        <p:spPr>
          <a:xfrm>
            <a:off x="216266" y="5281986"/>
            <a:ext cx="766617" cy="585415"/>
          </a:xfrm>
          <a:prstGeom prst="rect">
            <a:avLst/>
          </a:prstGeom>
        </p:spPr>
      </p:pic>
      <p:sp>
        <p:nvSpPr>
          <p:cNvPr id="4" name="Rectangle 3"/>
          <p:cNvSpPr/>
          <p:nvPr userDrawn="1"/>
        </p:nvSpPr>
        <p:spPr>
          <a:xfrm>
            <a:off x="1381412" y="6444734"/>
            <a:ext cx="1819729" cy="369332"/>
          </a:xfrm>
          <a:prstGeom prst="rect">
            <a:avLst/>
          </a:prstGeom>
        </p:spPr>
        <p:txBody>
          <a:bodyPr wrap="none">
            <a:spAutoFit/>
          </a:bodyPr>
          <a:lstStyle/>
          <a:p>
            <a:pPr algn="ctr"/>
            <a:r>
              <a:rPr lang="vi-VN" sz="1800" dirty="0">
                <a:solidFill>
                  <a:schemeClr val="bg2">
                    <a:lumMod val="50000"/>
                  </a:schemeClr>
                </a:solidFill>
              </a:rPr>
              <a:t> vnuhcm.edu.vn</a:t>
            </a:r>
            <a:endParaRPr lang="en-GB" sz="1800" dirty="0">
              <a:solidFill>
                <a:schemeClr val="bg2">
                  <a:lumMod val="50000"/>
                </a:schemeClr>
              </a:solidFill>
            </a:endParaRPr>
          </a:p>
        </p:txBody>
      </p:sp>
      <p:pic>
        <p:nvPicPr>
          <p:cNvPr id="24" name="Picture 3"/>
          <p:cNvPicPr>
            <a:picLocks noChangeAspect="1" noChangeArrowheads="1"/>
          </p:cNvPicPr>
          <p:nvPr userDrawn="1"/>
        </p:nvPicPr>
        <p:blipFill>
          <a:blip r:embed="rId12" cstate="print">
            <a:extLst>
              <a:ext uri="{28A0092B-C50C-407E-A947-70E740481C1C}">
                <a14:useLocalDpi xmlns:a14="http://schemas.microsoft.com/office/drawing/2010/main" val="0"/>
              </a:ext>
            </a:extLst>
          </a:blip>
          <a:stretch>
            <a:fillRect/>
          </a:stretch>
        </p:blipFill>
        <p:spPr bwMode="auto">
          <a:xfrm>
            <a:off x="1490231" y="267358"/>
            <a:ext cx="2195307" cy="767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88243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1_Title Slide">
    <p:spTree>
      <p:nvGrpSpPr>
        <p:cNvPr id="1" name=""/>
        <p:cNvGrpSpPr/>
        <p:nvPr/>
      </p:nvGrpSpPr>
      <p:grpSpPr>
        <a:xfrm>
          <a:off x="0" y="0"/>
          <a:ext cx="0" cy="0"/>
          <a:chOff x="0" y="0"/>
          <a:chExt cx="0" cy="0"/>
        </a:xfrm>
      </p:grpSpPr>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6176" y="27834"/>
            <a:ext cx="5348224" cy="767649"/>
          </a:xfrm>
          <a:prstGeom prst="rect">
            <a:avLst/>
          </a:prstGeom>
        </p:spPr>
      </p:pic>
      <p:sp>
        <p:nvSpPr>
          <p:cNvPr id="33" name="Flowchart: Process 32"/>
          <p:cNvSpPr/>
          <p:nvPr/>
        </p:nvSpPr>
        <p:spPr>
          <a:xfrm>
            <a:off x="-2" y="3733800"/>
            <a:ext cx="406401" cy="1793388"/>
          </a:xfrm>
          <a:custGeom>
            <a:avLst/>
            <a:gdLst/>
            <a:ahLst/>
            <a:cxnLst/>
            <a:rect l="l" t="t" r="r" b="b"/>
            <a:pathLst>
              <a:path w="304801" h="1793388">
                <a:moveTo>
                  <a:pt x="0" y="0"/>
                </a:moveTo>
                <a:lnTo>
                  <a:pt x="304799" y="304799"/>
                </a:lnTo>
                <a:lnTo>
                  <a:pt x="304800" y="304799"/>
                </a:lnTo>
                <a:lnTo>
                  <a:pt x="304800" y="304800"/>
                </a:lnTo>
                <a:lnTo>
                  <a:pt x="304801" y="304801"/>
                </a:lnTo>
                <a:lnTo>
                  <a:pt x="304800" y="304801"/>
                </a:lnTo>
                <a:lnTo>
                  <a:pt x="304800" y="1793388"/>
                </a:lnTo>
                <a:lnTo>
                  <a:pt x="0" y="1793388"/>
                </a:lnTo>
                <a:lnTo>
                  <a:pt x="0" y="304801"/>
                </a:lnTo>
                <a:lnTo>
                  <a:pt x="0" y="304799"/>
                </a:ln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Right Triangle 35"/>
          <p:cNvSpPr/>
          <p:nvPr/>
        </p:nvSpPr>
        <p:spPr>
          <a:xfrm>
            <a:off x="-2" y="5064611"/>
            <a:ext cx="406401" cy="1640988"/>
          </a:xfrm>
          <a:custGeom>
            <a:avLst/>
            <a:gdLst/>
            <a:ahLst/>
            <a:cxnLst/>
            <a:rect l="l" t="t" r="r" b="b"/>
            <a:pathLst>
              <a:path w="304801" h="1640988">
                <a:moveTo>
                  <a:pt x="0" y="0"/>
                </a:moveTo>
                <a:lnTo>
                  <a:pt x="304799" y="304799"/>
                </a:lnTo>
                <a:lnTo>
                  <a:pt x="304800" y="304799"/>
                </a:lnTo>
                <a:lnTo>
                  <a:pt x="304800" y="304800"/>
                </a:lnTo>
                <a:lnTo>
                  <a:pt x="304801" y="304801"/>
                </a:lnTo>
                <a:lnTo>
                  <a:pt x="304800" y="304801"/>
                </a:lnTo>
                <a:lnTo>
                  <a:pt x="304800" y="1640988"/>
                </a:lnTo>
                <a:lnTo>
                  <a:pt x="0" y="1640988"/>
                </a:lnTo>
                <a:lnTo>
                  <a:pt x="0" y="304801"/>
                </a:lnTo>
                <a:lnTo>
                  <a:pt x="0" y="304799"/>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9" name="Right Triangle 27"/>
          <p:cNvSpPr/>
          <p:nvPr/>
        </p:nvSpPr>
        <p:spPr>
          <a:xfrm rot="16200000" flipH="1">
            <a:off x="-68036" y="4935767"/>
            <a:ext cx="542469" cy="406397"/>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 name="Freeform 9"/>
          <p:cNvSpPr/>
          <p:nvPr/>
        </p:nvSpPr>
        <p:spPr>
          <a:xfrm>
            <a:off x="1761067" y="3413760"/>
            <a:ext cx="10430933" cy="3444240"/>
          </a:xfrm>
          <a:custGeom>
            <a:avLst/>
            <a:gdLst>
              <a:gd name="connsiteX0" fmla="*/ 7823200 w 7823200"/>
              <a:gd name="connsiteY0" fmla="*/ 4927600 h 4937760"/>
              <a:gd name="connsiteX1" fmla="*/ 7823200 w 7823200"/>
              <a:gd name="connsiteY1" fmla="*/ 3454400 h 4937760"/>
              <a:gd name="connsiteX2" fmla="*/ 6167120 w 7823200"/>
              <a:gd name="connsiteY2" fmla="*/ 0 h 4937760"/>
              <a:gd name="connsiteX3" fmla="*/ 0 w 7823200"/>
              <a:gd name="connsiteY3" fmla="*/ 4937760 h 4937760"/>
              <a:gd name="connsiteX4" fmla="*/ 7823200 w 7823200"/>
              <a:gd name="connsiteY4" fmla="*/ 4927600 h 4937760"/>
              <a:gd name="connsiteX0-1" fmla="*/ 7823200 w 7823200"/>
              <a:gd name="connsiteY0-2" fmla="*/ 4927600 h 4937760"/>
              <a:gd name="connsiteX1-3" fmla="*/ 7823200 w 7823200"/>
              <a:gd name="connsiteY1-4" fmla="*/ 3454400 h 4937760"/>
              <a:gd name="connsiteX2-5" fmla="*/ 6167120 w 7823200"/>
              <a:gd name="connsiteY2-6" fmla="*/ 0 h 4937760"/>
              <a:gd name="connsiteX3-7" fmla="*/ 0 w 7823200"/>
              <a:gd name="connsiteY3-8" fmla="*/ 4937760 h 4937760"/>
              <a:gd name="connsiteX4-9" fmla="*/ 7823200 w 7823200"/>
              <a:gd name="connsiteY4-10" fmla="*/ 4927600 h 4937760"/>
              <a:gd name="connsiteX0-11" fmla="*/ 7823200 w 7823200"/>
              <a:gd name="connsiteY0-12" fmla="*/ 4927600 h 4937760"/>
              <a:gd name="connsiteX1-13" fmla="*/ 7823200 w 7823200"/>
              <a:gd name="connsiteY1-14" fmla="*/ 3454400 h 4937760"/>
              <a:gd name="connsiteX2-15" fmla="*/ 6167120 w 7823200"/>
              <a:gd name="connsiteY2-16" fmla="*/ 0 h 4937760"/>
              <a:gd name="connsiteX3-17" fmla="*/ 0 w 7823200"/>
              <a:gd name="connsiteY3-18" fmla="*/ 4937760 h 4937760"/>
              <a:gd name="connsiteX4-19" fmla="*/ 7823200 w 7823200"/>
              <a:gd name="connsiteY4-20" fmla="*/ 4927600 h 4937760"/>
              <a:gd name="connsiteX0-21" fmla="*/ 7823200 w 7823200"/>
              <a:gd name="connsiteY0-22" fmla="*/ 4104640 h 4114800"/>
              <a:gd name="connsiteX1-23" fmla="*/ 7823200 w 7823200"/>
              <a:gd name="connsiteY1-24" fmla="*/ 2631440 h 4114800"/>
              <a:gd name="connsiteX2-25" fmla="*/ 5963920 w 7823200"/>
              <a:gd name="connsiteY2-26" fmla="*/ 0 h 4114800"/>
              <a:gd name="connsiteX3-27" fmla="*/ 0 w 7823200"/>
              <a:gd name="connsiteY3-28" fmla="*/ 4114800 h 4114800"/>
              <a:gd name="connsiteX4-29" fmla="*/ 7823200 w 7823200"/>
              <a:gd name="connsiteY4-30" fmla="*/ 4104640 h 4114800"/>
              <a:gd name="connsiteX0-31" fmla="*/ 7823200 w 7823200"/>
              <a:gd name="connsiteY0-32" fmla="*/ 4117722 h 4127882"/>
              <a:gd name="connsiteX1-33" fmla="*/ 7823200 w 7823200"/>
              <a:gd name="connsiteY1-34" fmla="*/ 2644522 h 4127882"/>
              <a:gd name="connsiteX2-35" fmla="*/ 5963920 w 7823200"/>
              <a:gd name="connsiteY2-36" fmla="*/ 13082 h 4127882"/>
              <a:gd name="connsiteX3-37" fmla="*/ 0 w 7823200"/>
              <a:gd name="connsiteY3-38" fmla="*/ 4127882 h 4127882"/>
              <a:gd name="connsiteX4-39" fmla="*/ 7823200 w 7823200"/>
              <a:gd name="connsiteY4-40" fmla="*/ 4117722 h 4127882"/>
              <a:gd name="connsiteX0-41" fmla="*/ 7823200 w 7823200"/>
              <a:gd name="connsiteY0-42" fmla="*/ 4117722 h 4127882"/>
              <a:gd name="connsiteX1-43" fmla="*/ 7823200 w 7823200"/>
              <a:gd name="connsiteY1-44" fmla="*/ 2644522 h 4127882"/>
              <a:gd name="connsiteX2-45" fmla="*/ 5963920 w 7823200"/>
              <a:gd name="connsiteY2-46" fmla="*/ 13082 h 4127882"/>
              <a:gd name="connsiteX3-47" fmla="*/ 0 w 7823200"/>
              <a:gd name="connsiteY3-48" fmla="*/ 4127882 h 4127882"/>
              <a:gd name="connsiteX4-49" fmla="*/ 7823200 w 7823200"/>
              <a:gd name="connsiteY4-50" fmla="*/ 4117722 h 4127882"/>
              <a:gd name="connsiteX0-51" fmla="*/ 7823200 w 7823200"/>
              <a:gd name="connsiteY0-52" fmla="*/ 4130695 h 4140855"/>
              <a:gd name="connsiteX1-53" fmla="*/ 7823200 w 7823200"/>
              <a:gd name="connsiteY1-54" fmla="*/ 2657495 h 4140855"/>
              <a:gd name="connsiteX2-55" fmla="*/ 5963920 w 7823200"/>
              <a:gd name="connsiteY2-56" fmla="*/ 26055 h 4140855"/>
              <a:gd name="connsiteX3-57" fmla="*/ 0 w 7823200"/>
              <a:gd name="connsiteY3-58" fmla="*/ 4140855 h 4140855"/>
              <a:gd name="connsiteX4-59" fmla="*/ 7823200 w 7823200"/>
              <a:gd name="connsiteY4-60" fmla="*/ 4130695 h 4140855"/>
              <a:gd name="connsiteX0-61" fmla="*/ 7823200 w 7823200"/>
              <a:gd name="connsiteY0-62" fmla="*/ 4130695 h 4140855"/>
              <a:gd name="connsiteX1-63" fmla="*/ 7823200 w 7823200"/>
              <a:gd name="connsiteY1-64" fmla="*/ 2657495 h 4140855"/>
              <a:gd name="connsiteX2-65" fmla="*/ 5963920 w 7823200"/>
              <a:gd name="connsiteY2-66" fmla="*/ 26055 h 4140855"/>
              <a:gd name="connsiteX3-67" fmla="*/ 0 w 7823200"/>
              <a:gd name="connsiteY3-68" fmla="*/ 4140855 h 4140855"/>
              <a:gd name="connsiteX4-69" fmla="*/ 7823200 w 7823200"/>
              <a:gd name="connsiteY4-70" fmla="*/ 4130695 h 4140855"/>
              <a:gd name="connsiteX0-71" fmla="*/ 7823200 w 7823200"/>
              <a:gd name="connsiteY0-72" fmla="*/ 3617799 h 3627959"/>
              <a:gd name="connsiteX1-73" fmla="*/ 7823200 w 7823200"/>
              <a:gd name="connsiteY1-74" fmla="*/ 2144599 h 3627959"/>
              <a:gd name="connsiteX2-75" fmla="*/ 5770880 w 7823200"/>
              <a:gd name="connsiteY2-76" fmla="*/ 31319 h 3627959"/>
              <a:gd name="connsiteX3-77" fmla="*/ 0 w 7823200"/>
              <a:gd name="connsiteY3-78" fmla="*/ 3627959 h 3627959"/>
              <a:gd name="connsiteX4-79" fmla="*/ 7823200 w 7823200"/>
              <a:gd name="connsiteY4-80" fmla="*/ 3617799 h 3627959"/>
              <a:gd name="connsiteX0-81" fmla="*/ 7823200 w 7823200"/>
              <a:gd name="connsiteY0-82" fmla="*/ 4009850 h 4020010"/>
              <a:gd name="connsiteX1-83" fmla="*/ 7823200 w 7823200"/>
              <a:gd name="connsiteY1-84" fmla="*/ 2536650 h 4020010"/>
              <a:gd name="connsiteX2-85" fmla="*/ 5821680 w 7823200"/>
              <a:gd name="connsiteY2-86" fmla="*/ 27130 h 4020010"/>
              <a:gd name="connsiteX3-87" fmla="*/ 0 w 7823200"/>
              <a:gd name="connsiteY3-88" fmla="*/ 4020010 h 4020010"/>
              <a:gd name="connsiteX4-89" fmla="*/ 7823200 w 7823200"/>
              <a:gd name="connsiteY4-90" fmla="*/ 4009850 h 4020010"/>
              <a:gd name="connsiteX0-91" fmla="*/ 7823200 w 7823200"/>
              <a:gd name="connsiteY0-92" fmla="*/ 3467369 h 3477529"/>
              <a:gd name="connsiteX1-93" fmla="*/ 7823200 w 7823200"/>
              <a:gd name="connsiteY1-94" fmla="*/ 1994169 h 3477529"/>
              <a:gd name="connsiteX2-95" fmla="*/ 5872480 w 7823200"/>
              <a:gd name="connsiteY2-96" fmla="*/ 33289 h 3477529"/>
              <a:gd name="connsiteX3-97" fmla="*/ 0 w 7823200"/>
              <a:gd name="connsiteY3-98" fmla="*/ 3477529 h 3477529"/>
              <a:gd name="connsiteX4-99" fmla="*/ 7823200 w 7823200"/>
              <a:gd name="connsiteY4-100" fmla="*/ 3467369 h 3477529"/>
              <a:gd name="connsiteX0-101" fmla="*/ 7823200 w 7823200"/>
              <a:gd name="connsiteY0-102" fmla="*/ 3434080 h 3444240"/>
              <a:gd name="connsiteX1-103" fmla="*/ 7823200 w 7823200"/>
              <a:gd name="connsiteY1-104" fmla="*/ 1960880 h 3444240"/>
              <a:gd name="connsiteX2-105" fmla="*/ 5872480 w 7823200"/>
              <a:gd name="connsiteY2-106" fmla="*/ 0 h 3444240"/>
              <a:gd name="connsiteX3-107" fmla="*/ 0 w 7823200"/>
              <a:gd name="connsiteY3-108" fmla="*/ 3444240 h 3444240"/>
              <a:gd name="connsiteX4-109" fmla="*/ 7823200 w 7823200"/>
              <a:gd name="connsiteY4-110" fmla="*/ 3434080 h 3444240"/>
              <a:gd name="connsiteX0-111" fmla="*/ 7823200 w 7823200"/>
              <a:gd name="connsiteY0-112" fmla="*/ 3434080 h 3444240"/>
              <a:gd name="connsiteX1-113" fmla="*/ 7823200 w 7823200"/>
              <a:gd name="connsiteY1-114" fmla="*/ 1960880 h 3444240"/>
              <a:gd name="connsiteX2-115" fmla="*/ 5872480 w 7823200"/>
              <a:gd name="connsiteY2-116" fmla="*/ 0 h 3444240"/>
              <a:gd name="connsiteX3-117" fmla="*/ 0 w 7823200"/>
              <a:gd name="connsiteY3-118" fmla="*/ 3444240 h 3444240"/>
              <a:gd name="connsiteX4-119" fmla="*/ 7823200 w 7823200"/>
              <a:gd name="connsiteY4-120" fmla="*/ 3434080 h 3444240"/>
              <a:gd name="connsiteX0-121" fmla="*/ 7823200 w 7823200"/>
              <a:gd name="connsiteY0-122" fmla="*/ 3434080 h 3444240"/>
              <a:gd name="connsiteX1-123" fmla="*/ 7823200 w 7823200"/>
              <a:gd name="connsiteY1-124" fmla="*/ 1960880 h 3444240"/>
              <a:gd name="connsiteX2-125" fmla="*/ 5872480 w 7823200"/>
              <a:gd name="connsiteY2-126" fmla="*/ 0 h 3444240"/>
              <a:gd name="connsiteX3-127" fmla="*/ 0 w 7823200"/>
              <a:gd name="connsiteY3-128" fmla="*/ 3444240 h 3444240"/>
              <a:gd name="connsiteX4-129" fmla="*/ 7823200 w 7823200"/>
              <a:gd name="connsiteY4-130" fmla="*/ 3434080 h 3444240"/>
              <a:gd name="connsiteX0-131" fmla="*/ 7823200 w 7823200"/>
              <a:gd name="connsiteY0-132" fmla="*/ 3434080 h 3444240"/>
              <a:gd name="connsiteX1-133" fmla="*/ 7823200 w 7823200"/>
              <a:gd name="connsiteY1-134" fmla="*/ 1960880 h 3444240"/>
              <a:gd name="connsiteX2-135" fmla="*/ 5872480 w 7823200"/>
              <a:gd name="connsiteY2-136" fmla="*/ 0 h 3444240"/>
              <a:gd name="connsiteX3-137" fmla="*/ 0 w 7823200"/>
              <a:gd name="connsiteY3-138" fmla="*/ 3444240 h 3444240"/>
              <a:gd name="connsiteX4-139" fmla="*/ 7823200 w 7823200"/>
              <a:gd name="connsiteY4-140" fmla="*/ 3434080 h 34442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23200" h="3444240">
                <a:moveTo>
                  <a:pt x="7823200" y="3434080"/>
                </a:moveTo>
                <a:lnTo>
                  <a:pt x="7823200" y="1960880"/>
                </a:lnTo>
                <a:cubicBezTo>
                  <a:pt x="7271173" y="809413"/>
                  <a:pt x="6881707" y="54187"/>
                  <a:pt x="5872480" y="0"/>
                </a:cubicBezTo>
                <a:cubicBezTo>
                  <a:pt x="4253653" y="10160"/>
                  <a:pt x="2055707" y="1798320"/>
                  <a:pt x="0" y="3444240"/>
                </a:cubicBezTo>
                <a:lnTo>
                  <a:pt x="7823200" y="343408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7"/>
          <p:cNvSpPr/>
          <p:nvPr/>
        </p:nvSpPr>
        <p:spPr>
          <a:xfrm>
            <a:off x="0" y="6320792"/>
            <a:ext cx="12192000" cy="548933"/>
          </a:xfrm>
          <a:custGeom>
            <a:avLst/>
            <a:gdLst>
              <a:gd name="connsiteX0" fmla="*/ 0 w 7675880"/>
              <a:gd name="connsiteY0" fmla="*/ 391160 h 396240"/>
              <a:gd name="connsiteX1" fmla="*/ 0 w 7675880"/>
              <a:gd name="connsiteY1" fmla="*/ 177800 h 396240"/>
              <a:gd name="connsiteX2" fmla="*/ 7675880 w 7675880"/>
              <a:gd name="connsiteY2" fmla="*/ 0 h 396240"/>
              <a:gd name="connsiteX3" fmla="*/ 7675880 w 7675880"/>
              <a:gd name="connsiteY3" fmla="*/ 396240 h 396240"/>
              <a:gd name="connsiteX4" fmla="*/ 0 w 7675880"/>
              <a:gd name="connsiteY4" fmla="*/ 391160 h 396240"/>
              <a:gd name="connsiteX0-1" fmla="*/ 0 w 7685475"/>
              <a:gd name="connsiteY0-2" fmla="*/ 396443 h 396443"/>
              <a:gd name="connsiteX1-3" fmla="*/ 9595 w 7685475"/>
              <a:gd name="connsiteY1-4" fmla="*/ 177800 h 396443"/>
              <a:gd name="connsiteX2-5" fmla="*/ 7685475 w 7685475"/>
              <a:gd name="connsiteY2-6" fmla="*/ 0 h 396443"/>
              <a:gd name="connsiteX3-7" fmla="*/ 7685475 w 7685475"/>
              <a:gd name="connsiteY3-8" fmla="*/ 396240 h 396443"/>
              <a:gd name="connsiteX4-9" fmla="*/ 0 w 7685475"/>
              <a:gd name="connsiteY4-10" fmla="*/ 396443 h 396443"/>
              <a:gd name="connsiteX0-11" fmla="*/ 0 w 7675880"/>
              <a:gd name="connsiteY0-12" fmla="*/ 404368 h 404368"/>
              <a:gd name="connsiteX1-13" fmla="*/ 0 w 7675880"/>
              <a:gd name="connsiteY1-14" fmla="*/ 177800 h 404368"/>
              <a:gd name="connsiteX2-15" fmla="*/ 7675880 w 7675880"/>
              <a:gd name="connsiteY2-16" fmla="*/ 0 h 404368"/>
              <a:gd name="connsiteX3-17" fmla="*/ 7675880 w 7675880"/>
              <a:gd name="connsiteY3-18" fmla="*/ 396240 h 404368"/>
              <a:gd name="connsiteX4-19" fmla="*/ 0 w 7675880"/>
              <a:gd name="connsiteY4-20" fmla="*/ 404368 h 404368"/>
              <a:gd name="connsiteX0-21" fmla="*/ 0 w 7675880"/>
              <a:gd name="connsiteY0-22" fmla="*/ 380594 h 380594"/>
              <a:gd name="connsiteX1-23" fmla="*/ 0 w 7675880"/>
              <a:gd name="connsiteY1-24" fmla="*/ 154026 h 380594"/>
              <a:gd name="connsiteX2-25" fmla="*/ 7672682 w 7675880"/>
              <a:gd name="connsiteY2-26" fmla="*/ 0 h 380594"/>
              <a:gd name="connsiteX3-27" fmla="*/ 7675880 w 7675880"/>
              <a:gd name="connsiteY3-28" fmla="*/ 372466 h 380594"/>
              <a:gd name="connsiteX4-29" fmla="*/ 0 w 7675880"/>
              <a:gd name="connsiteY4-30" fmla="*/ 380594 h 380594"/>
              <a:gd name="connsiteX0-31" fmla="*/ 0 w 7675880"/>
              <a:gd name="connsiteY0-32" fmla="*/ 380594 h 380594"/>
              <a:gd name="connsiteX1-33" fmla="*/ 0 w 7675880"/>
              <a:gd name="connsiteY1-34" fmla="*/ 83584 h 380594"/>
              <a:gd name="connsiteX2-35" fmla="*/ 7672682 w 7675880"/>
              <a:gd name="connsiteY2-36" fmla="*/ 0 h 380594"/>
              <a:gd name="connsiteX3-37" fmla="*/ 7675880 w 7675880"/>
              <a:gd name="connsiteY3-38" fmla="*/ 372466 h 380594"/>
              <a:gd name="connsiteX4-39" fmla="*/ 0 w 7675880"/>
              <a:gd name="connsiteY4-40" fmla="*/ 380594 h 3805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5880" h="380594">
                <a:moveTo>
                  <a:pt x="0" y="380594"/>
                </a:moveTo>
                <a:lnTo>
                  <a:pt x="0" y="83584"/>
                </a:lnTo>
                <a:lnTo>
                  <a:pt x="7672682" y="0"/>
                </a:lnTo>
                <a:lnTo>
                  <a:pt x="7675880" y="372466"/>
                </a:lnTo>
                <a:lnTo>
                  <a:pt x="0" y="38059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5" name="Straight Connector 4"/>
          <p:cNvCxnSpPr/>
          <p:nvPr/>
        </p:nvCxnSpPr>
        <p:spPr>
          <a:xfrm>
            <a:off x="203200" y="741680"/>
            <a:ext cx="3556000" cy="0"/>
          </a:xfrm>
          <a:prstGeom prst="line">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30" name="Chevron 29"/>
          <p:cNvSpPr/>
          <p:nvPr/>
        </p:nvSpPr>
        <p:spPr>
          <a:xfrm>
            <a:off x="203201" y="137518"/>
            <a:ext cx="463903" cy="548283"/>
          </a:xfrm>
          <a:prstGeom prst="chevr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32" name="Chevron 31"/>
          <p:cNvSpPr/>
          <p:nvPr/>
        </p:nvSpPr>
        <p:spPr>
          <a:xfrm>
            <a:off x="435151" y="137518"/>
            <a:ext cx="463903" cy="548283"/>
          </a:xfrm>
          <a:prstGeom prst="chevron">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50" name="Right Triangle 27"/>
          <p:cNvSpPr/>
          <p:nvPr/>
        </p:nvSpPr>
        <p:spPr>
          <a:xfrm rot="5400000" flipH="1">
            <a:off x="11717567" y="714286"/>
            <a:ext cx="542469" cy="406397"/>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Flowchart: Process 32"/>
          <p:cNvSpPr/>
          <p:nvPr/>
        </p:nvSpPr>
        <p:spPr>
          <a:xfrm rot="10800000">
            <a:off x="11785600" y="0"/>
            <a:ext cx="406401" cy="896694"/>
          </a:xfrm>
          <a:custGeom>
            <a:avLst/>
            <a:gdLst/>
            <a:ahLst/>
            <a:cxnLst/>
            <a:rect l="l" t="t" r="r" b="b"/>
            <a:pathLst>
              <a:path w="304801" h="896694">
                <a:moveTo>
                  <a:pt x="304800" y="896694"/>
                </a:moveTo>
                <a:lnTo>
                  <a:pt x="0" y="896694"/>
                </a:lnTo>
                <a:lnTo>
                  <a:pt x="0" y="304801"/>
                </a:lnTo>
                <a:lnTo>
                  <a:pt x="0" y="304799"/>
                </a:lnTo>
                <a:lnTo>
                  <a:pt x="0" y="0"/>
                </a:lnTo>
                <a:lnTo>
                  <a:pt x="304799" y="304799"/>
                </a:lnTo>
                <a:lnTo>
                  <a:pt x="304800" y="304799"/>
                </a:lnTo>
                <a:lnTo>
                  <a:pt x="304800" y="304800"/>
                </a:lnTo>
                <a:lnTo>
                  <a:pt x="304801" y="304801"/>
                </a:lnTo>
                <a:lnTo>
                  <a:pt x="304800" y="304801"/>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 name="Freeform 5"/>
          <p:cNvSpPr/>
          <p:nvPr/>
        </p:nvSpPr>
        <p:spPr>
          <a:xfrm>
            <a:off x="11338560" y="4683760"/>
            <a:ext cx="853440" cy="1178560"/>
          </a:xfrm>
          <a:custGeom>
            <a:avLst/>
            <a:gdLst>
              <a:gd name="connsiteX0" fmla="*/ 152400 w 640080"/>
              <a:gd name="connsiteY0" fmla="*/ 0 h 1178560"/>
              <a:gd name="connsiteX1" fmla="*/ 0 w 640080"/>
              <a:gd name="connsiteY1" fmla="*/ 50800 h 1178560"/>
              <a:gd name="connsiteX2" fmla="*/ 457200 w 640080"/>
              <a:gd name="connsiteY2" fmla="*/ 904240 h 1178560"/>
              <a:gd name="connsiteX3" fmla="*/ 640080 w 640080"/>
              <a:gd name="connsiteY3" fmla="*/ 1178560 h 1178560"/>
              <a:gd name="connsiteX4" fmla="*/ 640080 w 640080"/>
              <a:gd name="connsiteY4" fmla="*/ 883920 h 1178560"/>
              <a:gd name="connsiteX5" fmla="*/ 152400 w 640080"/>
              <a:gd name="connsiteY5" fmla="*/ 0 h 11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1178560">
                <a:moveTo>
                  <a:pt x="152400" y="0"/>
                </a:moveTo>
                <a:lnTo>
                  <a:pt x="0" y="50800"/>
                </a:lnTo>
                <a:lnTo>
                  <a:pt x="457200" y="904240"/>
                </a:lnTo>
                <a:lnTo>
                  <a:pt x="640080" y="1178560"/>
                </a:lnTo>
                <a:lnTo>
                  <a:pt x="640080" y="883920"/>
                </a:lnTo>
                <a:lnTo>
                  <a:pt x="152400" y="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n>
                <a:noFill/>
              </a:ln>
            </a:endParaRPr>
          </a:p>
        </p:txBody>
      </p:sp>
      <p:sp>
        <p:nvSpPr>
          <p:cNvPr id="4" name="Date Placeholder 3"/>
          <p:cNvSpPr>
            <a:spLocks noGrp="1"/>
          </p:cNvSpPr>
          <p:nvPr>
            <p:ph type="dt" sz="half" idx="10"/>
          </p:nvPr>
        </p:nvSpPr>
        <p:spPr/>
        <p:txBody>
          <a:bodyPr/>
          <a:lstStyle>
            <a:lvl1pPr>
              <a:defRPr>
                <a:solidFill>
                  <a:schemeClr val="bg1"/>
                </a:solidFill>
              </a:defRPr>
            </a:lvl1pPr>
          </a:lstStyle>
          <a:p>
            <a:fld id="{2A9EE548-E044-4E34-9878-1554D99846C5}" type="datetime1">
              <a:rPr lang="en-US" smtClean="0"/>
              <a:t>11/1/2022</a:t>
            </a:fld>
            <a:endParaRPr lang="vi-VN"/>
          </a:p>
        </p:txBody>
      </p:sp>
      <p:sp>
        <p:nvSpPr>
          <p:cNvPr id="7" name="Slide Number Placeholder 6"/>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F2AE2443-D0C0-43E8-AB42-AF7755CE2EDD}" type="slidenum">
              <a:rPr lang="vi-VN" smtClean="0"/>
              <a:t>‹#›</a:t>
            </a:fld>
            <a:endParaRPr lang="vi-VN"/>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5141" y="3733800"/>
            <a:ext cx="4577260" cy="2574708"/>
          </a:xfrm>
          <a:prstGeom prst="ellipse">
            <a:avLst/>
          </a:prstGeom>
          <a:ln>
            <a:noFill/>
          </a:ln>
          <a:effectLst>
            <a:softEdge rad="112500"/>
          </a:effectLst>
        </p:spPr>
      </p:pic>
    </p:spTree>
    <p:extLst>
      <p:ext uri="{BB962C8B-B14F-4D97-AF65-F5344CB8AC3E}">
        <p14:creationId xmlns:p14="http://schemas.microsoft.com/office/powerpoint/2010/main" val="534713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6176" y="27834"/>
            <a:ext cx="5348224" cy="767649"/>
          </a:xfrm>
          <a:prstGeom prst="rect">
            <a:avLst/>
          </a:prstGeom>
        </p:spPr>
      </p:pic>
      <p:sp>
        <p:nvSpPr>
          <p:cNvPr id="33" name="Flowchart: Process 32"/>
          <p:cNvSpPr/>
          <p:nvPr userDrawn="1"/>
        </p:nvSpPr>
        <p:spPr>
          <a:xfrm>
            <a:off x="-2" y="3733800"/>
            <a:ext cx="406401" cy="1793388"/>
          </a:xfrm>
          <a:custGeom>
            <a:avLst/>
            <a:gdLst/>
            <a:ahLst/>
            <a:cxnLst/>
            <a:rect l="l" t="t" r="r" b="b"/>
            <a:pathLst>
              <a:path w="304801" h="1793388">
                <a:moveTo>
                  <a:pt x="0" y="0"/>
                </a:moveTo>
                <a:lnTo>
                  <a:pt x="304799" y="304799"/>
                </a:lnTo>
                <a:lnTo>
                  <a:pt x="304800" y="304799"/>
                </a:lnTo>
                <a:lnTo>
                  <a:pt x="304800" y="304800"/>
                </a:lnTo>
                <a:lnTo>
                  <a:pt x="304801" y="304801"/>
                </a:lnTo>
                <a:lnTo>
                  <a:pt x="304800" y="304801"/>
                </a:lnTo>
                <a:lnTo>
                  <a:pt x="304800" y="1793388"/>
                </a:lnTo>
                <a:lnTo>
                  <a:pt x="0" y="1793388"/>
                </a:lnTo>
                <a:lnTo>
                  <a:pt x="0" y="304801"/>
                </a:lnTo>
                <a:lnTo>
                  <a:pt x="0" y="304799"/>
                </a:ln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Right Triangle 35"/>
          <p:cNvSpPr/>
          <p:nvPr userDrawn="1"/>
        </p:nvSpPr>
        <p:spPr>
          <a:xfrm>
            <a:off x="-2" y="5064611"/>
            <a:ext cx="406401" cy="1640988"/>
          </a:xfrm>
          <a:custGeom>
            <a:avLst/>
            <a:gdLst/>
            <a:ahLst/>
            <a:cxnLst/>
            <a:rect l="l" t="t" r="r" b="b"/>
            <a:pathLst>
              <a:path w="304801" h="1640988">
                <a:moveTo>
                  <a:pt x="0" y="0"/>
                </a:moveTo>
                <a:lnTo>
                  <a:pt x="304799" y="304799"/>
                </a:lnTo>
                <a:lnTo>
                  <a:pt x="304800" y="304799"/>
                </a:lnTo>
                <a:lnTo>
                  <a:pt x="304800" y="304800"/>
                </a:lnTo>
                <a:lnTo>
                  <a:pt x="304801" y="304801"/>
                </a:lnTo>
                <a:lnTo>
                  <a:pt x="304800" y="304801"/>
                </a:lnTo>
                <a:lnTo>
                  <a:pt x="304800" y="1640988"/>
                </a:lnTo>
                <a:lnTo>
                  <a:pt x="0" y="1640988"/>
                </a:lnTo>
                <a:lnTo>
                  <a:pt x="0" y="304801"/>
                </a:lnTo>
                <a:lnTo>
                  <a:pt x="0" y="304799"/>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9" name="Right Triangle 27"/>
          <p:cNvSpPr/>
          <p:nvPr userDrawn="1"/>
        </p:nvSpPr>
        <p:spPr>
          <a:xfrm rot="16200000" flipH="1">
            <a:off x="-68036" y="4935767"/>
            <a:ext cx="542469" cy="406397"/>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 name="Freeform 9"/>
          <p:cNvSpPr/>
          <p:nvPr userDrawn="1"/>
        </p:nvSpPr>
        <p:spPr>
          <a:xfrm>
            <a:off x="1761067" y="3413760"/>
            <a:ext cx="10430933" cy="3444240"/>
          </a:xfrm>
          <a:custGeom>
            <a:avLst/>
            <a:gdLst>
              <a:gd name="connsiteX0" fmla="*/ 7823200 w 7823200"/>
              <a:gd name="connsiteY0" fmla="*/ 4927600 h 4937760"/>
              <a:gd name="connsiteX1" fmla="*/ 7823200 w 7823200"/>
              <a:gd name="connsiteY1" fmla="*/ 3454400 h 4937760"/>
              <a:gd name="connsiteX2" fmla="*/ 6167120 w 7823200"/>
              <a:gd name="connsiteY2" fmla="*/ 0 h 4937760"/>
              <a:gd name="connsiteX3" fmla="*/ 0 w 7823200"/>
              <a:gd name="connsiteY3" fmla="*/ 4937760 h 4937760"/>
              <a:gd name="connsiteX4" fmla="*/ 7823200 w 7823200"/>
              <a:gd name="connsiteY4" fmla="*/ 4927600 h 4937760"/>
              <a:gd name="connsiteX0-1" fmla="*/ 7823200 w 7823200"/>
              <a:gd name="connsiteY0-2" fmla="*/ 4927600 h 4937760"/>
              <a:gd name="connsiteX1-3" fmla="*/ 7823200 w 7823200"/>
              <a:gd name="connsiteY1-4" fmla="*/ 3454400 h 4937760"/>
              <a:gd name="connsiteX2-5" fmla="*/ 6167120 w 7823200"/>
              <a:gd name="connsiteY2-6" fmla="*/ 0 h 4937760"/>
              <a:gd name="connsiteX3-7" fmla="*/ 0 w 7823200"/>
              <a:gd name="connsiteY3-8" fmla="*/ 4937760 h 4937760"/>
              <a:gd name="connsiteX4-9" fmla="*/ 7823200 w 7823200"/>
              <a:gd name="connsiteY4-10" fmla="*/ 4927600 h 4937760"/>
              <a:gd name="connsiteX0-11" fmla="*/ 7823200 w 7823200"/>
              <a:gd name="connsiteY0-12" fmla="*/ 4927600 h 4937760"/>
              <a:gd name="connsiteX1-13" fmla="*/ 7823200 w 7823200"/>
              <a:gd name="connsiteY1-14" fmla="*/ 3454400 h 4937760"/>
              <a:gd name="connsiteX2-15" fmla="*/ 6167120 w 7823200"/>
              <a:gd name="connsiteY2-16" fmla="*/ 0 h 4937760"/>
              <a:gd name="connsiteX3-17" fmla="*/ 0 w 7823200"/>
              <a:gd name="connsiteY3-18" fmla="*/ 4937760 h 4937760"/>
              <a:gd name="connsiteX4-19" fmla="*/ 7823200 w 7823200"/>
              <a:gd name="connsiteY4-20" fmla="*/ 4927600 h 4937760"/>
              <a:gd name="connsiteX0-21" fmla="*/ 7823200 w 7823200"/>
              <a:gd name="connsiteY0-22" fmla="*/ 4104640 h 4114800"/>
              <a:gd name="connsiteX1-23" fmla="*/ 7823200 w 7823200"/>
              <a:gd name="connsiteY1-24" fmla="*/ 2631440 h 4114800"/>
              <a:gd name="connsiteX2-25" fmla="*/ 5963920 w 7823200"/>
              <a:gd name="connsiteY2-26" fmla="*/ 0 h 4114800"/>
              <a:gd name="connsiteX3-27" fmla="*/ 0 w 7823200"/>
              <a:gd name="connsiteY3-28" fmla="*/ 4114800 h 4114800"/>
              <a:gd name="connsiteX4-29" fmla="*/ 7823200 w 7823200"/>
              <a:gd name="connsiteY4-30" fmla="*/ 4104640 h 4114800"/>
              <a:gd name="connsiteX0-31" fmla="*/ 7823200 w 7823200"/>
              <a:gd name="connsiteY0-32" fmla="*/ 4117722 h 4127882"/>
              <a:gd name="connsiteX1-33" fmla="*/ 7823200 w 7823200"/>
              <a:gd name="connsiteY1-34" fmla="*/ 2644522 h 4127882"/>
              <a:gd name="connsiteX2-35" fmla="*/ 5963920 w 7823200"/>
              <a:gd name="connsiteY2-36" fmla="*/ 13082 h 4127882"/>
              <a:gd name="connsiteX3-37" fmla="*/ 0 w 7823200"/>
              <a:gd name="connsiteY3-38" fmla="*/ 4127882 h 4127882"/>
              <a:gd name="connsiteX4-39" fmla="*/ 7823200 w 7823200"/>
              <a:gd name="connsiteY4-40" fmla="*/ 4117722 h 4127882"/>
              <a:gd name="connsiteX0-41" fmla="*/ 7823200 w 7823200"/>
              <a:gd name="connsiteY0-42" fmla="*/ 4117722 h 4127882"/>
              <a:gd name="connsiteX1-43" fmla="*/ 7823200 w 7823200"/>
              <a:gd name="connsiteY1-44" fmla="*/ 2644522 h 4127882"/>
              <a:gd name="connsiteX2-45" fmla="*/ 5963920 w 7823200"/>
              <a:gd name="connsiteY2-46" fmla="*/ 13082 h 4127882"/>
              <a:gd name="connsiteX3-47" fmla="*/ 0 w 7823200"/>
              <a:gd name="connsiteY3-48" fmla="*/ 4127882 h 4127882"/>
              <a:gd name="connsiteX4-49" fmla="*/ 7823200 w 7823200"/>
              <a:gd name="connsiteY4-50" fmla="*/ 4117722 h 4127882"/>
              <a:gd name="connsiteX0-51" fmla="*/ 7823200 w 7823200"/>
              <a:gd name="connsiteY0-52" fmla="*/ 4130695 h 4140855"/>
              <a:gd name="connsiteX1-53" fmla="*/ 7823200 w 7823200"/>
              <a:gd name="connsiteY1-54" fmla="*/ 2657495 h 4140855"/>
              <a:gd name="connsiteX2-55" fmla="*/ 5963920 w 7823200"/>
              <a:gd name="connsiteY2-56" fmla="*/ 26055 h 4140855"/>
              <a:gd name="connsiteX3-57" fmla="*/ 0 w 7823200"/>
              <a:gd name="connsiteY3-58" fmla="*/ 4140855 h 4140855"/>
              <a:gd name="connsiteX4-59" fmla="*/ 7823200 w 7823200"/>
              <a:gd name="connsiteY4-60" fmla="*/ 4130695 h 4140855"/>
              <a:gd name="connsiteX0-61" fmla="*/ 7823200 w 7823200"/>
              <a:gd name="connsiteY0-62" fmla="*/ 4130695 h 4140855"/>
              <a:gd name="connsiteX1-63" fmla="*/ 7823200 w 7823200"/>
              <a:gd name="connsiteY1-64" fmla="*/ 2657495 h 4140855"/>
              <a:gd name="connsiteX2-65" fmla="*/ 5963920 w 7823200"/>
              <a:gd name="connsiteY2-66" fmla="*/ 26055 h 4140855"/>
              <a:gd name="connsiteX3-67" fmla="*/ 0 w 7823200"/>
              <a:gd name="connsiteY3-68" fmla="*/ 4140855 h 4140855"/>
              <a:gd name="connsiteX4-69" fmla="*/ 7823200 w 7823200"/>
              <a:gd name="connsiteY4-70" fmla="*/ 4130695 h 4140855"/>
              <a:gd name="connsiteX0-71" fmla="*/ 7823200 w 7823200"/>
              <a:gd name="connsiteY0-72" fmla="*/ 3617799 h 3627959"/>
              <a:gd name="connsiteX1-73" fmla="*/ 7823200 w 7823200"/>
              <a:gd name="connsiteY1-74" fmla="*/ 2144599 h 3627959"/>
              <a:gd name="connsiteX2-75" fmla="*/ 5770880 w 7823200"/>
              <a:gd name="connsiteY2-76" fmla="*/ 31319 h 3627959"/>
              <a:gd name="connsiteX3-77" fmla="*/ 0 w 7823200"/>
              <a:gd name="connsiteY3-78" fmla="*/ 3627959 h 3627959"/>
              <a:gd name="connsiteX4-79" fmla="*/ 7823200 w 7823200"/>
              <a:gd name="connsiteY4-80" fmla="*/ 3617799 h 3627959"/>
              <a:gd name="connsiteX0-81" fmla="*/ 7823200 w 7823200"/>
              <a:gd name="connsiteY0-82" fmla="*/ 4009850 h 4020010"/>
              <a:gd name="connsiteX1-83" fmla="*/ 7823200 w 7823200"/>
              <a:gd name="connsiteY1-84" fmla="*/ 2536650 h 4020010"/>
              <a:gd name="connsiteX2-85" fmla="*/ 5821680 w 7823200"/>
              <a:gd name="connsiteY2-86" fmla="*/ 27130 h 4020010"/>
              <a:gd name="connsiteX3-87" fmla="*/ 0 w 7823200"/>
              <a:gd name="connsiteY3-88" fmla="*/ 4020010 h 4020010"/>
              <a:gd name="connsiteX4-89" fmla="*/ 7823200 w 7823200"/>
              <a:gd name="connsiteY4-90" fmla="*/ 4009850 h 4020010"/>
              <a:gd name="connsiteX0-91" fmla="*/ 7823200 w 7823200"/>
              <a:gd name="connsiteY0-92" fmla="*/ 3467369 h 3477529"/>
              <a:gd name="connsiteX1-93" fmla="*/ 7823200 w 7823200"/>
              <a:gd name="connsiteY1-94" fmla="*/ 1994169 h 3477529"/>
              <a:gd name="connsiteX2-95" fmla="*/ 5872480 w 7823200"/>
              <a:gd name="connsiteY2-96" fmla="*/ 33289 h 3477529"/>
              <a:gd name="connsiteX3-97" fmla="*/ 0 w 7823200"/>
              <a:gd name="connsiteY3-98" fmla="*/ 3477529 h 3477529"/>
              <a:gd name="connsiteX4-99" fmla="*/ 7823200 w 7823200"/>
              <a:gd name="connsiteY4-100" fmla="*/ 3467369 h 3477529"/>
              <a:gd name="connsiteX0-101" fmla="*/ 7823200 w 7823200"/>
              <a:gd name="connsiteY0-102" fmla="*/ 3434080 h 3444240"/>
              <a:gd name="connsiteX1-103" fmla="*/ 7823200 w 7823200"/>
              <a:gd name="connsiteY1-104" fmla="*/ 1960880 h 3444240"/>
              <a:gd name="connsiteX2-105" fmla="*/ 5872480 w 7823200"/>
              <a:gd name="connsiteY2-106" fmla="*/ 0 h 3444240"/>
              <a:gd name="connsiteX3-107" fmla="*/ 0 w 7823200"/>
              <a:gd name="connsiteY3-108" fmla="*/ 3444240 h 3444240"/>
              <a:gd name="connsiteX4-109" fmla="*/ 7823200 w 7823200"/>
              <a:gd name="connsiteY4-110" fmla="*/ 3434080 h 3444240"/>
              <a:gd name="connsiteX0-111" fmla="*/ 7823200 w 7823200"/>
              <a:gd name="connsiteY0-112" fmla="*/ 3434080 h 3444240"/>
              <a:gd name="connsiteX1-113" fmla="*/ 7823200 w 7823200"/>
              <a:gd name="connsiteY1-114" fmla="*/ 1960880 h 3444240"/>
              <a:gd name="connsiteX2-115" fmla="*/ 5872480 w 7823200"/>
              <a:gd name="connsiteY2-116" fmla="*/ 0 h 3444240"/>
              <a:gd name="connsiteX3-117" fmla="*/ 0 w 7823200"/>
              <a:gd name="connsiteY3-118" fmla="*/ 3444240 h 3444240"/>
              <a:gd name="connsiteX4-119" fmla="*/ 7823200 w 7823200"/>
              <a:gd name="connsiteY4-120" fmla="*/ 3434080 h 3444240"/>
              <a:gd name="connsiteX0-121" fmla="*/ 7823200 w 7823200"/>
              <a:gd name="connsiteY0-122" fmla="*/ 3434080 h 3444240"/>
              <a:gd name="connsiteX1-123" fmla="*/ 7823200 w 7823200"/>
              <a:gd name="connsiteY1-124" fmla="*/ 1960880 h 3444240"/>
              <a:gd name="connsiteX2-125" fmla="*/ 5872480 w 7823200"/>
              <a:gd name="connsiteY2-126" fmla="*/ 0 h 3444240"/>
              <a:gd name="connsiteX3-127" fmla="*/ 0 w 7823200"/>
              <a:gd name="connsiteY3-128" fmla="*/ 3444240 h 3444240"/>
              <a:gd name="connsiteX4-129" fmla="*/ 7823200 w 7823200"/>
              <a:gd name="connsiteY4-130" fmla="*/ 3434080 h 3444240"/>
              <a:gd name="connsiteX0-131" fmla="*/ 7823200 w 7823200"/>
              <a:gd name="connsiteY0-132" fmla="*/ 3434080 h 3444240"/>
              <a:gd name="connsiteX1-133" fmla="*/ 7823200 w 7823200"/>
              <a:gd name="connsiteY1-134" fmla="*/ 1960880 h 3444240"/>
              <a:gd name="connsiteX2-135" fmla="*/ 5872480 w 7823200"/>
              <a:gd name="connsiteY2-136" fmla="*/ 0 h 3444240"/>
              <a:gd name="connsiteX3-137" fmla="*/ 0 w 7823200"/>
              <a:gd name="connsiteY3-138" fmla="*/ 3444240 h 3444240"/>
              <a:gd name="connsiteX4-139" fmla="*/ 7823200 w 7823200"/>
              <a:gd name="connsiteY4-140" fmla="*/ 3434080 h 34442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23200" h="3444240">
                <a:moveTo>
                  <a:pt x="7823200" y="3434080"/>
                </a:moveTo>
                <a:lnTo>
                  <a:pt x="7823200" y="1960880"/>
                </a:lnTo>
                <a:cubicBezTo>
                  <a:pt x="7271173" y="809413"/>
                  <a:pt x="6881707" y="54187"/>
                  <a:pt x="5872480" y="0"/>
                </a:cubicBezTo>
                <a:cubicBezTo>
                  <a:pt x="4253653" y="10160"/>
                  <a:pt x="2055707" y="1798320"/>
                  <a:pt x="0" y="3444240"/>
                </a:cubicBezTo>
                <a:lnTo>
                  <a:pt x="7823200" y="343408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7"/>
          <p:cNvSpPr/>
          <p:nvPr userDrawn="1"/>
        </p:nvSpPr>
        <p:spPr>
          <a:xfrm>
            <a:off x="0" y="6320792"/>
            <a:ext cx="12192000" cy="548933"/>
          </a:xfrm>
          <a:custGeom>
            <a:avLst/>
            <a:gdLst>
              <a:gd name="connsiteX0" fmla="*/ 0 w 7675880"/>
              <a:gd name="connsiteY0" fmla="*/ 391160 h 396240"/>
              <a:gd name="connsiteX1" fmla="*/ 0 w 7675880"/>
              <a:gd name="connsiteY1" fmla="*/ 177800 h 396240"/>
              <a:gd name="connsiteX2" fmla="*/ 7675880 w 7675880"/>
              <a:gd name="connsiteY2" fmla="*/ 0 h 396240"/>
              <a:gd name="connsiteX3" fmla="*/ 7675880 w 7675880"/>
              <a:gd name="connsiteY3" fmla="*/ 396240 h 396240"/>
              <a:gd name="connsiteX4" fmla="*/ 0 w 7675880"/>
              <a:gd name="connsiteY4" fmla="*/ 391160 h 396240"/>
              <a:gd name="connsiteX0-1" fmla="*/ 0 w 7685475"/>
              <a:gd name="connsiteY0-2" fmla="*/ 396443 h 396443"/>
              <a:gd name="connsiteX1-3" fmla="*/ 9595 w 7685475"/>
              <a:gd name="connsiteY1-4" fmla="*/ 177800 h 396443"/>
              <a:gd name="connsiteX2-5" fmla="*/ 7685475 w 7685475"/>
              <a:gd name="connsiteY2-6" fmla="*/ 0 h 396443"/>
              <a:gd name="connsiteX3-7" fmla="*/ 7685475 w 7685475"/>
              <a:gd name="connsiteY3-8" fmla="*/ 396240 h 396443"/>
              <a:gd name="connsiteX4-9" fmla="*/ 0 w 7685475"/>
              <a:gd name="connsiteY4-10" fmla="*/ 396443 h 396443"/>
              <a:gd name="connsiteX0-11" fmla="*/ 0 w 7675880"/>
              <a:gd name="connsiteY0-12" fmla="*/ 404368 h 404368"/>
              <a:gd name="connsiteX1-13" fmla="*/ 0 w 7675880"/>
              <a:gd name="connsiteY1-14" fmla="*/ 177800 h 404368"/>
              <a:gd name="connsiteX2-15" fmla="*/ 7675880 w 7675880"/>
              <a:gd name="connsiteY2-16" fmla="*/ 0 h 404368"/>
              <a:gd name="connsiteX3-17" fmla="*/ 7675880 w 7675880"/>
              <a:gd name="connsiteY3-18" fmla="*/ 396240 h 404368"/>
              <a:gd name="connsiteX4-19" fmla="*/ 0 w 7675880"/>
              <a:gd name="connsiteY4-20" fmla="*/ 404368 h 404368"/>
              <a:gd name="connsiteX0-21" fmla="*/ 0 w 7675880"/>
              <a:gd name="connsiteY0-22" fmla="*/ 380594 h 380594"/>
              <a:gd name="connsiteX1-23" fmla="*/ 0 w 7675880"/>
              <a:gd name="connsiteY1-24" fmla="*/ 154026 h 380594"/>
              <a:gd name="connsiteX2-25" fmla="*/ 7672682 w 7675880"/>
              <a:gd name="connsiteY2-26" fmla="*/ 0 h 380594"/>
              <a:gd name="connsiteX3-27" fmla="*/ 7675880 w 7675880"/>
              <a:gd name="connsiteY3-28" fmla="*/ 372466 h 380594"/>
              <a:gd name="connsiteX4-29" fmla="*/ 0 w 7675880"/>
              <a:gd name="connsiteY4-30" fmla="*/ 380594 h 380594"/>
              <a:gd name="connsiteX0-31" fmla="*/ 0 w 7675880"/>
              <a:gd name="connsiteY0-32" fmla="*/ 380594 h 380594"/>
              <a:gd name="connsiteX1-33" fmla="*/ 0 w 7675880"/>
              <a:gd name="connsiteY1-34" fmla="*/ 83584 h 380594"/>
              <a:gd name="connsiteX2-35" fmla="*/ 7672682 w 7675880"/>
              <a:gd name="connsiteY2-36" fmla="*/ 0 h 380594"/>
              <a:gd name="connsiteX3-37" fmla="*/ 7675880 w 7675880"/>
              <a:gd name="connsiteY3-38" fmla="*/ 372466 h 380594"/>
              <a:gd name="connsiteX4-39" fmla="*/ 0 w 7675880"/>
              <a:gd name="connsiteY4-40" fmla="*/ 380594 h 3805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5880" h="380594">
                <a:moveTo>
                  <a:pt x="0" y="380594"/>
                </a:moveTo>
                <a:lnTo>
                  <a:pt x="0" y="83584"/>
                </a:lnTo>
                <a:lnTo>
                  <a:pt x="7672682" y="0"/>
                </a:lnTo>
                <a:lnTo>
                  <a:pt x="7675880" y="372466"/>
                </a:lnTo>
                <a:lnTo>
                  <a:pt x="0" y="38059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5" name="Straight Connector 4"/>
          <p:cNvCxnSpPr/>
          <p:nvPr userDrawn="1"/>
        </p:nvCxnSpPr>
        <p:spPr>
          <a:xfrm>
            <a:off x="203200" y="741680"/>
            <a:ext cx="3556000" cy="0"/>
          </a:xfrm>
          <a:prstGeom prst="line">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30" name="Chevron 29"/>
          <p:cNvSpPr/>
          <p:nvPr userDrawn="1"/>
        </p:nvSpPr>
        <p:spPr>
          <a:xfrm>
            <a:off x="203201" y="137518"/>
            <a:ext cx="463903" cy="548283"/>
          </a:xfrm>
          <a:prstGeom prst="chevr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32" name="Chevron 31"/>
          <p:cNvSpPr/>
          <p:nvPr userDrawn="1"/>
        </p:nvSpPr>
        <p:spPr>
          <a:xfrm>
            <a:off x="435151" y="137518"/>
            <a:ext cx="463903" cy="548283"/>
          </a:xfrm>
          <a:prstGeom prst="chevron">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50" name="Right Triangle 27"/>
          <p:cNvSpPr/>
          <p:nvPr userDrawn="1"/>
        </p:nvSpPr>
        <p:spPr>
          <a:xfrm rot="5400000" flipH="1">
            <a:off x="11717567" y="714286"/>
            <a:ext cx="542469" cy="406397"/>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Flowchart: Process 32"/>
          <p:cNvSpPr/>
          <p:nvPr userDrawn="1"/>
        </p:nvSpPr>
        <p:spPr>
          <a:xfrm rot="10800000">
            <a:off x="11785600" y="0"/>
            <a:ext cx="406401" cy="896694"/>
          </a:xfrm>
          <a:custGeom>
            <a:avLst/>
            <a:gdLst/>
            <a:ahLst/>
            <a:cxnLst/>
            <a:rect l="l" t="t" r="r" b="b"/>
            <a:pathLst>
              <a:path w="304801" h="896694">
                <a:moveTo>
                  <a:pt x="304800" y="896694"/>
                </a:moveTo>
                <a:lnTo>
                  <a:pt x="0" y="896694"/>
                </a:lnTo>
                <a:lnTo>
                  <a:pt x="0" y="304801"/>
                </a:lnTo>
                <a:lnTo>
                  <a:pt x="0" y="304799"/>
                </a:lnTo>
                <a:lnTo>
                  <a:pt x="0" y="0"/>
                </a:lnTo>
                <a:lnTo>
                  <a:pt x="304799" y="304799"/>
                </a:lnTo>
                <a:lnTo>
                  <a:pt x="304800" y="304799"/>
                </a:lnTo>
                <a:lnTo>
                  <a:pt x="304800" y="304800"/>
                </a:lnTo>
                <a:lnTo>
                  <a:pt x="304801" y="304801"/>
                </a:lnTo>
                <a:lnTo>
                  <a:pt x="304800" y="304801"/>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 name="Freeform 5"/>
          <p:cNvSpPr/>
          <p:nvPr userDrawn="1"/>
        </p:nvSpPr>
        <p:spPr>
          <a:xfrm>
            <a:off x="11338560" y="4683760"/>
            <a:ext cx="853440" cy="1178560"/>
          </a:xfrm>
          <a:custGeom>
            <a:avLst/>
            <a:gdLst>
              <a:gd name="connsiteX0" fmla="*/ 152400 w 640080"/>
              <a:gd name="connsiteY0" fmla="*/ 0 h 1178560"/>
              <a:gd name="connsiteX1" fmla="*/ 0 w 640080"/>
              <a:gd name="connsiteY1" fmla="*/ 50800 h 1178560"/>
              <a:gd name="connsiteX2" fmla="*/ 457200 w 640080"/>
              <a:gd name="connsiteY2" fmla="*/ 904240 h 1178560"/>
              <a:gd name="connsiteX3" fmla="*/ 640080 w 640080"/>
              <a:gd name="connsiteY3" fmla="*/ 1178560 h 1178560"/>
              <a:gd name="connsiteX4" fmla="*/ 640080 w 640080"/>
              <a:gd name="connsiteY4" fmla="*/ 883920 h 1178560"/>
              <a:gd name="connsiteX5" fmla="*/ 152400 w 640080"/>
              <a:gd name="connsiteY5" fmla="*/ 0 h 11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1178560">
                <a:moveTo>
                  <a:pt x="152400" y="0"/>
                </a:moveTo>
                <a:lnTo>
                  <a:pt x="0" y="50800"/>
                </a:lnTo>
                <a:lnTo>
                  <a:pt x="457200" y="904240"/>
                </a:lnTo>
                <a:lnTo>
                  <a:pt x="640080" y="1178560"/>
                </a:lnTo>
                <a:lnTo>
                  <a:pt x="640080" y="883920"/>
                </a:lnTo>
                <a:lnTo>
                  <a:pt x="152400" y="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n>
                <a:noFill/>
              </a:ln>
            </a:endParaRPr>
          </a:p>
        </p:txBody>
      </p:sp>
      <p:sp>
        <p:nvSpPr>
          <p:cNvPr id="4" name="Date Placeholder 3"/>
          <p:cNvSpPr>
            <a:spLocks noGrp="1"/>
          </p:cNvSpPr>
          <p:nvPr>
            <p:ph type="dt" sz="half" idx="10"/>
          </p:nvPr>
        </p:nvSpPr>
        <p:spPr/>
        <p:txBody>
          <a:bodyPr/>
          <a:lstStyle>
            <a:lvl1pPr>
              <a:defRPr>
                <a:solidFill>
                  <a:schemeClr val="bg1"/>
                </a:solidFill>
              </a:defRPr>
            </a:lvl1pPr>
          </a:lstStyle>
          <a:p>
            <a:fld id="{5E97AB4C-0B66-4AE2-A63C-66DDDC98D3DF}" type="datetime1">
              <a:rPr lang="en-US" smtClean="0"/>
              <a:t>11/1/2022</a:t>
            </a:fld>
            <a:endParaRPr lang="en-US" dirty="0"/>
          </a:p>
        </p:txBody>
      </p:sp>
      <p:sp>
        <p:nvSpPr>
          <p:cNvPr id="7" name="Slide Number Placeholder 6"/>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pPr algn="l"/>
            <a:r>
              <a:rPr lang="vi-VN"/>
              <a:t>| </a:t>
            </a:r>
            <a:fld id="{0CFEC368-1D7A-4F81-ABF6-AE0E36BAF64C}" type="slidenum">
              <a:rPr lang="en-US" smtClean="0"/>
              <a:t>‹#›</a:t>
            </a:fld>
            <a:endParaRPr lang="en-US"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05141" y="3733800"/>
            <a:ext cx="4577260" cy="2574708"/>
          </a:xfrm>
          <a:prstGeom prst="ellipse">
            <a:avLst/>
          </a:prstGeom>
          <a:ln>
            <a:noFill/>
          </a:ln>
          <a:effectLst>
            <a:softEdge rad="112500"/>
          </a:effectLst>
        </p:spPr>
      </p:pic>
    </p:spTree>
    <p:extLst>
      <p:ext uri="{BB962C8B-B14F-4D97-AF65-F5344CB8AC3E}">
        <p14:creationId xmlns:p14="http://schemas.microsoft.com/office/powerpoint/2010/main" val="4238434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 1">
    <p:spTree>
      <p:nvGrpSpPr>
        <p:cNvPr id="1" name=""/>
        <p:cNvGrpSpPr/>
        <p:nvPr/>
      </p:nvGrpSpPr>
      <p:grpSpPr>
        <a:xfrm>
          <a:off x="0" y="0"/>
          <a:ext cx="0" cy="0"/>
          <a:chOff x="0" y="0"/>
          <a:chExt cx="0" cy="0"/>
        </a:xfrm>
      </p:grpSpPr>
      <p:sp>
        <p:nvSpPr>
          <p:cNvPr id="2" name="Title 1"/>
          <p:cNvSpPr>
            <a:spLocks noGrp="1"/>
          </p:cNvSpPr>
          <p:nvPr>
            <p:ph type="title"/>
          </p:nvPr>
        </p:nvSpPr>
        <p:spPr>
          <a:xfrm>
            <a:off x="1117600" y="683638"/>
            <a:ext cx="10261600" cy="764162"/>
          </a:xfrm>
          <a:prstGeom prst="rect">
            <a:avLst/>
          </a:prstGeom>
        </p:spPr>
        <p:txBody>
          <a:bodyPr/>
          <a:lstStyle>
            <a:lvl1pPr>
              <a:defRPr>
                <a:solidFill>
                  <a:schemeClr val="tx2"/>
                </a:solidFill>
              </a:defRPr>
            </a:lvl1pPr>
          </a:lstStyle>
          <a:p>
            <a:r>
              <a:rPr lang="en-US"/>
              <a:t>Click to edit Master title style</a:t>
            </a:r>
            <a:endParaRPr lang="en-GB" dirty="0"/>
          </a:p>
        </p:txBody>
      </p:sp>
      <p:sp>
        <p:nvSpPr>
          <p:cNvPr id="31" name="Rectangle 30"/>
          <p:cNvSpPr/>
          <p:nvPr userDrawn="1"/>
        </p:nvSpPr>
        <p:spPr>
          <a:xfrm>
            <a:off x="1320801" y="1905000"/>
            <a:ext cx="60959" cy="43434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Content Placeholder 2"/>
          <p:cNvSpPr>
            <a:spLocks noGrp="1"/>
          </p:cNvSpPr>
          <p:nvPr>
            <p:ph idx="1"/>
          </p:nvPr>
        </p:nvSpPr>
        <p:spPr>
          <a:xfrm>
            <a:off x="1171787" y="2057401"/>
            <a:ext cx="9218507" cy="3877975"/>
          </a:xfrm>
          <a:prstGeom prst="rect">
            <a:avLst/>
          </a:prstGeom>
        </p:spPr>
        <p:txBody>
          <a:bodyPr>
            <a:normAutofit/>
          </a:bodyPr>
          <a:lstStyle>
            <a:lvl1pPr marL="457200" marR="0" indent="-457200" algn="l" defTabSz="914400" rtl="0" eaLnBrk="1" fontAlgn="auto" latinLnBrk="0" hangingPunct="1">
              <a:lnSpc>
                <a:spcPct val="100000"/>
              </a:lnSpc>
              <a:spcBef>
                <a:spcPct val="20000"/>
              </a:spcBef>
              <a:spcAft>
                <a:spcPts val="0"/>
              </a:spcAft>
              <a:buClr>
                <a:schemeClr val="accent2">
                  <a:lumMod val="75000"/>
                </a:schemeClr>
              </a:buClr>
              <a:buSzTx/>
              <a:buFont typeface="Arial" panose="020B0604020202020204" pitchFamily="34" charset="0"/>
              <a:buChar char="•"/>
              <a:defRPr sz="2000"/>
            </a:lvl1pPr>
          </a:lstStyle>
          <a:p>
            <a:pPr lvl="0"/>
            <a:r>
              <a:rPr lang="en-US"/>
              <a:t>Click to edit Master text styles</a:t>
            </a:r>
          </a:p>
          <a:p>
            <a:pPr lvl="1"/>
            <a:r>
              <a:rPr lang="en-US"/>
              <a:t>Second level</a:t>
            </a:r>
          </a:p>
          <a:p>
            <a:pPr lvl="2"/>
            <a:r>
              <a:rPr lang="en-US"/>
              <a:t>Third level</a:t>
            </a:r>
          </a:p>
        </p:txBody>
      </p:sp>
      <p:sp>
        <p:nvSpPr>
          <p:cNvPr id="3" name="Date Placeholder 2"/>
          <p:cNvSpPr>
            <a:spLocks noGrp="1"/>
          </p:cNvSpPr>
          <p:nvPr>
            <p:ph type="dt" sz="half" idx="10"/>
          </p:nvPr>
        </p:nvSpPr>
        <p:spPr/>
        <p:txBody>
          <a:bodyPr/>
          <a:lstStyle/>
          <a:p>
            <a:fld id="{7BA7B7DD-46F5-4303-9F93-62D28BB6EF10}" type="datetime1">
              <a:rPr lang="en-US" smtClean="0"/>
              <a:t>11/1/2022</a:t>
            </a:fld>
            <a:endParaRPr lang="en-US" dirty="0"/>
          </a:p>
        </p:txBody>
      </p:sp>
      <p:sp>
        <p:nvSpPr>
          <p:cNvPr id="4" name="Slide Number Placeholder 3"/>
          <p:cNvSpPr>
            <a:spLocks noGrp="1"/>
          </p:cNvSpPr>
          <p:nvPr>
            <p:ph type="sldNum" sz="quarter" idx="11"/>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59172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End Page">
    <p:bg>
      <p:bgPr>
        <a:solidFill>
          <a:schemeClr val="bg1"/>
        </a:solidFill>
        <a:effectLst/>
      </p:bgPr>
    </p:bg>
    <p:spTree>
      <p:nvGrpSpPr>
        <p:cNvPr id="1" name=""/>
        <p:cNvGrpSpPr/>
        <p:nvPr/>
      </p:nvGrpSpPr>
      <p:grpSpPr>
        <a:xfrm>
          <a:off x="0" y="0"/>
          <a:ext cx="0" cy="0"/>
          <a:chOff x="0" y="0"/>
          <a:chExt cx="0" cy="0"/>
        </a:xfrm>
      </p:grpSpPr>
      <p:pic>
        <p:nvPicPr>
          <p:cNvPr id="23"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11955"/>
          <a:stretch>
            <a:fillRect/>
          </a:stretch>
        </p:blipFill>
        <p:spPr bwMode="auto">
          <a:xfrm>
            <a:off x="3806858" y="4007650"/>
            <a:ext cx="8385143" cy="2697951"/>
          </a:xfrm>
          <a:prstGeom prst="rect">
            <a:avLst/>
          </a:prstGeom>
          <a:noFill/>
          <a:extLst>
            <a:ext uri="{909E8E84-426E-40DD-AFC4-6F175D3DCCD1}">
              <a14:hiddenFill xmlns:a14="http://schemas.microsoft.com/office/drawing/2010/main">
                <a:solidFill>
                  <a:srgbClr val="FFFFFF"/>
                </a:solidFill>
              </a14:hiddenFill>
            </a:ext>
          </a:extLst>
        </p:spPr>
      </p:pic>
      <p:sp>
        <p:nvSpPr>
          <p:cNvPr id="2" name="Isosceles Triangle 1"/>
          <p:cNvSpPr/>
          <p:nvPr userDrawn="1"/>
        </p:nvSpPr>
        <p:spPr>
          <a:xfrm>
            <a:off x="406401" y="3276600"/>
            <a:ext cx="3962399" cy="3581400"/>
          </a:xfrm>
          <a:prstGeom prst="triangl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Title 1"/>
          <p:cNvSpPr>
            <a:spLocks noGrp="1"/>
          </p:cNvSpPr>
          <p:nvPr>
            <p:ph type="title" hasCustomPrompt="1"/>
          </p:nvPr>
        </p:nvSpPr>
        <p:spPr>
          <a:xfrm>
            <a:off x="3556000" y="2383385"/>
            <a:ext cx="7518400" cy="838200"/>
          </a:xfrm>
          <a:prstGeom prst="rect">
            <a:avLst/>
          </a:prstGeom>
        </p:spPr>
        <p:txBody>
          <a:bodyPr>
            <a:normAutofit/>
          </a:bodyPr>
          <a:lstStyle>
            <a:lvl1pPr algn="l">
              <a:defRPr sz="3000" baseline="0">
                <a:solidFill>
                  <a:schemeClr val="accent2">
                    <a:lumMod val="75000"/>
                  </a:schemeClr>
                </a:solidFill>
              </a:defRPr>
            </a:lvl1pPr>
          </a:lstStyle>
          <a:p>
            <a:r>
              <a:rPr lang="en-US" dirty="0"/>
              <a:t>Thank you for </a:t>
            </a:r>
            <a:br>
              <a:rPr lang="en-US" dirty="0"/>
            </a:br>
            <a:r>
              <a:rPr lang="en-US" dirty="0"/>
              <a:t>your attention!!!</a:t>
            </a:r>
            <a:endParaRPr lang="en-GB" dirty="0"/>
          </a:p>
        </p:txBody>
      </p:sp>
      <p:sp>
        <p:nvSpPr>
          <p:cNvPr id="12" name="Isosceles Triangle 11"/>
          <p:cNvSpPr/>
          <p:nvPr userDrawn="1"/>
        </p:nvSpPr>
        <p:spPr>
          <a:xfrm rot="10800000">
            <a:off x="711203" y="0"/>
            <a:ext cx="3962399" cy="3581400"/>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Isosceles Triangle 14"/>
          <p:cNvSpPr/>
          <p:nvPr userDrawn="1"/>
        </p:nvSpPr>
        <p:spPr>
          <a:xfrm rot="5400000">
            <a:off x="708919" y="2818786"/>
            <a:ext cx="2478499" cy="68621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Isosceles Triangle 15"/>
          <p:cNvSpPr/>
          <p:nvPr userDrawn="1"/>
        </p:nvSpPr>
        <p:spPr>
          <a:xfrm rot="10800000">
            <a:off x="2801146" y="3733800"/>
            <a:ext cx="2692399" cy="2433515"/>
          </a:xfrm>
          <a:prstGeom prst="triangl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 name="Oval 2"/>
          <p:cNvSpPr/>
          <p:nvPr userDrawn="1"/>
        </p:nvSpPr>
        <p:spPr>
          <a:xfrm>
            <a:off x="2374238" y="159524"/>
            <a:ext cx="1311303" cy="9834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8" name="Picture 9"/>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46871" y="3300786"/>
            <a:ext cx="905407" cy="54873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9" descr="E:\ĐHQG\Logo Con\1 Logo Bach Khoa.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31009" y="481385"/>
            <a:ext cx="737128" cy="55833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9"/>
          <p:cNvPicPr>
            <a:picLocks noChangeAspect="1" noChangeArrowheads="1"/>
          </p:cNvPicPr>
          <p:nvPr userDrawn="1"/>
        </p:nvPicPr>
        <p:blipFill>
          <a:blip r:embed="rId5" cstate="print">
            <a:extLst>
              <a:ext uri="{28A0092B-C50C-407E-A947-70E740481C1C}">
                <a14:useLocalDpi xmlns:a14="http://schemas.microsoft.com/office/drawing/2010/main" val="0"/>
              </a:ext>
            </a:extLst>
          </a:blip>
          <a:stretch>
            <a:fillRect/>
          </a:stretch>
        </p:blipFill>
        <p:spPr bwMode="auto">
          <a:xfrm>
            <a:off x="223010" y="1090985"/>
            <a:ext cx="753129" cy="44380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9"/>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234297" y="1633351"/>
            <a:ext cx="730556" cy="37820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9"/>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212140" y="2081585"/>
            <a:ext cx="774867" cy="58115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9"/>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212140" y="2767386"/>
            <a:ext cx="774867" cy="44708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9"/>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0265" t="7197" r="31841" b="28374"/>
          <a:stretch>
            <a:fillRect/>
          </a:stretch>
        </p:blipFill>
        <p:spPr bwMode="auto">
          <a:xfrm>
            <a:off x="224606" y="3986585"/>
            <a:ext cx="749937" cy="5504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209587" y="4614116"/>
            <a:ext cx="779975" cy="584981"/>
          </a:xfrm>
          <a:prstGeom prst="rect">
            <a:avLst/>
          </a:prstGeom>
        </p:spPr>
      </p:pic>
      <p:pic>
        <p:nvPicPr>
          <p:cNvPr id="33" name="Picture 32"/>
          <p:cNvPicPr>
            <a:picLocks noChangeAspect="1"/>
          </p:cNvPicPr>
          <p:nvPr userDrawn="1"/>
        </p:nvPicPr>
        <p:blipFill rotWithShape="1">
          <a:blip r:embed="rId11" cstate="print">
            <a:extLst>
              <a:ext uri="{28A0092B-C50C-407E-A947-70E740481C1C}">
                <a14:useLocalDpi xmlns:a14="http://schemas.microsoft.com/office/drawing/2010/main" val="0"/>
              </a:ext>
            </a:extLst>
          </a:blip>
          <a:srcRect l="10368" r="10265"/>
          <a:stretch>
            <a:fillRect/>
          </a:stretch>
        </p:blipFill>
        <p:spPr>
          <a:xfrm>
            <a:off x="216266" y="5281986"/>
            <a:ext cx="766617" cy="585415"/>
          </a:xfrm>
          <a:prstGeom prst="rect">
            <a:avLst/>
          </a:prstGeom>
        </p:spPr>
      </p:pic>
      <p:sp>
        <p:nvSpPr>
          <p:cNvPr id="4" name="Rectangle 3"/>
          <p:cNvSpPr/>
          <p:nvPr userDrawn="1"/>
        </p:nvSpPr>
        <p:spPr>
          <a:xfrm>
            <a:off x="1381412" y="6444734"/>
            <a:ext cx="1819729" cy="369332"/>
          </a:xfrm>
          <a:prstGeom prst="rect">
            <a:avLst/>
          </a:prstGeom>
        </p:spPr>
        <p:txBody>
          <a:bodyPr wrap="none">
            <a:spAutoFit/>
          </a:bodyPr>
          <a:lstStyle/>
          <a:p>
            <a:pPr algn="ctr"/>
            <a:r>
              <a:rPr lang="vi-VN" sz="1800" dirty="0">
                <a:solidFill>
                  <a:schemeClr val="bg2">
                    <a:lumMod val="50000"/>
                  </a:schemeClr>
                </a:solidFill>
              </a:rPr>
              <a:t> vnuhcm.edu.vn</a:t>
            </a:r>
            <a:endParaRPr lang="en-GB" sz="1800" dirty="0">
              <a:solidFill>
                <a:schemeClr val="bg2">
                  <a:lumMod val="50000"/>
                </a:schemeClr>
              </a:solidFill>
            </a:endParaRPr>
          </a:p>
        </p:txBody>
      </p:sp>
      <p:pic>
        <p:nvPicPr>
          <p:cNvPr id="24" name="Picture 3"/>
          <p:cNvPicPr>
            <a:picLocks noChangeAspect="1" noChangeArrowheads="1"/>
          </p:cNvPicPr>
          <p:nvPr userDrawn="1"/>
        </p:nvPicPr>
        <p:blipFill>
          <a:blip r:embed="rId12" cstate="print">
            <a:extLst>
              <a:ext uri="{28A0092B-C50C-407E-A947-70E740481C1C}">
                <a14:useLocalDpi xmlns:a14="http://schemas.microsoft.com/office/drawing/2010/main" val="0"/>
              </a:ext>
            </a:extLst>
          </a:blip>
          <a:stretch>
            <a:fillRect/>
          </a:stretch>
        </p:blipFill>
        <p:spPr bwMode="auto">
          <a:xfrm>
            <a:off x="1490231" y="267358"/>
            <a:ext cx="2195307" cy="767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1283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Content - 1">
    <p:spTree>
      <p:nvGrpSpPr>
        <p:cNvPr id="1" name=""/>
        <p:cNvGrpSpPr/>
        <p:nvPr/>
      </p:nvGrpSpPr>
      <p:grpSpPr>
        <a:xfrm>
          <a:off x="0" y="0"/>
          <a:ext cx="0" cy="0"/>
          <a:chOff x="0" y="0"/>
          <a:chExt cx="0" cy="0"/>
        </a:xfrm>
      </p:grpSpPr>
      <p:sp>
        <p:nvSpPr>
          <p:cNvPr id="2" name="Title 1"/>
          <p:cNvSpPr>
            <a:spLocks noGrp="1"/>
          </p:cNvSpPr>
          <p:nvPr>
            <p:ph type="title"/>
          </p:nvPr>
        </p:nvSpPr>
        <p:spPr>
          <a:xfrm>
            <a:off x="1117600" y="683638"/>
            <a:ext cx="10261600" cy="764162"/>
          </a:xfrm>
          <a:prstGeom prst="rect">
            <a:avLst/>
          </a:prstGeom>
        </p:spPr>
        <p:txBody>
          <a:bodyPr/>
          <a:lstStyle>
            <a:lvl1pPr>
              <a:defRPr>
                <a:solidFill>
                  <a:schemeClr val="tx2"/>
                </a:solidFill>
              </a:defRPr>
            </a:lvl1pPr>
          </a:lstStyle>
          <a:p>
            <a:r>
              <a:rPr lang="en-US"/>
              <a:t>Click to edit Master title style</a:t>
            </a:r>
            <a:endParaRPr lang="en-GB" dirty="0"/>
          </a:p>
        </p:txBody>
      </p:sp>
      <p:sp>
        <p:nvSpPr>
          <p:cNvPr id="31" name="Rectangle 30"/>
          <p:cNvSpPr/>
          <p:nvPr userDrawn="1"/>
        </p:nvSpPr>
        <p:spPr>
          <a:xfrm>
            <a:off x="1320801" y="1905000"/>
            <a:ext cx="60959" cy="43434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Content Placeholder 2"/>
          <p:cNvSpPr>
            <a:spLocks noGrp="1"/>
          </p:cNvSpPr>
          <p:nvPr>
            <p:ph idx="1"/>
          </p:nvPr>
        </p:nvSpPr>
        <p:spPr>
          <a:xfrm>
            <a:off x="1171787" y="2057401"/>
            <a:ext cx="9218507" cy="3877975"/>
          </a:xfrm>
          <a:prstGeom prst="rect">
            <a:avLst/>
          </a:prstGeom>
        </p:spPr>
        <p:txBody>
          <a:bodyPr>
            <a:normAutofit/>
          </a:bodyPr>
          <a:lstStyle>
            <a:lvl1pPr marL="457200" marR="0" indent="-457200" algn="l" defTabSz="914400" rtl="0" eaLnBrk="1" fontAlgn="auto" latinLnBrk="0" hangingPunct="1">
              <a:lnSpc>
                <a:spcPct val="100000"/>
              </a:lnSpc>
              <a:spcBef>
                <a:spcPct val="20000"/>
              </a:spcBef>
              <a:spcAft>
                <a:spcPts val="0"/>
              </a:spcAft>
              <a:buClr>
                <a:schemeClr val="accent2">
                  <a:lumMod val="75000"/>
                </a:schemeClr>
              </a:buClr>
              <a:buSzTx/>
              <a:buFont typeface="Arial" panose="020B0604020202020204" pitchFamily="34" charset="0"/>
              <a:buChar char="•"/>
              <a:defRPr sz="2000"/>
            </a:lvl1pPr>
          </a:lstStyle>
          <a:p>
            <a:pPr lvl="0"/>
            <a:r>
              <a:rPr lang="en-US"/>
              <a:t>Click to edit Master text styles</a:t>
            </a:r>
          </a:p>
          <a:p>
            <a:pPr lvl="1"/>
            <a:r>
              <a:rPr lang="en-US"/>
              <a:t>Second level</a:t>
            </a:r>
          </a:p>
          <a:p>
            <a:pPr lvl="2"/>
            <a:r>
              <a:rPr lang="en-US"/>
              <a:t>Third level</a:t>
            </a:r>
          </a:p>
        </p:txBody>
      </p:sp>
      <p:sp>
        <p:nvSpPr>
          <p:cNvPr id="3" name="Date Placeholder 2"/>
          <p:cNvSpPr>
            <a:spLocks noGrp="1"/>
          </p:cNvSpPr>
          <p:nvPr>
            <p:ph type="dt" sz="half" idx="10"/>
          </p:nvPr>
        </p:nvSpPr>
        <p:spPr/>
        <p:txBody>
          <a:bodyPr/>
          <a:lstStyle/>
          <a:p>
            <a:fld id="{CB0EBB1A-A398-40B8-BBEA-095EA7D98551}" type="datetime1">
              <a:rPr lang="en-US" smtClean="0"/>
              <a:t>11/1/2022</a:t>
            </a:fld>
            <a:endParaRPr lang="en-US" dirty="0"/>
          </a:p>
        </p:txBody>
      </p:sp>
      <p:sp>
        <p:nvSpPr>
          <p:cNvPr id="4" name="Slide Number Placeholder 3"/>
          <p:cNvSpPr>
            <a:spLocks noGrp="1"/>
          </p:cNvSpPr>
          <p:nvPr>
            <p:ph type="sldNum" sz="quarter" idx="11"/>
          </p:nvPr>
        </p:nvSpPr>
        <p:spPr>
          <a:xfrm>
            <a:off x="8610600" y="6356350"/>
            <a:ext cx="2743200" cy="365125"/>
          </a:xfrm>
          <a:prstGeom prst="rect">
            <a:avLst/>
          </a:prstGeom>
        </p:spPr>
        <p:txBody>
          <a:bodyPr/>
          <a:lstStyle/>
          <a:p>
            <a:pPr algn="l"/>
            <a:r>
              <a:rPr lang="vi-VN"/>
              <a:t>| </a:t>
            </a:r>
            <a:fld id="{0CFEC368-1D7A-4F81-ABF6-AE0E36BAF64C}" type="slidenum">
              <a:rPr lang="en-US" smtClean="0"/>
              <a:t>‹#›</a:t>
            </a:fld>
            <a:endParaRPr lang="en-US" dirty="0"/>
          </a:p>
        </p:txBody>
      </p:sp>
    </p:spTree>
    <p:extLst>
      <p:ext uri="{BB962C8B-B14F-4D97-AF65-F5344CB8AC3E}">
        <p14:creationId xmlns:p14="http://schemas.microsoft.com/office/powerpoint/2010/main" val="3375638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End Page">
    <p:bg>
      <p:bgPr>
        <a:solidFill>
          <a:schemeClr val="bg1"/>
        </a:solidFill>
        <a:effectLst/>
      </p:bgPr>
    </p:bg>
    <p:spTree>
      <p:nvGrpSpPr>
        <p:cNvPr id="1" name=""/>
        <p:cNvGrpSpPr/>
        <p:nvPr/>
      </p:nvGrpSpPr>
      <p:grpSpPr>
        <a:xfrm>
          <a:off x="0" y="0"/>
          <a:ext cx="0" cy="0"/>
          <a:chOff x="0" y="0"/>
          <a:chExt cx="0" cy="0"/>
        </a:xfrm>
      </p:grpSpPr>
      <p:pic>
        <p:nvPicPr>
          <p:cNvPr id="23"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r="11955"/>
          <a:stretch>
            <a:fillRect/>
          </a:stretch>
        </p:blipFill>
        <p:spPr bwMode="auto">
          <a:xfrm>
            <a:off x="3806858" y="4007650"/>
            <a:ext cx="8385143" cy="2697951"/>
          </a:xfrm>
          <a:prstGeom prst="rect">
            <a:avLst/>
          </a:prstGeom>
          <a:noFill/>
          <a:extLst>
            <a:ext uri="{909E8E84-426E-40DD-AFC4-6F175D3DCCD1}">
              <a14:hiddenFill xmlns:a14="http://schemas.microsoft.com/office/drawing/2010/main">
                <a:solidFill>
                  <a:srgbClr val="FFFFFF"/>
                </a:solidFill>
              </a14:hiddenFill>
            </a:ext>
          </a:extLst>
        </p:spPr>
      </p:pic>
      <p:sp>
        <p:nvSpPr>
          <p:cNvPr id="2" name="Isosceles Triangle 1"/>
          <p:cNvSpPr/>
          <p:nvPr userDrawn="1"/>
        </p:nvSpPr>
        <p:spPr>
          <a:xfrm>
            <a:off x="406401" y="3276600"/>
            <a:ext cx="3962399" cy="3581400"/>
          </a:xfrm>
          <a:prstGeom prst="triangl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 name="Title 1"/>
          <p:cNvSpPr>
            <a:spLocks noGrp="1"/>
          </p:cNvSpPr>
          <p:nvPr>
            <p:ph type="title" hasCustomPrompt="1"/>
          </p:nvPr>
        </p:nvSpPr>
        <p:spPr>
          <a:xfrm>
            <a:off x="3556000" y="2383385"/>
            <a:ext cx="7518400" cy="838200"/>
          </a:xfrm>
          <a:prstGeom prst="rect">
            <a:avLst/>
          </a:prstGeom>
        </p:spPr>
        <p:txBody>
          <a:bodyPr>
            <a:normAutofit/>
          </a:bodyPr>
          <a:lstStyle>
            <a:lvl1pPr algn="l">
              <a:defRPr sz="3000" baseline="0">
                <a:solidFill>
                  <a:schemeClr val="accent2">
                    <a:lumMod val="75000"/>
                  </a:schemeClr>
                </a:solidFill>
              </a:defRPr>
            </a:lvl1pPr>
          </a:lstStyle>
          <a:p>
            <a:r>
              <a:rPr lang="en-US" dirty="0"/>
              <a:t>Thank you for </a:t>
            </a:r>
            <a:br>
              <a:rPr lang="en-US" dirty="0"/>
            </a:br>
            <a:r>
              <a:rPr lang="en-US" dirty="0"/>
              <a:t>your attention!!!</a:t>
            </a:r>
            <a:endParaRPr lang="en-GB" dirty="0"/>
          </a:p>
        </p:txBody>
      </p:sp>
      <p:sp>
        <p:nvSpPr>
          <p:cNvPr id="12" name="Isosceles Triangle 11"/>
          <p:cNvSpPr/>
          <p:nvPr userDrawn="1"/>
        </p:nvSpPr>
        <p:spPr>
          <a:xfrm rot="10800000">
            <a:off x="711203" y="0"/>
            <a:ext cx="3962399" cy="3581400"/>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5" name="Isosceles Triangle 14"/>
          <p:cNvSpPr/>
          <p:nvPr userDrawn="1"/>
        </p:nvSpPr>
        <p:spPr>
          <a:xfrm rot="5400000">
            <a:off x="708919" y="2818786"/>
            <a:ext cx="2478499" cy="68621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Isosceles Triangle 15"/>
          <p:cNvSpPr/>
          <p:nvPr userDrawn="1"/>
        </p:nvSpPr>
        <p:spPr>
          <a:xfrm rot="10800000">
            <a:off x="2801146" y="3733800"/>
            <a:ext cx="2692399" cy="2433515"/>
          </a:xfrm>
          <a:prstGeom prst="triangle">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 name="Oval 2"/>
          <p:cNvSpPr/>
          <p:nvPr userDrawn="1"/>
        </p:nvSpPr>
        <p:spPr>
          <a:xfrm>
            <a:off x="2374238" y="159524"/>
            <a:ext cx="1311303" cy="98347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18" name="Picture 9"/>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146871" y="3300786"/>
            <a:ext cx="905407" cy="54873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9" descr="E:\ĐHQG\Logo Con\1 Logo Bach Khoa.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231009" y="481385"/>
            <a:ext cx="737128" cy="55833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9"/>
          <p:cNvPicPr>
            <a:picLocks noChangeAspect="1" noChangeArrowheads="1"/>
          </p:cNvPicPr>
          <p:nvPr userDrawn="1"/>
        </p:nvPicPr>
        <p:blipFill>
          <a:blip r:embed="rId5" cstate="print">
            <a:extLst>
              <a:ext uri="{28A0092B-C50C-407E-A947-70E740481C1C}">
                <a14:useLocalDpi xmlns:a14="http://schemas.microsoft.com/office/drawing/2010/main" val="0"/>
              </a:ext>
            </a:extLst>
          </a:blip>
          <a:stretch>
            <a:fillRect/>
          </a:stretch>
        </p:blipFill>
        <p:spPr bwMode="auto">
          <a:xfrm>
            <a:off x="223010" y="1090985"/>
            <a:ext cx="753129" cy="44380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9"/>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234297" y="1633351"/>
            <a:ext cx="730556" cy="378207"/>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9"/>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212140" y="2081585"/>
            <a:ext cx="774867" cy="58115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9"/>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212140" y="2767386"/>
            <a:ext cx="774867" cy="44708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9"/>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0265" t="7197" r="31841" b="28374"/>
          <a:stretch>
            <a:fillRect/>
          </a:stretch>
        </p:blipFill>
        <p:spPr bwMode="auto">
          <a:xfrm>
            <a:off x="224606" y="3986585"/>
            <a:ext cx="749937" cy="55044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209587" y="4614116"/>
            <a:ext cx="779975" cy="584981"/>
          </a:xfrm>
          <a:prstGeom prst="rect">
            <a:avLst/>
          </a:prstGeom>
        </p:spPr>
      </p:pic>
      <p:pic>
        <p:nvPicPr>
          <p:cNvPr id="33" name="Picture 32"/>
          <p:cNvPicPr>
            <a:picLocks noChangeAspect="1"/>
          </p:cNvPicPr>
          <p:nvPr userDrawn="1"/>
        </p:nvPicPr>
        <p:blipFill rotWithShape="1">
          <a:blip r:embed="rId11" cstate="print">
            <a:extLst>
              <a:ext uri="{28A0092B-C50C-407E-A947-70E740481C1C}">
                <a14:useLocalDpi xmlns:a14="http://schemas.microsoft.com/office/drawing/2010/main" val="0"/>
              </a:ext>
            </a:extLst>
          </a:blip>
          <a:srcRect l="10368" r="10265"/>
          <a:stretch>
            <a:fillRect/>
          </a:stretch>
        </p:blipFill>
        <p:spPr>
          <a:xfrm>
            <a:off x="216266" y="5281986"/>
            <a:ext cx="766617" cy="585415"/>
          </a:xfrm>
          <a:prstGeom prst="rect">
            <a:avLst/>
          </a:prstGeom>
        </p:spPr>
      </p:pic>
      <p:sp>
        <p:nvSpPr>
          <p:cNvPr id="4" name="Rectangle 3"/>
          <p:cNvSpPr/>
          <p:nvPr userDrawn="1"/>
        </p:nvSpPr>
        <p:spPr>
          <a:xfrm>
            <a:off x="1381412" y="6444734"/>
            <a:ext cx="1819729" cy="369332"/>
          </a:xfrm>
          <a:prstGeom prst="rect">
            <a:avLst/>
          </a:prstGeom>
        </p:spPr>
        <p:txBody>
          <a:bodyPr wrap="none">
            <a:spAutoFit/>
          </a:bodyPr>
          <a:lstStyle/>
          <a:p>
            <a:pPr algn="ctr"/>
            <a:r>
              <a:rPr lang="vi-VN" sz="1800" dirty="0">
                <a:solidFill>
                  <a:schemeClr val="bg2">
                    <a:lumMod val="50000"/>
                  </a:schemeClr>
                </a:solidFill>
              </a:rPr>
              <a:t> vnuhcm.edu.vn</a:t>
            </a:r>
            <a:endParaRPr lang="en-GB" sz="1800" dirty="0">
              <a:solidFill>
                <a:schemeClr val="bg2">
                  <a:lumMod val="50000"/>
                </a:schemeClr>
              </a:solidFill>
            </a:endParaRPr>
          </a:p>
        </p:txBody>
      </p:sp>
      <p:pic>
        <p:nvPicPr>
          <p:cNvPr id="24" name="Picture 3"/>
          <p:cNvPicPr>
            <a:picLocks noChangeAspect="1" noChangeArrowheads="1"/>
          </p:cNvPicPr>
          <p:nvPr userDrawn="1"/>
        </p:nvPicPr>
        <p:blipFill>
          <a:blip r:embed="rId12" cstate="print">
            <a:extLst>
              <a:ext uri="{28A0092B-C50C-407E-A947-70E740481C1C}">
                <a14:useLocalDpi xmlns:a14="http://schemas.microsoft.com/office/drawing/2010/main" val="0"/>
              </a:ext>
            </a:extLst>
          </a:blip>
          <a:stretch>
            <a:fillRect/>
          </a:stretch>
        </p:blipFill>
        <p:spPr bwMode="auto">
          <a:xfrm>
            <a:off x="1490231" y="267358"/>
            <a:ext cx="2195307" cy="767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0130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3_Title Slide">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46176" y="27834"/>
            <a:ext cx="5348224" cy="767649"/>
          </a:xfrm>
          <a:prstGeom prst="rect">
            <a:avLst/>
          </a:prstGeom>
        </p:spPr>
      </p:pic>
      <p:sp>
        <p:nvSpPr>
          <p:cNvPr id="33" name="Flowchart: Process 32"/>
          <p:cNvSpPr/>
          <p:nvPr userDrawn="1"/>
        </p:nvSpPr>
        <p:spPr>
          <a:xfrm>
            <a:off x="-2" y="3733800"/>
            <a:ext cx="406401" cy="1793388"/>
          </a:xfrm>
          <a:custGeom>
            <a:avLst/>
            <a:gdLst/>
            <a:ahLst/>
            <a:cxnLst/>
            <a:rect l="l" t="t" r="r" b="b"/>
            <a:pathLst>
              <a:path w="304801" h="1793388">
                <a:moveTo>
                  <a:pt x="0" y="0"/>
                </a:moveTo>
                <a:lnTo>
                  <a:pt x="304799" y="304799"/>
                </a:lnTo>
                <a:lnTo>
                  <a:pt x="304800" y="304799"/>
                </a:lnTo>
                <a:lnTo>
                  <a:pt x="304800" y="304800"/>
                </a:lnTo>
                <a:lnTo>
                  <a:pt x="304801" y="304801"/>
                </a:lnTo>
                <a:lnTo>
                  <a:pt x="304800" y="304801"/>
                </a:lnTo>
                <a:lnTo>
                  <a:pt x="304800" y="1793388"/>
                </a:lnTo>
                <a:lnTo>
                  <a:pt x="0" y="1793388"/>
                </a:lnTo>
                <a:lnTo>
                  <a:pt x="0" y="304801"/>
                </a:lnTo>
                <a:lnTo>
                  <a:pt x="0" y="304799"/>
                </a:ln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Right Triangle 35"/>
          <p:cNvSpPr/>
          <p:nvPr userDrawn="1"/>
        </p:nvSpPr>
        <p:spPr>
          <a:xfrm>
            <a:off x="-2" y="5064611"/>
            <a:ext cx="406401" cy="1640988"/>
          </a:xfrm>
          <a:custGeom>
            <a:avLst/>
            <a:gdLst/>
            <a:ahLst/>
            <a:cxnLst/>
            <a:rect l="l" t="t" r="r" b="b"/>
            <a:pathLst>
              <a:path w="304801" h="1640988">
                <a:moveTo>
                  <a:pt x="0" y="0"/>
                </a:moveTo>
                <a:lnTo>
                  <a:pt x="304799" y="304799"/>
                </a:lnTo>
                <a:lnTo>
                  <a:pt x="304800" y="304799"/>
                </a:lnTo>
                <a:lnTo>
                  <a:pt x="304800" y="304800"/>
                </a:lnTo>
                <a:lnTo>
                  <a:pt x="304801" y="304801"/>
                </a:lnTo>
                <a:lnTo>
                  <a:pt x="304800" y="304801"/>
                </a:lnTo>
                <a:lnTo>
                  <a:pt x="304800" y="1640988"/>
                </a:lnTo>
                <a:lnTo>
                  <a:pt x="0" y="1640988"/>
                </a:lnTo>
                <a:lnTo>
                  <a:pt x="0" y="304801"/>
                </a:lnTo>
                <a:lnTo>
                  <a:pt x="0" y="304799"/>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9" name="Right Triangle 27"/>
          <p:cNvSpPr/>
          <p:nvPr userDrawn="1"/>
        </p:nvSpPr>
        <p:spPr>
          <a:xfrm rot="16200000" flipH="1">
            <a:off x="-68036" y="4935767"/>
            <a:ext cx="542469" cy="406397"/>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0" name="Freeform 9"/>
          <p:cNvSpPr/>
          <p:nvPr userDrawn="1"/>
        </p:nvSpPr>
        <p:spPr>
          <a:xfrm>
            <a:off x="1761067" y="3413760"/>
            <a:ext cx="10430933" cy="3444240"/>
          </a:xfrm>
          <a:custGeom>
            <a:avLst/>
            <a:gdLst>
              <a:gd name="connsiteX0" fmla="*/ 7823200 w 7823200"/>
              <a:gd name="connsiteY0" fmla="*/ 4927600 h 4937760"/>
              <a:gd name="connsiteX1" fmla="*/ 7823200 w 7823200"/>
              <a:gd name="connsiteY1" fmla="*/ 3454400 h 4937760"/>
              <a:gd name="connsiteX2" fmla="*/ 6167120 w 7823200"/>
              <a:gd name="connsiteY2" fmla="*/ 0 h 4937760"/>
              <a:gd name="connsiteX3" fmla="*/ 0 w 7823200"/>
              <a:gd name="connsiteY3" fmla="*/ 4937760 h 4937760"/>
              <a:gd name="connsiteX4" fmla="*/ 7823200 w 7823200"/>
              <a:gd name="connsiteY4" fmla="*/ 4927600 h 4937760"/>
              <a:gd name="connsiteX0-1" fmla="*/ 7823200 w 7823200"/>
              <a:gd name="connsiteY0-2" fmla="*/ 4927600 h 4937760"/>
              <a:gd name="connsiteX1-3" fmla="*/ 7823200 w 7823200"/>
              <a:gd name="connsiteY1-4" fmla="*/ 3454400 h 4937760"/>
              <a:gd name="connsiteX2-5" fmla="*/ 6167120 w 7823200"/>
              <a:gd name="connsiteY2-6" fmla="*/ 0 h 4937760"/>
              <a:gd name="connsiteX3-7" fmla="*/ 0 w 7823200"/>
              <a:gd name="connsiteY3-8" fmla="*/ 4937760 h 4937760"/>
              <a:gd name="connsiteX4-9" fmla="*/ 7823200 w 7823200"/>
              <a:gd name="connsiteY4-10" fmla="*/ 4927600 h 4937760"/>
              <a:gd name="connsiteX0-11" fmla="*/ 7823200 w 7823200"/>
              <a:gd name="connsiteY0-12" fmla="*/ 4927600 h 4937760"/>
              <a:gd name="connsiteX1-13" fmla="*/ 7823200 w 7823200"/>
              <a:gd name="connsiteY1-14" fmla="*/ 3454400 h 4937760"/>
              <a:gd name="connsiteX2-15" fmla="*/ 6167120 w 7823200"/>
              <a:gd name="connsiteY2-16" fmla="*/ 0 h 4937760"/>
              <a:gd name="connsiteX3-17" fmla="*/ 0 w 7823200"/>
              <a:gd name="connsiteY3-18" fmla="*/ 4937760 h 4937760"/>
              <a:gd name="connsiteX4-19" fmla="*/ 7823200 w 7823200"/>
              <a:gd name="connsiteY4-20" fmla="*/ 4927600 h 4937760"/>
              <a:gd name="connsiteX0-21" fmla="*/ 7823200 w 7823200"/>
              <a:gd name="connsiteY0-22" fmla="*/ 4104640 h 4114800"/>
              <a:gd name="connsiteX1-23" fmla="*/ 7823200 w 7823200"/>
              <a:gd name="connsiteY1-24" fmla="*/ 2631440 h 4114800"/>
              <a:gd name="connsiteX2-25" fmla="*/ 5963920 w 7823200"/>
              <a:gd name="connsiteY2-26" fmla="*/ 0 h 4114800"/>
              <a:gd name="connsiteX3-27" fmla="*/ 0 w 7823200"/>
              <a:gd name="connsiteY3-28" fmla="*/ 4114800 h 4114800"/>
              <a:gd name="connsiteX4-29" fmla="*/ 7823200 w 7823200"/>
              <a:gd name="connsiteY4-30" fmla="*/ 4104640 h 4114800"/>
              <a:gd name="connsiteX0-31" fmla="*/ 7823200 w 7823200"/>
              <a:gd name="connsiteY0-32" fmla="*/ 4117722 h 4127882"/>
              <a:gd name="connsiteX1-33" fmla="*/ 7823200 w 7823200"/>
              <a:gd name="connsiteY1-34" fmla="*/ 2644522 h 4127882"/>
              <a:gd name="connsiteX2-35" fmla="*/ 5963920 w 7823200"/>
              <a:gd name="connsiteY2-36" fmla="*/ 13082 h 4127882"/>
              <a:gd name="connsiteX3-37" fmla="*/ 0 w 7823200"/>
              <a:gd name="connsiteY3-38" fmla="*/ 4127882 h 4127882"/>
              <a:gd name="connsiteX4-39" fmla="*/ 7823200 w 7823200"/>
              <a:gd name="connsiteY4-40" fmla="*/ 4117722 h 4127882"/>
              <a:gd name="connsiteX0-41" fmla="*/ 7823200 w 7823200"/>
              <a:gd name="connsiteY0-42" fmla="*/ 4117722 h 4127882"/>
              <a:gd name="connsiteX1-43" fmla="*/ 7823200 w 7823200"/>
              <a:gd name="connsiteY1-44" fmla="*/ 2644522 h 4127882"/>
              <a:gd name="connsiteX2-45" fmla="*/ 5963920 w 7823200"/>
              <a:gd name="connsiteY2-46" fmla="*/ 13082 h 4127882"/>
              <a:gd name="connsiteX3-47" fmla="*/ 0 w 7823200"/>
              <a:gd name="connsiteY3-48" fmla="*/ 4127882 h 4127882"/>
              <a:gd name="connsiteX4-49" fmla="*/ 7823200 w 7823200"/>
              <a:gd name="connsiteY4-50" fmla="*/ 4117722 h 4127882"/>
              <a:gd name="connsiteX0-51" fmla="*/ 7823200 w 7823200"/>
              <a:gd name="connsiteY0-52" fmla="*/ 4130695 h 4140855"/>
              <a:gd name="connsiteX1-53" fmla="*/ 7823200 w 7823200"/>
              <a:gd name="connsiteY1-54" fmla="*/ 2657495 h 4140855"/>
              <a:gd name="connsiteX2-55" fmla="*/ 5963920 w 7823200"/>
              <a:gd name="connsiteY2-56" fmla="*/ 26055 h 4140855"/>
              <a:gd name="connsiteX3-57" fmla="*/ 0 w 7823200"/>
              <a:gd name="connsiteY3-58" fmla="*/ 4140855 h 4140855"/>
              <a:gd name="connsiteX4-59" fmla="*/ 7823200 w 7823200"/>
              <a:gd name="connsiteY4-60" fmla="*/ 4130695 h 4140855"/>
              <a:gd name="connsiteX0-61" fmla="*/ 7823200 w 7823200"/>
              <a:gd name="connsiteY0-62" fmla="*/ 4130695 h 4140855"/>
              <a:gd name="connsiteX1-63" fmla="*/ 7823200 w 7823200"/>
              <a:gd name="connsiteY1-64" fmla="*/ 2657495 h 4140855"/>
              <a:gd name="connsiteX2-65" fmla="*/ 5963920 w 7823200"/>
              <a:gd name="connsiteY2-66" fmla="*/ 26055 h 4140855"/>
              <a:gd name="connsiteX3-67" fmla="*/ 0 w 7823200"/>
              <a:gd name="connsiteY3-68" fmla="*/ 4140855 h 4140855"/>
              <a:gd name="connsiteX4-69" fmla="*/ 7823200 w 7823200"/>
              <a:gd name="connsiteY4-70" fmla="*/ 4130695 h 4140855"/>
              <a:gd name="connsiteX0-71" fmla="*/ 7823200 w 7823200"/>
              <a:gd name="connsiteY0-72" fmla="*/ 3617799 h 3627959"/>
              <a:gd name="connsiteX1-73" fmla="*/ 7823200 w 7823200"/>
              <a:gd name="connsiteY1-74" fmla="*/ 2144599 h 3627959"/>
              <a:gd name="connsiteX2-75" fmla="*/ 5770880 w 7823200"/>
              <a:gd name="connsiteY2-76" fmla="*/ 31319 h 3627959"/>
              <a:gd name="connsiteX3-77" fmla="*/ 0 w 7823200"/>
              <a:gd name="connsiteY3-78" fmla="*/ 3627959 h 3627959"/>
              <a:gd name="connsiteX4-79" fmla="*/ 7823200 w 7823200"/>
              <a:gd name="connsiteY4-80" fmla="*/ 3617799 h 3627959"/>
              <a:gd name="connsiteX0-81" fmla="*/ 7823200 w 7823200"/>
              <a:gd name="connsiteY0-82" fmla="*/ 4009850 h 4020010"/>
              <a:gd name="connsiteX1-83" fmla="*/ 7823200 w 7823200"/>
              <a:gd name="connsiteY1-84" fmla="*/ 2536650 h 4020010"/>
              <a:gd name="connsiteX2-85" fmla="*/ 5821680 w 7823200"/>
              <a:gd name="connsiteY2-86" fmla="*/ 27130 h 4020010"/>
              <a:gd name="connsiteX3-87" fmla="*/ 0 w 7823200"/>
              <a:gd name="connsiteY3-88" fmla="*/ 4020010 h 4020010"/>
              <a:gd name="connsiteX4-89" fmla="*/ 7823200 w 7823200"/>
              <a:gd name="connsiteY4-90" fmla="*/ 4009850 h 4020010"/>
              <a:gd name="connsiteX0-91" fmla="*/ 7823200 w 7823200"/>
              <a:gd name="connsiteY0-92" fmla="*/ 3467369 h 3477529"/>
              <a:gd name="connsiteX1-93" fmla="*/ 7823200 w 7823200"/>
              <a:gd name="connsiteY1-94" fmla="*/ 1994169 h 3477529"/>
              <a:gd name="connsiteX2-95" fmla="*/ 5872480 w 7823200"/>
              <a:gd name="connsiteY2-96" fmla="*/ 33289 h 3477529"/>
              <a:gd name="connsiteX3-97" fmla="*/ 0 w 7823200"/>
              <a:gd name="connsiteY3-98" fmla="*/ 3477529 h 3477529"/>
              <a:gd name="connsiteX4-99" fmla="*/ 7823200 w 7823200"/>
              <a:gd name="connsiteY4-100" fmla="*/ 3467369 h 3477529"/>
              <a:gd name="connsiteX0-101" fmla="*/ 7823200 w 7823200"/>
              <a:gd name="connsiteY0-102" fmla="*/ 3434080 h 3444240"/>
              <a:gd name="connsiteX1-103" fmla="*/ 7823200 w 7823200"/>
              <a:gd name="connsiteY1-104" fmla="*/ 1960880 h 3444240"/>
              <a:gd name="connsiteX2-105" fmla="*/ 5872480 w 7823200"/>
              <a:gd name="connsiteY2-106" fmla="*/ 0 h 3444240"/>
              <a:gd name="connsiteX3-107" fmla="*/ 0 w 7823200"/>
              <a:gd name="connsiteY3-108" fmla="*/ 3444240 h 3444240"/>
              <a:gd name="connsiteX4-109" fmla="*/ 7823200 w 7823200"/>
              <a:gd name="connsiteY4-110" fmla="*/ 3434080 h 3444240"/>
              <a:gd name="connsiteX0-111" fmla="*/ 7823200 w 7823200"/>
              <a:gd name="connsiteY0-112" fmla="*/ 3434080 h 3444240"/>
              <a:gd name="connsiteX1-113" fmla="*/ 7823200 w 7823200"/>
              <a:gd name="connsiteY1-114" fmla="*/ 1960880 h 3444240"/>
              <a:gd name="connsiteX2-115" fmla="*/ 5872480 w 7823200"/>
              <a:gd name="connsiteY2-116" fmla="*/ 0 h 3444240"/>
              <a:gd name="connsiteX3-117" fmla="*/ 0 w 7823200"/>
              <a:gd name="connsiteY3-118" fmla="*/ 3444240 h 3444240"/>
              <a:gd name="connsiteX4-119" fmla="*/ 7823200 w 7823200"/>
              <a:gd name="connsiteY4-120" fmla="*/ 3434080 h 3444240"/>
              <a:gd name="connsiteX0-121" fmla="*/ 7823200 w 7823200"/>
              <a:gd name="connsiteY0-122" fmla="*/ 3434080 h 3444240"/>
              <a:gd name="connsiteX1-123" fmla="*/ 7823200 w 7823200"/>
              <a:gd name="connsiteY1-124" fmla="*/ 1960880 h 3444240"/>
              <a:gd name="connsiteX2-125" fmla="*/ 5872480 w 7823200"/>
              <a:gd name="connsiteY2-126" fmla="*/ 0 h 3444240"/>
              <a:gd name="connsiteX3-127" fmla="*/ 0 w 7823200"/>
              <a:gd name="connsiteY3-128" fmla="*/ 3444240 h 3444240"/>
              <a:gd name="connsiteX4-129" fmla="*/ 7823200 w 7823200"/>
              <a:gd name="connsiteY4-130" fmla="*/ 3434080 h 3444240"/>
              <a:gd name="connsiteX0-131" fmla="*/ 7823200 w 7823200"/>
              <a:gd name="connsiteY0-132" fmla="*/ 3434080 h 3444240"/>
              <a:gd name="connsiteX1-133" fmla="*/ 7823200 w 7823200"/>
              <a:gd name="connsiteY1-134" fmla="*/ 1960880 h 3444240"/>
              <a:gd name="connsiteX2-135" fmla="*/ 5872480 w 7823200"/>
              <a:gd name="connsiteY2-136" fmla="*/ 0 h 3444240"/>
              <a:gd name="connsiteX3-137" fmla="*/ 0 w 7823200"/>
              <a:gd name="connsiteY3-138" fmla="*/ 3444240 h 3444240"/>
              <a:gd name="connsiteX4-139" fmla="*/ 7823200 w 7823200"/>
              <a:gd name="connsiteY4-140" fmla="*/ 3434080 h 34442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23200" h="3444240">
                <a:moveTo>
                  <a:pt x="7823200" y="3434080"/>
                </a:moveTo>
                <a:lnTo>
                  <a:pt x="7823200" y="1960880"/>
                </a:lnTo>
                <a:cubicBezTo>
                  <a:pt x="7271173" y="809413"/>
                  <a:pt x="6881707" y="54187"/>
                  <a:pt x="5872480" y="0"/>
                </a:cubicBezTo>
                <a:cubicBezTo>
                  <a:pt x="4253653" y="10160"/>
                  <a:pt x="2055707" y="1798320"/>
                  <a:pt x="0" y="3444240"/>
                </a:cubicBezTo>
                <a:lnTo>
                  <a:pt x="7823200" y="343408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7"/>
          <p:cNvSpPr/>
          <p:nvPr userDrawn="1"/>
        </p:nvSpPr>
        <p:spPr>
          <a:xfrm>
            <a:off x="0" y="6320792"/>
            <a:ext cx="12192000" cy="548933"/>
          </a:xfrm>
          <a:custGeom>
            <a:avLst/>
            <a:gdLst>
              <a:gd name="connsiteX0" fmla="*/ 0 w 7675880"/>
              <a:gd name="connsiteY0" fmla="*/ 391160 h 396240"/>
              <a:gd name="connsiteX1" fmla="*/ 0 w 7675880"/>
              <a:gd name="connsiteY1" fmla="*/ 177800 h 396240"/>
              <a:gd name="connsiteX2" fmla="*/ 7675880 w 7675880"/>
              <a:gd name="connsiteY2" fmla="*/ 0 h 396240"/>
              <a:gd name="connsiteX3" fmla="*/ 7675880 w 7675880"/>
              <a:gd name="connsiteY3" fmla="*/ 396240 h 396240"/>
              <a:gd name="connsiteX4" fmla="*/ 0 w 7675880"/>
              <a:gd name="connsiteY4" fmla="*/ 391160 h 396240"/>
              <a:gd name="connsiteX0-1" fmla="*/ 0 w 7685475"/>
              <a:gd name="connsiteY0-2" fmla="*/ 396443 h 396443"/>
              <a:gd name="connsiteX1-3" fmla="*/ 9595 w 7685475"/>
              <a:gd name="connsiteY1-4" fmla="*/ 177800 h 396443"/>
              <a:gd name="connsiteX2-5" fmla="*/ 7685475 w 7685475"/>
              <a:gd name="connsiteY2-6" fmla="*/ 0 h 396443"/>
              <a:gd name="connsiteX3-7" fmla="*/ 7685475 w 7685475"/>
              <a:gd name="connsiteY3-8" fmla="*/ 396240 h 396443"/>
              <a:gd name="connsiteX4-9" fmla="*/ 0 w 7685475"/>
              <a:gd name="connsiteY4-10" fmla="*/ 396443 h 396443"/>
              <a:gd name="connsiteX0-11" fmla="*/ 0 w 7675880"/>
              <a:gd name="connsiteY0-12" fmla="*/ 404368 h 404368"/>
              <a:gd name="connsiteX1-13" fmla="*/ 0 w 7675880"/>
              <a:gd name="connsiteY1-14" fmla="*/ 177800 h 404368"/>
              <a:gd name="connsiteX2-15" fmla="*/ 7675880 w 7675880"/>
              <a:gd name="connsiteY2-16" fmla="*/ 0 h 404368"/>
              <a:gd name="connsiteX3-17" fmla="*/ 7675880 w 7675880"/>
              <a:gd name="connsiteY3-18" fmla="*/ 396240 h 404368"/>
              <a:gd name="connsiteX4-19" fmla="*/ 0 w 7675880"/>
              <a:gd name="connsiteY4-20" fmla="*/ 404368 h 404368"/>
              <a:gd name="connsiteX0-21" fmla="*/ 0 w 7675880"/>
              <a:gd name="connsiteY0-22" fmla="*/ 380594 h 380594"/>
              <a:gd name="connsiteX1-23" fmla="*/ 0 w 7675880"/>
              <a:gd name="connsiteY1-24" fmla="*/ 154026 h 380594"/>
              <a:gd name="connsiteX2-25" fmla="*/ 7672682 w 7675880"/>
              <a:gd name="connsiteY2-26" fmla="*/ 0 h 380594"/>
              <a:gd name="connsiteX3-27" fmla="*/ 7675880 w 7675880"/>
              <a:gd name="connsiteY3-28" fmla="*/ 372466 h 380594"/>
              <a:gd name="connsiteX4-29" fmla="*/ 0 w 7675880"/>
              <a:gd name="connsiteY4-30" fmla="*/ 380594 h 380594"/>
              <a:gd name="connsiteX0-31" fmla="*/ 0 w 7675880"/>
              <a:gd name="connsiteY0-32" fmla="*/ 380594 h 380594"/>
              <a:gd name="connsiteX1-33" fmla="*/ 0 w 7675880"/>
              <a:gd name="connsiteY1-34" fmla="*/ 83584 h 380594"/>
              <a:gd name="connsiteX2-35" fmla="*/ 7672682 w 7675880"/>
              <a:gd name="connsiteY2-36" fmla="*/ 0 h 380594"/>
              <a:gd name="connsiteX3-37" fmla="*/ 7675880 w 7675880"/>
              <a:gd name="connsiteY3-38" fmla="*/ 372466 h 380594"/>
              <a:gd name="connsiteX4-39" fmla="*/ 0 w 7675880"/>
              <a:gd name="connsiteY4-40" fmla="*/ 380594 h 3805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5880" h="380594">
                <a:moveTo>
                  <a:pt x="0" y="380594"/>
                </a:moveTo>
                <a:lnTo>
                  <a:pt x="0" y="83584"/>
                </a:lnTo>
                <a:lnTo>
                  <a:pt x="7672682" y="0"/>
                </a:lnTo>
                <a:lnTo>
                  <a:pt x="7675880" y="372466"/>
                </a:lnTo>
                <a:lnTo>
                  <a:pt x="0" y="38059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cxnSp>
        <p:nvCxnSpPr>
          <p:cNvPr id="5" name="Straight Connector 4"/>
          <p:cNvCxnSpPr/>
          <p:nvPr userDrawn="1"/>
        </p:nvCxnSpPr>
        <p:spPr>
          <a:xfrm>
            <a:off x="203200" y="741680"/>
            <a:ext cx="3556000" cy="0"/>
          </a:xfrm>
          <a:prstGeom prst="line">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30" name="Chevron 29"/>
          <p:cNvSpPr/>
          <p:nvPr userDrawn="1"/>
        </p:nvSpPr>
        <p:spPr>
          <a:xfrm>
            <a:off x="203201" y="137518"/>
            <a:ext cx="463903" cy="548283"/>
          </a:xfrm>
          <a:prstGeom prst="chevr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32" name="Chevron 31"/>
          <p:cNvSpPr/>
          <p:nvPr userDrawn="1"/>
        </p:nvSpPr>
        <p:spPr>
          <a:xfrm>
            <a:off x="435151" y="137518"/>
            <a:ext cx="463903" cy="548283"/>
          </a:xfrm>
          <a:prstGeom prst="chevron">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50" name="Right Triangle 27"/>
          <p:cNvSpPr/>
          <p:nvPr userDrawn="1"/>
        </p:nvSpPr>
        <p:spPr>
          <a:xfrm rot="5400000" flipH="1">
            <a:off x="11717567" y="714286"/>
            <a:ext cx="542469" cy="406397"/>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Flowchart: Process 32"/>
          <p:cNvSpPr/>
          <p:nvPr userDrawn="1"/>
        </p:nvSpPr>
        <p:spPr>
          <a:xfrm rot="10800000">
            <a:off x="11785600" y="0"/>
            <a:ext cx="406401" cy="896694"/>
          </a:xfrm>
          <a:custGeom>
            <a:avLst/>
            <a:gdLst/>
            <a:ahLst/>
            <a:cxnLst/>
            <a:rect l="l" t="t" r="r" b="b"/>
            <a:pathLst>
              <a:path w="304801" h="896694">
                <a:moveTo>
                  <a:pt x="304800" y="896694"/>
                </a:moveTo>
                <a:lnTo>
                  <a:pt x="0" y="896694"/>
                </a:lnTo>
                <a:lnTo>
                  <a:pt x="0" y="304801"/>
                </a:lnTo>
                <a:lnTo>
                  <a:pt x="0" y="304799"/>
                </a:lnTo>
                <a:lnTo>
                  <a:pt x="0" y="0"/>
                </a:lnTo>
                <a:lnTo>
                  <a:pt x="304799" y="304799"/>
                </a:lnTo>
                <a:lnTo>
                  <a:pt x="304800" y="304799"/>
                </a:lnTo>
                <a:lnTo>
                  <a:pt x="304800" y="304800"/>
                </a:lnTo>
                <a:lnTo>
                  <a:pt x="304801" y="304801"/>
                </a:lnTo>
                <a:lnTo>
                  <a:pt x="304800" y="304801"/>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6" name="Freeform 5"/>
          <p:cNvSpPr/>
          <p:nvPr userDrawn="1"/>
        </p:nvSpPr>
        <p:spPr>
          <a:xfrm>
            <a:off x="11338560" y="4683760"/>
            <a:ext cx="853440" cy="1178560"/>
          </a:xfrm>
          <a:custGeom>
            <a:avLst/>
            <a:gdLst>
              <a:gd name="connsiteX0" fmla="*/ 152400 w 640080"/>
              <a:gd name="connsiteY0" fmla="*/ 0 h 1178560"/>
              <a:gd name="connsiteX1" fmla="*/ 0 w 640080"/>
              <a:gd name="connsiteY1" fmla="*/ 50800 h 1178560"/>
              <a:gd name="connsiteX2" fmla="*/ 457200 w 640080"/>
              <a:gd name="connsiteY2" fmla="*/ 904240 h 1178560"/>
              <a:gd name="connsiteX3" fmla="*/ 640080 w 640080"/>
              <a:gd name="connsiteY3" fmla="*/ 1178560 h 1178560"/>
              <a:gd name="connsiteX4" fmla="*/ 640080 w 640080"/>
              <a:gd name="connsiteY4" fmla="*/ 883920 h 1178560"/>
              <a:gd name="connsiteX5" fmla="*/ 152400 w 640080"/>
              <a:gd name="connsiteY5" fmla="*/ 0 h 11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1178560">
                <a:moveTo>
                  <a:pt x="152400" y="0"/>
                </a:moveTo>
                <a:lnTo>
                  <a:pt x="0" y="50800"/>
                </a:lnTo>
                <a:lnTo>
                  <a:pt x="457200" y="904240"/>
                </a:lnTo>
                <a:lnTo>
                  <a:pt x="640080" y="1178560"/>
                </a:lnTo>
                <a:lnTo>
                  <a:pt x="640080" y="883920"/>
                </a:lnTo>
                <a:lnTo>
                  <a:pt x="152400" y="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n>
                <a:noFill/>
              </a:ln>
            </a:endParaRPr>
          </a:p>
        </p:txBody>
      </p:sp>
      <p:sp>
        <p:nvSpPr>
          <p:cNvPr id="4" name="Date Placeholder 3"/>
          <p:cNvSpPr>
            <a:spLocks noGrp="1"/>
          </p:cNvSpPr>
          <p:nvPr>
            <p:ph type="dt" sz="half" idx="10"/>
          </p:nvPr>
        </p:nvSpPr>
        <p:spPr/>
        <p:txBody>
          <a:bodyPr/>
          <a:lstStyle>
            <a:lvl1pPr>
              <a:defRPr>
                <a:solidFill>
                  <a:schemeClr val="bg1"/>
                </a:solidFill>
              </a:defRPr>
            </a:lvl1pPr>
          </a:lstStyle>
          <a:p>
            <a:fld id="{6DDE908E-E044-41E1-80AB-6642DDAB8D0E}" type="datetime1">
              <a:rPr lang="en-US" smtClean="0"/>
              <a:t>11/1/2022</a:t>
            </a:fld>
            <a:endParaRPr lang="en-US" dirty="0"/>
          </a:p>
        </p:txBody>
      </p:sp>
      <p:sp>
        <p:nvSpPr>
          <p:cNvPr id="7" name="Slide Number Placeholder 6"/>
          <p:cNvSpPr>
            <a:spLocks noGrp="1"/>
          </p:cNvSpPr>
          <p:nvPr>
            <p:ph type="sldNum" sz="quarter" idx="11"/>
          </p:nvPr>
        </p:nvSpPr>
        <p:spPr>
          <a:xfrm>
            <a:off x="8737600" y="6248400"/>
            <a:ext cx="2540000" cy="457200"/>
          </a:xfrm>
          <a:prstGeom prst="rect">
            <a:avLst/>
          </a:prstGeom>
        </p:spPr>
        <p:txBody>
          <a:bodyPr/>
          <a:lstStyle>
            <a:lvl1pPr>
              <a:defRPr>
                <a:solidFill>
                  <a:schemeClr val="bg1"/>
                </a:solidFill>
              </a:defRPr>
            </a:lvl1pPr>
          </a:lstStyle>
          <a:p>
            <a:pPr algn="l"/>
            <a:r>
              <a:rPr lang="vi-VN"/>
              <a:t>| </a:t>
            </a:r>
            <a:fld id="{0CFEC368-1D7A-4F81-ABF6-AE0E36BAF64C}" type="slidenum">
              <a:rPr lang="en-US" smtClean="0"/>
              <a:t>‹#›</a:t>
            </a:fld>
            <a:endParaRPr lang="en-US"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005141" y="3733800"/>
            <a:ext cx="4577260" cy="2574708"/>
          </a:xfrm>
          <a:prstGeom prst="ellipse">
            <a:avLst/>
          </a:prstGeom>
          <a:ln>
            <a:noFill/>
          </a:ln>
          <a:effectLst>
            <a:softEdge rad="112500"/>
          </a:effectLst>
        </p:spPr>
      </p:pic>
    </p:spTree>
    <p:extLst>
      <p:ext uri="{BB962C8B-B14F-4D97-AF65-F5344CB8AC3E}">
        <p14:creationId xmlns:p14="http://schemas.microsoft.com/office/powerpoint/2010/main" val="3455248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4_Title Slide">
    <p:spTree>
      <p:nvGrpSpPr>
        <p:cNvPr id="1" name=""/>
        <p:cNvGrpSpPr/>
        <p:nvPr/>
      </p:nvGrpSpPr>
      <p:grpSpPr>
        <a:xfrm>
          <a:off x="0" y="0"/>
          <a:ext cx="0" cy="0"/>
          <a:chOff x="0" y="0"/>
          <a:chExt cx="0" cy="0"/>
        </a:xfrm>
      </p:grpSpPr>
      <p:pic>
        <p:nvPicPr>
          <p:cNvPr id="2" name="Picture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46115" y="28577"/>
            <a:ext cx="5348287"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lowchart: Process 32"/>
          <p:cNvSpPr/>
          <p:nvPr userDrawn="1"/>
        </p:nvSpPr>
        <p:spPr>
          <a:xfrm>
            <a:off x="0" y="3733801"/>
            <a:ext cx="406400" cy="1793875"/>
          </a:xfrm>
          <a:custGeom>
            <a:avLst/>
            <a:gdLst/>
            <a:ahLst/>
            <a:cxnLst/>
            <a:rect l="l" t="t" r="r" b="b"/>
            <a:pathLst>
              <a:path w="304801" h="1793388">
                <a:moveTo>
                  <a:pt x="0" y="0"/>
                </a:moveTo>
                <a:lnTo>
                  <a:pt x="304799" y="304799"/>
                </a:lnTo>
                <a:lnTo>
                  <a:pt x="304800" y="304799"/>
                </a:lnTo>
                <a:lnTo>
                  <a:pt x="304800" y="304800"/>
                </a:lnTo>
                <a:lnTo>
                  <a:pt x="304801" y="304801"/>
                </a:lnTo>
                <a:lnTo>
                  <a:pt x="304800" y="304801"/>
                </a:lnTo>
                <a:lnTo>
                  <a:pt x="304800" y="1793388"/>
                </a:lnTo>
                <a:lnTo>
                  <a:pt x="0" y="1793388"/>
                </a:lnTo>
                <a:lnTo>
                  <a:pt x="0" y="304801"/>
                </a:lnTo>
                <a:lnTo>
                  <a:pt x="0" y="304799"/>
                </a:ln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4" name="Right Triangle 35"/>
          <p:cNvSpPr/>
          <p:nvPr userDrawn="1"/>
        </p:nvSpPr>
        <p:spPr>
          <a:xfrm>
            <a:off x="0" y="5064127"/>
            <a:ext cx="406400" cy="1641475"/>
          </a:xfrm>
          <a:custGeom>
            <a:avLst/>
            <a:gdLst/>
            <a:ahLst/>
            <a:cxnLst/>
            <a:rect l="l" t="t" r="r" b="b"/>
            <a:pathLst>
              <a:path w="304801" h="1640988">
                <a:moveTo>
                  <a:pt x="0" y="0"/>
                </a:moveTo>
                <a:lnTo>
                  <a:pt x="304799" y="304799"/>
                </a:lnTo>
                <a:lnTo>
                  <a:pt x="304800" y="304799"/>
                </a:lnTo>
                <a:lnTo>
                  <a:pt x="304800" y="304800"/>
                </a:lnTo>
                <a:lnTo>
                  <a:pt x="304801" y="304801"/>
                </a:lnTo>
                <a:lnTo>
                  <a:pt x="304800" y="304801"/>
                </a:lnTo>
                <a:lnTo>
                  <a:pt x="304800" y="1640988"/>
                </a:lnTo>
                <a:lnTo>
                  <a:pt x="0" y="1640988"/>
                </a:lnTo>
                <a:lnTo>
                  <a:pt x="0" y="304801"/>
                </a:lnTo>
                <a:lnTo>
                  <a:pt x="0" y="304799"/>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5" name="Right Triangle 27"/>
          <p:cNvSpPr/>
          <p:nvPr userDrawn="1"/>
        </p:nvSpPr>
        <p:spPr>
          <a:xfrm rot="16200000" flipH="1">
            <a:off x="-68263" y="4935539"/>
            <a:ext cx="542925" cy="406400"/>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6" name="Freeform 5"/>
          <p:cNvSpPr/>
          <p:nvPr userDrawn="1"/>
        </p:nvSpPr>
        <p:spPr>
          <a:xfrm>
            <a:off x="1760539" y="3413127"/>
            <a:ext cx="10431463" cy="3444875"/>
          </a:xfrm>
          <a:custGeom>
            <a:avLst/>
            <a:gdLst>
              <a:gd name="connsiteX0" fmla="*/ 7823200 w 7823200"/>
              <a:gd name="connsiteY0" fmla="*/ 4927600 h 4937760"/>
              <a:gd name="connsiteX1" fmla="*/ 7823200 w 7823200"/>
              <a:gd name="connsiteY1" fmla="*/ 3454400 h 4937760"/>
              <a:gd name="connsiteX2" fmla="*/ 6167120 w 7823200"/>
              <a:gd name="connsiteY2" fmla="*/ 0 h 4937760"/>
              <a:gd name="connsiteX3" fmla="*/ 0 w 7823200"/>
              <a:gd name="connsiteY3" fmla="*/ 4937760 h 4937760"/>
              <a:gd name="connsiteX4" fmla="*/ 7823200 w 7823200"/>
              <a:gd name="connsiteY4" fmla="*/ 4927600 h 4937760"/>
              <a:gd name="connsiteX0-1" fmla="*/ 7823200 w 7823200"/>
              <a:gd name="connsiteY0-2" fmla="*/ 4927600 h 4937760"/>
              <a:gd name="connsiteX1-3" fmla="*/ 7823200 w 7823200"/>
              <a:gd name="connsiteY1-4" fmla="*/ 3454400 h 4937760"/>
              <a:gd name="connsiteX2-5" fmla="*/ 6167120 w 7823200"/>
              <a:gd name="connsiteY2-6" fmla="*/ 0 h 4937760"/>
              <a:gd name="connsiteX3-7" fmla="*/ 0 w 7823200"/>
              <a:gd name="connsiteY3-8" fmla="*/ 4937760 h 4937760"/>
              <a:gd name="connsiteX4-9" fmla="*/ 7823200 w 7823200"/>
              <a:gd name="connsiteY4-10" fmla="*/ 4927600 h 4937760"/>
              <a:gd name="connsiteX0-11" fmla="*/ 7823200 w 7823200"/>
              <a:gd name="connsiteY0-12" fmla="*/ 4927600 h 4937760"/>
              <a:gd name="connsiteX1-13" fmla="*/ 7823200 w 7823200"/>
              <a:gd name="connsiteY1-14" fmla="*/ 3454400 h 4937760"/>
              <a:gd name="connsiteX2-15" fmla="*/ 6167120 w 7823200"/>
              <a:gd name="connsiteY2-16" fmla="*/ 0 h 4937760"/>
              <a:gd name="connsiteX3-17" fmla="*/ 0 w 7823200"/>
              <a:gd name="connsiteY3-18" fmla="*/ 4937760 h 4937760"/>
              <a:gd name="connsiteX4-19" fmla="*/ 7823200 w 7823200"/>
              <a:gd name="connsiteY4-20" fmla="*/ 4927600 h 4937760"/>
              <a:gd name="connsiteX0-21" fmla="*/ 7823200 w 7823200"/>
              <a:gd name="connsiteY0-22" fmla="*/ 4104640 h 4114800"/>
              <a:gd name="connsiteX1-23" fmla="*/ 7823200 w 7823200"/>
              <a:gd name="connsiteY1-24" fmla="*/ 2631440 h 4114800"/>
              <a:gd name="connsiteX2-25" fmla="*/ 5963920 w 7823200"/>
              <a:gd name="connsiteY2-26" fmla="*/ 0 h 4114800"/>
              <a:gd name="connsiteX3-27" fmla="*/ 0 w 7823200"/>
              <a:gd name="connsiteY3-28" fmla="*/ 4114800 h 4114800"/>
              <a:gd name="connsiteX4-29" fmla="*/ 7823200 w 7823200"/>
              <a:gd name="connsiteY4-30" fmla="*/ 4104640 h 4114800"/>
              <a:gd name="connsiteX0-31" fmla="*/ 7823200 w 7823200"/>
              <a:gd name="connsiteY0-32" fmla="*/ 4117722 h 4127882"/>
              <a:gd name="connsiteX1-33" fmla="*/ 7823200 w 7823200"/>
              <a:gd name="connsiteY1-34" fmla="*/ 2644522 h 4127882"/>
              <a:gd name="connsiteX2-35" fmla="*/ 5963920 w 7823200"/>
              <a:gd name="connsiteY2-36" fmla="*/ 13082 h 4127882"/>
              <a:gd name="connsiteX3-37" fmla="*/ 0 w 7823200"/>
              <a:gd name="connsiteY3-38" fmla="*/ 4127882 h 4127882"/>
              <a:gd name="connsiteX4-39" fmla="*/ 7823200 w 7823200"/>
              <a:gd name="connsiteY4-40" fmla="*/ 4117722 h 4127882"/>
              <a:gd name="connsiteX0-41" fmla="*/ 7823200 w 7823200"/>
              <a:gd name="connsiteY0-42" fmla="*/ 4117722 h 4127882"/>
              <a:gd name="connsiteX1-43" fmla="*/ 7823200 w 7823200"/>
              <a:gd name="connsiteY1-44" fmla="*/ 2644522 h 4127882"/>
              <a:gd name="connsiteX2-45" fmla="*/ 5963920 w 7823200"/>
              <a:gd name="connsiteY2-46" fmla="*/ 13082 h 4127882"/>
              <a:gd name="connsiteX3-47" fmla="*/ 0 w 7823200"/>
              <a:gd name="connsiteY3-48" fmla="*/ 4127882 h 4127882"/>
              <a:gd name="connsiteX4-49" fmla="*/ 7823200 w 7823200"/>
              <a:gd name="connsiteY4-50" fmla="*/ 4117722 h 4127882"/>
              <a:gd name="connsiteX0-51" fmla="*/ 7823200 w 7823200"/>
              <a:gd name="connsiteY0-52" fmla="*/ 4130695 h 4140855"/>
              <a:gd name="connsiteX1-53" fmla="*/ 7823200 w 7823200"/>
              <a:gd name="connsiteY1-54" fmla="*/ 2657495 h 4140855"/>
              <a:gd name="connsiteX2-55" fmla="*/ 5963920 w 7823200"/>
              <a:gd name="connsiteY2-56" fmla="*/ 26055 h 4140855"/>
              <a:gd name="connsiteX3-57" fmla="*/ 0 w 7823200"/>
              <a:gd name="connsiteY3-58" fmla="*/ 4140855 h 4140855"/>
              <a:gd name="connsiteX4-59" fmla="*/ 7823200 w 7823200"/>
              <a:gd name="connsiteY4-60" fmla="*/ 4130695 h 4140855"/>
              <a:gd name="connsiteX0-61" fmla="*/ 7823200 w 7823200"/>
              <a:gd name="connsiteY0-62" fmla="*/ 4130695 h 4140855"/>
              <a:gd name="connsiteX1-63" fmla="*/ 7823200 w 7823200"/>
              <a:gd name="connsiteY1-64" fmla="*/ 2657495 h 4140855"/>
              <a:gd name="connsiteX2-65" fmla="*/ 5963920 w 7823200"/>
              <a:gd name="connsiteY2-66" fmla="*/ 26055 h 4140855"/>
              <a:gd name="connsiteX3-67" fmla="*/ 0 w 7823200"/>
              <a:gd name="connsiteY3-68" fmla="*/ 4140855 h 4140855"/>
              <a:gd name="connsiteX4-69" fmla="*/ 7823200 w 7823200"/>
              <a:gd name="connsiteY4-70" fmla="*/ 4130695 h 4140855"/>
              <a:gd name="connsiteX0-71" fmla="*/ 7823200 w 7823200"/>
              <a:gd name="connsiteY0-72" fmla="*/ 3617799 h 3627959"/>
              <a:gd name="connsiteX1-73" fmla="*/ 7823200 w 7823200"/>
              <a:gd name="connsiteY1-74" fmla="*/ 2144599 h 3627959"/>
              <a:gd name="connsiteX2-75" fmla="*/ 5770880 w 7823200"/>
              <a:gd name="connsiteY2-76" fmla="*/ 31319 h 3627959"/>
              <a:gd name="connsiteX3-77" fmla="*/ 0 w 7823200"/>
              <a:gd name="connsiteY3-78" fmla="*/ 3627959 h 3627959"/>
              <a:gd name="connsiteX4-79" fmla="*/ 7823200 w 7823200"/>
              <a:gd name="connsiteY4-80" fmla="*/ 3617799 h 3627959"/>
              <a:gd name="connsiteX0-81" fmla="*/ 7823200 w 7823200"/>
              <a:gd name="connsiteY0-82" fmla="*/ 4009850 h 4020010"/>
              <a:gd name="connsiteX1-83" fmla="*/ 7823200 w 7823200"/>
              <a:gd name="connsiteY1-84" fmla="*/ 2536650 h 4020010"/>
              <a:gd name="connsiteX2-85" fmla="*/ 5821680 w 7823200"/>
              <a:gd name="connsiteY2-86" fmla="*/ 27130 h 4020010"/>
              <a:gd name="connsiteX3-87" fmla="*/ 0 w 7823200"/>
              <a:gd name="connsiteY3-88" fmla="*/ 4020010 h 4020010"/>
              <a:gd name="connsiteX4-89" fmla="*/ 7823200 w 7823200"/>
              <a:gd name="connsiteY4-90" fmla="*/ 4009850 h 4020010"/>
              <a:gd name="connsiteX0-91" fmla="*/ 7823200 w 7823200"/>
              <a:gd name="connsiteY0-92" fmla="*/ 3467369 h 3477529"/>
              <a:gd name="connsiteX1-93" fmla="*/ 7823200 w 7823200"/>
              <a:gd name="connsiteY1-94" fmla="*/ 1994169 h 3477529"/>
              <a:gd name="connsiteX2-95" fmla="*/ 5872480 w 7823200"/>
              <a:gd name="connsiteY2-96" fmla="*/ 33289 h 3477529"/>
              <a:gd name="connsiteX3-97" fmla="*/ 0 w 7823200"/>
              <a:gd name="connsiteY3-98" fmla="*/ 3477529 h 3477529"/>
              <a:gd name="connsiteX4-99" fmla="*/ 7823200 w 7823200"/>
              <a:gd name="connsiteY4-100" fmla="*/ 3467369 h 3477529"/>
              <a:gd name="connsiteX0-101" fmla="*/ 7823200 w 7823200"/>
              <a:gd name="connsiteY0-102" fmla="*/ 3434080 h 3444240"/>
              <a:gd name="connsiteX1-103" fmla="*/ 7823200 w 7823200"/>
              <a:gd name="connsiteY1-104" fmla="*/ 1960880 h 3444240"/>
              <a:gd name="connsiteX2-105" fmla="*/ 5872480 w 7823200"/>
              <a:gd name="connsiteY2-106" fmla="*/ 0 h 3444240"/>
              <a:gd name="connsiteX3-107" fmla="*/ 0 w 7823200"/>
              <a:gd name="connsiteY3-108" fmla="*/ 3444240 h 3444240"/>
              <a:gd name="connsiteX4-109" fmla="*/ 7823200 w 7823200"/>
              <a:gd name="connsiteY4-110" fmla="*/ 3434080 h 3444240"/>
              <a:gd name="connsiteX0-111" fmla="*/ 7823200 w 7823200"/>
              <a:gd name="connsiteY0-112" fmla="*/ 3434080 h 3444240"/>
              <a:gd name="connsiteX1-113" fmla="*/ 7823200 w 7823200"/>
              <a:gd name="connsiteY1-114" fmla="*/ 1960880 h 3444240"/>
              <a:gd name="connsiteX2-115" fmla="*/ 5872480 w 7823200"/>
              <a:gd name="connsiteY2-116" fmla="*/ 0 h 3444240"/>
              <a:gd name="connsiteX3-117" fmla="*/ 0 w 7823200"/>
              <a:gd name="connsiteY3-118" fmla="*/ 3444240 h 3444240"/>
              <a:gd name="connsiteX4-119" fmla="*/ 7823200 w 7823200"/>
              <a:gd name="connsiteY4-120" fmla="*/ 3434080 h 3444240"/>
              <a:gd name="connsiteX0-121" fmla="*/ 7823200 w 7823200"/>
              <a:gd name="connsiteY0-122" fmla="*/ 3434080 h 3444240"/>
              <a:gd name="connsiteX1-123" fmla="*/ 7823200 w 7823200"/>
              <a:gd name="connsiteY1-124" fmla="*/ 1960880 h 3444240"/>
              <a:gd name="connsiteX2-125" fmla="*/ 5872480 w 7823200"/>
              <a:gd name="connsiteY2-126" fmla="*/ 0 h 3444240"/>
              <a:gd name="connsiteX3-127" fmla="*/ 0 w 7823200"/>
              <a:gd name="connsiteY3-128" fmla="*/ 3444240 h 3444240"/>
              <a:gd name="connsiteX4-129" fmla="*/ 7823200 w 7823200"/>
              <a:gd name="connsiteY4-130" fmla="*/ 3434080 h 3444240"/>
              <a:gd name="connsiteX0-131" fmla="*/ 7823200 w 7823200"/>
              <a:gd name="connsiteY0-132" fmla="*/ 3434080 h 3444240"/>
              <a:gd name="connsiteX1-133" fmla="*/ 7823200 w 7823200"/>
              <a:gd name="connsiteY1-134" fmla="*/ 1960880 h 3444240"/>
              <a:gd name="connsiteX2-135" fmla="*/ 5872480 w 7823200"/>
              <a:gd name="connsiteY2-136" fmla="*/ 0 h 3444240"/>
              <a:gd name="connsiteX3-137" fmla="*/ 0 w 7823200"/>
              <a:gd name="connsiteY3-138" fmla="*/ 3444240 h 3444240"/>
              <a:gd name="connsiteX4-139" fmla="*/ 7823200 w 7823200"/>
              <a:gd name="connsiteY4-140" fmla="*/ 3434080 h 34442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23200" h="3444240">
                <a:moveTo>
                  <a:pt x="7823200" y="3434080"/>
                </a:moveTo>
                <a:lnTo>
                  <a:pt x="7823200" y="1960880"/>
                </a:lnTo>
                <a:cubicBezTo>
                  <a:pt x="7271173" y="809413"/>
                  <a:pt x="6881707" y="54187"/>
                  <a:pt x="5872480" y="0"/>
                </a:cubicBezTo>
                <a:cubicBezTo>
                  <a:pt x="4253653" y="10160"/>
                  <a:pt x="2055707" y="1798320"/>
                  <a:pt x="0" y="3444240"/>
                </a:cubicBezTo>
                <a:lnTo>
                  <a:pt x="7823200" y="343408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7" name="Freeform 6"/>
          <p:cNvSpPr/>
          <p:nvPr userDrawn="1"/>
        </p:nvSpPr>
        <p:spPr>
          <a:xfrm>
            <a:off x="0" y="6321425"/>
            <a:ext cx="12192000" cy="547688"/>
          </a:xfrm>
          <a:custGeom>
            <a:avLst/>
            <a:gdLst>
              <a:gd name="connsiteX0" fmla="*/ 0 w 7675880"/>
              <a:gd name="connsiteY0" fmla="*/ 391160 h 396240"/>
              <a:gd name="connsiteX1" fmla="*/ 0 w 7675880"/>
              <a:gd name="connsiteY1" fmla="*/ 177800 h 396240"/>
              <a:gd name="connsiteX2" fmla="*/ 7675880 w 7675880"/>
              <a:gd name="connsiteY2" fmla="*/ 0 h 396240"/>
              <a:gd name="connsiteX3" fmla="*/ 7675880 w 7675880"/>
              <a:gd name="connsiteY3" fmla="*/ 396240 h 396240"/>
              <a:gd name="connsiteX4" fmla="*/ 0 w 7675880"/>
              <a:gd name="connsiteY4" fmla="*/ 391160 h 396240"/>
              <a:gd name="connsiteX0-1" fmla="*/ 0 w 7685475"/>
              <a:gd name="connsiteY0-2" fmla="*/ 396443 h 396443"/>
              <a:gd name="connsiteX1-3" fmla="*/ 9595 w 7685475"/>
              <a:gd name="connsiteY1-4" fmla="*/ 177800 h 396443"/>
              <a:gd name="connsiteX2-5" fmla="*/ 7685475 w 7685475"/>
              <a:gd name="connsiteY2-6" fmla="*/ 0 h 396443"/>
              <a:gd name="connsiteX3-7" fmla="*/ 7685475 w 7685475"/>
              <a:gd name="connsiteY3-8" fmla="*/ 396240 h 396443"/>
              <a:gd name="connsiteX4-9" fmla="*/ 0 w 7685475"/>
              <a:gd name="connsiteY4-10" fmla="*/ 396443 h 396443"/>
              <a:gd name="connsiteX0-11" fmla="*/ 0 w 7675880"/>
              <a:gd name="connsiteY0-12" fmla="*/ 404368 h 404368"/>
              <a:gd name="connsiteX1-13" fmla="*/ 0 w 7675880"/>
              <a:gd name="connsiteY1-14" fmla="*/ 177800 h 404368"/>
              <a:gd name="connsiteX2-15" fmla="*/ 7675880 w 7675880"/>
              <a:gd name="connsiteY2-16" fmla="*/ 0 h 404368"/>
              <a:gd name="connsiteX3-17" fmla="*/ 7675880 w 7675880"/>
              <a:gd name="connsiteY3-18" fmla="*/ 396240 h 404368"/>
              <a:gd name="connsiteX4-19" fmla="*/ 0 w 7675880"/>
              <a:gd name="connsiteY4-20" fmla="*/ 404368 h 404368"/>
              <a:gd name="connsiteX0-21" fmla="*/ 0 w 7675880"/>
              <a:gd name="connsiteY0-22" fmla="*/ 380594 h 380594"/>
              <a:gd name="connsiteX1-23" fmla="*/ 0 w 7675880"/>
              <a:gd name="connsiteY1-24" fmla="*/ 154026 h 380594"/>
              <a:gd name="connsiteX2-25" fmla="*/ 7672682 w 7675880"/>
              <a:gd name="connsiteY2-26" fmla="*/ 0 h 380594"/>
              <a:gd name="connsiteX3-27" fmla="*/ 7675880 w 7675880"/>
              <a:gd name="connsiteY3-28" fmla="*/ 372466 h 380594"/>
              <a:gd name="connsiteX4-29" fmla="*/ 0 w 7675880"/>
              <a:gd name="connsiteY4-30" fmla="*/ 380594 h 380594"/>
              <a:gd name="connsiteX0-31" fmla="*/ 0 w 7675880"/>
              <a:gd name="connsiteY0-32" fmla="*/ 380594 h 380594"/>
              <a:gd name="connsiteX1-33" fmla="*/ 0 w 7675880"/>
              <a:gd name="connsiteY1-34" fmla="*/ 83584 h 380594"/>
              <a:gd name="connsiteX2-35" fmla="*/ 7672682 w 7675880"/>
              <a:gd name="connsiteY2-36" fmla="*/ 0 h 380594"/>
              <a:gd name="connsiteX3-37" fmla="*/ 7675880 w 7675880"/>
              <a:gd name="connsiteY3-38" fmla="*/ 372466 h 380594"/>
              <a:gd name="connsiteX4-39" fmla="*/ 0 w 7675880"/>
              <a:gd name="connsiteY4-40" fmla="*/ 380594 h 3805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5880" h="380594">
                <a:moveTo>
                  <a:pt x="0" y="380594"/>
                </a:moveTo>
                <a:lnTo>
                  <a:pt x="0" y="83584"/>
                </a:lnTo>
                <a:lnTo>
                  <a:pt x="7672682" y="0"/>
                </a:lnTo>
                <a:lnTo>
                  <a:pt x="7675880" y="372466"/>
                </a:lnTo>
                <a:lnTo>
                  <a:pt x="0" y="38059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cxnSp>
        <p:nvCxnSpPr>
          <p:cNvPr id="8" name="Straight Connector 7"/>
          <p:cNvCxnSpPr/>
          <p:nvPr userDrawn="1"/>
        </p:nvCxnSpPr>
        <p:spPr>
          <a:xfrm>
            <a:off x="203200" y="741363"/>
            <a:ext cx="3556000" cy="0"/>
          </a:xfrm>
          <a:prstGeom prst="line">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Chevron 8"/>
          <p:cNvSpPr/>
          <p:nvPr userDrawn="1"/>
        </p:nvSpPr>
        <p:spPr>
          <a:xfrm>
            <a:off x="203202" y="138115"/>
            <a:ext cx="463551" cy="547687"/>
          </a:xfrm>
          <a:prstGeom prst="chevr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ahoma"/>
              <a:ea typeface="+mn-ea"/>
              <a:cs typeface="+mn-cs"/>
            </a:endParaRPr>
          </a:p>
        </p:txBody>
      </p:sp>
      <p:sp>
        <p:nvSpPr>
          <p:cNvPr id="10" name="Chevron 9"/>
          <p:cNvSpPr/>
          <p:nvPr userDrawn="1"/>
        </p:nvSpPr>
        <p:spPr>
          <a:xfrm>
            <a:off x="434977" y="138115"/>
            <a:ext cx="463551" cy="547687"/>
          </a:xfrm>
          <a:prstGeom prst="chevron">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ahoma"/>
              <a:ea typeface="+mn-ea"/>
              <a:cs typeface="+mn-cs"/>
            </a:endParaRPr>
          </a:p>
        </p:txBody>
      </p:sp>
      <p:sp>
        <p:nvSpPr>
          <p:cNvPr id="11" name="Right Triangle 27"/>
          <p:cNvSpPr/>
          <p:nvPr userDrawn="1"/>
        </p:nvSpPr>
        <p:spPr>
          <a:xfrm rot="5400000" flipH="1">
            <a:off x="11717339" y="714376"/>
            <a:ext cx="542925" cy="406400"/>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12" name="Flowchart: Process 32"/>
          <p:cNvSpPr/>
          <p:nvPr userDrawn="1"/>
        </p:nvSpPr>
        <p:spPr>
          <a:xfrm rot="10800000">
            <a:off x="11785600" y="0"/>
            <a:ext cx="406400" cy="896939"/>
          </a:xfrm>
          <a:custGeom>
            <a:avLst/>
            <a:gdLst/>
            <a:ahLst/>
            <a:cxnLst/>
            <a:rect l="l" t="t" r="r" b="b"/>
            <a:pathLst>
              <a:path w="304801" h="896694">
                <a:moveTo>
                  <a:pt x="304800" y="896694"/>
                </a:moveTo>
                <a:lnTo>
                  <a:pt x="0" y="896694"/>
                </a:lnTo>
                <a:lnTo>
                  <a:pt x="0" y="304801"/>
                </a:lnTo>
                <a:lnTo>
                  <a:pt x="0" y="304799"/>
                </a:lnTo>
                <a:lnTo>
                  <a:pt x="0" y="0"/>
                </a:lnTo>
                <a:lnTo>
                  <a:pt x="304799" y="304799"/>
                </a:lnTo>
                <a:lnTo>
                  <a:pt x="304800" y="304799"/>
                </a:lnTo>
                <a:lnTo>
                  <a:pt x="304800" y="304800"/>
                </a:lnTo>
                <a:lnTo>
                  <a:pt x="304801" y="304801"/>
                </a:lnTo>
                <a:lnTo>
                  <a:pt x="304800" y="304801"/>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13" name="Freeform 12"/>
          <p:cNvSpPr/>
          <p:nvPr userDrawn="1"/>
        </p:nvSpPr>
        <p:spPr>
          <a:xfrm>
            <a:off x="11337925" y="4683128"/>
            <a:ext cx="854075" cy="1179513"/>
          </a:xfrm>
          <a:custGeom>
            <a:avLst/>
            <a:gdLst>
              <a:gd name="connsiteX0" fmla="*/ 152400 w 640080"/>
              <a:gd name="connsiteY0" fmla="*/ 0 h 1178560"/>
              <a:gd name="connsiteX1" fmla="*/ 0 w 640080"/>
              <a:gd name="connsiteY1" fmla="*/ 50800 h 1178560"/>
              <a:gd name="connsiteX2" fmla="*/ 457200 w 640080"/>
              <a:gd name="connsiteY2" fmla="*/ 904240 h 1178560"/>
              <a:gd name="connsiteX3" fmla="*/ 640080 w 640080"/>
              <a:gd name="connsiteY3" fmla="*/ 1178560 h 1178560"/>
              <a:gd name="connsiteX4" fmla="*/ 640080 w 640080"/>
              <a:gd name="connsiteY4" fmla="*/ 883920 h 1178560"/>
              <a:gd name="connsiteX5" fmla="*/ 152400 w 640080"/>
              <a:gd name="connsiteY5" fmla="*/ 0 h 11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1178560">
                <a:moveTo>
                  <a:pt x="152400" y="0"/>
                </a:moveTo>
                <a:lnTo>
                  <a:pt x="0" y="50800"/>
                </a:lnTo>
                <a:lnTo>
                  <a:pt x="457200" y="904240"/>
                </a:lnTo>
                <a:lnTo>
                  <a:pt x="640080" y="1178560"/>
                </a:lnTo>
                <a:lnTo>
                  <a:pt x="640080" y="883920"/>
                </a:lnTo>
                <a:lnTo>
                  <a:pt x="152400" y="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05143" y="3733801"/>
            <a:ext cx="4577260" cy="2574708"/>
          </a:xfrm>
          <a:prstGeom prst="ellipse">
            <a:avLst/>
          </a:prstGeom>
          <a:ln>
            <a:noFill/>
          </a:ln>
          <a:effectLst>
            <a:softEdge rad="112500"/>
          </a:effectLst>
        </p:spPr>
      </p:pic>
      <p:sp>
        <p:nvSpPr>
          <p:cNvPr id="15" name="Date Placeholder 3"/>
          <p:cNvSpPr>
            <a:spLocks noGrp="1"/>
          </p:cNvSpPr>
          <p:nvPr>
            <p:ph type="dt" sz="half" idx="10"/>
          </p:nvPr>
        </p:nvSpPr>
        <p:spPr/>
        <p:txBody>
          <a:bodyPr/>
          <a:lstStyle>
            <a:lvl1pPr eaLnBrk="1" fontAlgn="auto" hangingPunct="1">
              <a:spcBef>
                <a:spcPts val="0"/>
              </a:spcBef>
              <a:spcAft>
                <a:spcPts val="0"/>
              </a:spcAft>
              <a:defRPr>
                <a:solidFill>
                  <a:prstClr val="white"/>
                </a:solidFill>
                <a:latin typeface="Tahoma"/>
                <a:cs typeface="+mn-cs"/>
              </a:defRPr>
            </a:lvl1pPr>
          </a:lstStyle>
          <a:p>
            <a:pPr algn="l" defTabSz="1219170">
              <a:defRPr/>
            </a:pPr>
            <a:fld id="{5F6ED5BB-4B68-4ACA-82B2-10501BE18D87}" type="datetime1">
              <a:rPr lang="en-US" sz="1600" b="0" smtClean="0"/>
              <a:t>11/1/2022</a:t>
            </a:fld>
            <a:endParaRPr lang="en-US" sz="1600" b="0" dirty="0"/>
          </a:p>
        </p:txBody>
      </p:sp>
      <p:sp>
        <p:nvSpPr>
          <p:cNvPr id="16" name="Slide Number Placeholder 6"/>
          <p:cNvSpPr>
            <a:spLocks noGrp="1"/>
          </p:cNvSpPr>
          <p:nvPr>
            <p:ph type="sldNum" sz="quarter" idx="11"/>
          </p:nvPr>
        </p:nvSpPr>
        <p:spPr>
          <a:xfrm>
            <a:off x="8610600" y="6356352"/>
            <a:ext cx="2743200" cy="365125"/>
          </a:xfrm>
          <a:prstGeom prst="rect">
            <a:avLst/>
          </a:prstGeom>
        </p:spPr>
        <p:txBody>
          <a:bodyPr/>
          <a:lstStyle>
            <a:lvl1pPr algn="l" eaLnBrk="1" fontAlgn="auto" hangingPunct="1">
              <a:spcBef>
                <a:spcPts val="0"/>
              </a:spcBef>
              <a:spcAft>
                <a:spcPts val="0"/>
              </a:spcAft>
              <a:defRPr>
                <a:solidFill>
                  <a:prstClr val="white"/>
                </a:solidFill>
                <a:cs typeface="+mn-cs"/>
              </a:defRPr>
            </a:lvl1pPr>
          </a:lstStyle>
          <a:p>
            <a:pPr defTabSz="1219170">
              <a:defRPr/>
            </a:pPr>
            <a:r>
              <a:rPr lang="vi-VN" b="0"/>
              <a:t>| </a:t>
            </a:r>
            <a:fld id="{180DF48D-276E-4655-AF11-63F976B50085}" type="slidenum">
              <a:rPr lang="en-US" b="0" smtClean="0">
                <a:latin typeface="VNI-Times" pitchFamily="2" charset="0"/>
              </a:rPr>
              <a:pPr defTabSz="1219170">
                <a:defRPr/>
              </a:pPr>
              <a:t>‹#›</a:t>
            </a:fld>
            <a:endParaRPr lang="en-US" b="0" dirty="0">
              <a:latin typeface="VNI-Times" pitchFamily="2" charset="0"/>
            </a:endParaRPr>
          </a:p>
        </p:txBody>
      </p:sp>
    </p:spTree>
    <p:extLst>
      <p:ext uri="{BB962C8B-B14F-4D97-AF65-F5344CB8AC3E}">
        <p14:creationId xmlns:p14="http://schemas.microsoft.com/office/powerpoint/2010/main" val="32962007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474E4CD-E044-422C-AAD5-211E0F847ADA}" type="datetime1">
              <a:rPr lang="en-US" smtClean="0"/>
              <a:t>11/1/2022</a:t>
            </a:fld>
            <a:endParaRPr lang="en-US"/>
          </a:p>
        </p:txBody>
      </p:sp>
      <p:sp>
        <p:nvSpPr>
          <p:cNvPr id="5" name="Footer Placeholder 4"/>
          <p:cNvSpPr>
            <a:spLocks noGrp="1"/>
          </p:cNvSpPr>
          <p:nvPr>
            <p:ph type="ftr" sz="quarter" idx="11"/>
          </p:nvPr>
        </p:nvSpPr>
        <p:spPr/>
        <p:txBody>
          <a:body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sp>
        <p:nvSpPr>
          <p:cNvPr id="6" name="Slide Number Placeholder 5"/>
          <p:cNvSpPr>
            <a:spLocks noGrp="1"/>
          </p:cNvSpPr>
          <p:nvPr>
            <p:ph type="sldNum" sz="quarter" idx="12"/>
          </p:nvPr>
        </p:nvSpPr>
        <p:spPr/>
        <p:txBody>
          <a:bodyPr/>
          <a:lstStyle/>
          <a:p>
            <a:fld id="{5A65504F-CC5F-4320-B02F-349579ABA819}"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0906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5_Title Slide">
    <p:spTree>
      <p:nvGrpSpPr>
        <p:cNvPr id="1" name=""/>
        <p:cNvGrpSpPr/>
        <p:nvPr/>
      </p:nvGrpSpPr>
      <p:grpSpPr>
        <a:xfrm>
          <a:off x="0" y="0"/>
          <a:ext cx="0" cy="0"/>
          <a:chOff x="0" y="0"/>
          <a:chExt cx="0" cy="0"/>
        </a:xfrm>
      </p:grpSpPr>
      <p:pic>
        <p:nvPicPr>
          <p:cNvPr id="2" name="Picture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46115" y="28577"/>
            <a:ext cx="5348287"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lowchart: Process 32"/>
          <p:cNvSpPr/>
          <p:nvPr userDrawn="1"/>
        </p:nvSpPr>
        <p:spPr>
          <a:xfrm>
            <a:off x="0" y="3733801"/>
            <a:ext cx="406400" cy="1793875"/>
          </a:xfrm>
          <a:custGeom>
            <a:avLst/>
            <a:gdLst/>
            <a:ahLst/>
            <a:cxnLst/>
            <a:rect l="l" t="t" r="r" b="b"/>
            <a:pathLst>
              <a:path w="304801" h="1793388">
                <a:moveTo>
                  <a:pt x="0" y="0"/>
                </a:moveTo>
                <a:lnTo>
                  <a:pt x="304799" y="304799"/>
                </a:lnTo>
                <a:lnTo>
                  <a:pt x="304800" y="304799"/>
                </a:lnTo>
                <a:lnTo>
                  <a:pt x="304800" y="304800"/>
                </a:lnTo>
                <a:lnTo>
                  <a:pt x="304801" y="304801"/>
                </a:lnTo>
                <a:lnTo>
                  <a:pt x="304800" y="304801"/>
                </a:lnTo>
                <a:lnTo>
                  <a:pt x="304800" y="1793388"/>
                </a:lnTo>
                <a:lnTo>
                  <a:pt x="0" y="1793388"/>
                </a:lnTo>
                <a:lnTo>
                  <a:pt x="0" y="304801"/>
                </a:lnTo>
                <a:lnTo>
                  <a:pt x="0" y="304799"/>
                </a:lnTo>
                <a:close/>
              </a:path>
            </a:pathLst>
          </a:cu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4" name="Right Triangle 35"/>
          <p:cNvSpPr/>
          <p:nvPr userDrawn="1"/>
        </p:nvSpPr>
        <p:spPr>
          <a:xfrm>
            <a:off x="0" y="5064127"/>
            <a:ext cx="406400" cy="1641475"/>
          </a:xfrm>
          <a:custGeom>
            <a:avLst/>
            <a:gdLst/>
            <a:ahLst/>
            <a:cxnLst/>
            <a:rect l="l" t="t" r="r" b="b"/>
            <a:pathLst>
              <a:path w="304801" h="1640988">
                <a:moveTo>
                  <a:pt x="0" y="0"/>
                </a:moveTo>
                <a:lnTo>
                  <a:pt x="304799" y="304799"/>
                </a:lnTo>
                <a:lnTo>
                  <a:pt x="304800" y="304799"/>
                </a:lnTo>
                <a:lnTo>
                  <a:pt x="304800" y="304800"/>
                </a:lnTo>
                <a:lnTo>
                  <a:pt x="304801" y="304801"/>
                </a:lnTo>
                <a:lnTo>
                  <a:pt x="304800" y="304801"/>
                </a:lnTo>
                <a:lnTo>
                  <a:pt x="304800" y="1640988"/>
                </a:lnTo>
                <a:lnTo>
                  <a:pt x="0" y="1640988"/>
                </a:lnTo>
                <a:lnTo>
                  <a:pt x="0" y="304801"/>
                </a:lnTo>
                <a:lnTo>
                  <a:pt x="0" y="304799"/>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5" name="Right Triangle 27"/>
          <p:cNvSpPr/>
          <p:nvPr userDrawn="1"/>
        </p:nvSpPr>
        <p:spPr>
          <a:xfrm rot="16200000" flipH="1">
            <a:off x="-68263" y="4935539"/>
            <a:ext cx="542925" cy="406400"/>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6" name="Freeform 5"/>
          <p:cNvSpPr/>
          <p:nvPr userDrawn="1"/>
        </p:nvSpPr>
        <p:spPr>
          <a:xfrm>
            <a:off x="1760539" y="3413127"/>
            <a:ext cx="10431463" cy="3444875"/>
          </a:xfrm>
          <a:custGeom>
            <a:avLst/>
            <a:gdLst>
              <a:gd name="connsiteX0" fmla="*/ 7823200 w 7823200"/>
              <a:gd name="connsiteY0" fmla="*/ 4927600 h 4937760"/>
              <a:gd name="connsiteX1" fmla="*/ 7823200 w 7823200"/>
              <a:gd name="connsiteY1" fmla="*/ 3454400 h 4937760"/>
              <a:gd name="connsiteX2" fmla="*/ 6167120 w 7823200"/>
              <a:gd name="connsiteY2" fmla="*/ 0 h 4937760"/>
              <a:gd name="connsiteX3" fmla="*/ 0 w 7823200"/>
              <a:gd name="connsiteY3" fmla="*/ 4937760 h 4937760"/>
              <a:gd name="connsiteX4" fmla="*/ 7823200 w 7823200"/>
              <a:gd name="connsiteY4" fmla="*/ 4927600 h 4937760"/>
              <a:gd name="connsiteX0-1" fmla="*/ 7823200 w 7823200"/>
              <a:gd name="connsiteY0-2" fmla="*/ 4927600 h 4937760"/>
              <a:gd name="connsiteX1-3" fmla="*/ 7823200 w 7823200"/>
              <a:gd name="connsiteY1-4" fmla="*/ 3454400 h 4937760"/>
              <a:gd name="connsiteX2-5" fmla="*/ 6167120 w 7823200"/>
              <a:gd name="connsiteY2-6" fmla="*/ 0 h 4937760"/>
              <a:gd name="connsiteX3-7" fmla="*/ 0 w 7823200"/>
              <a:gd name="connsiteY3-8" fmla="*/ 4937760 h 4937760"/>
              <a:gd name="connsiteX4-9" fmla="*/ 7823200 w 7823200"/>
              <a:gd name="connsiteY4-10" fmla="*/ 4927600 h 4937760"/>
              <a:gd name="connsiteX0-11" fmla="*/ 7823200 w 7823200"/>
              <a:gd name="connsiteY0-12" fmla="*/ 4927600 h 4937760"/>
              <a:gd name="connsiteX1-13" fmla="*/ 7823200 w 7823200"/>
              <a:gd name="connsiteY1-14" fmla="*/ 3454400 h 4937760"/>
              <a:gd name="connsiteX2-15" fmla="*/ 6167120 w 7823200"/>
              <a:gd name="connsiteY2-16" fmla="*/ 0 h 4937760"/>
              <a:gd name="connsiteX3-17" fmla="*/ 0 w 7823200"/>
              <a:gd name="connsiteY3-18" fmla="*/ 4937760 h 4937760"/>
              <a:gd name="connsiteX4-19" fmla="*/ 7823200 w 7823200"/>
              <a:gd name="connsiteY4-20" fmla="*/ 4927600 h 4937760"/>
              <a:gd name="connsiteX0-21" fmla="*/ 7823200 w 7823200"/>
              <a:gd name="connsiteY0-22" fmla="*/ 4104640 h 4114800"/>
              <a:gd name="connsiteX1-23" fmla="*/ 7823200 w 7823200"/>
              <a:gd name="connsiteY1-24" fmla="*/ 2631440 h 4114800"/>
              <a:gd name="connsiteX2-25" fmla="*/ 5963920 w 7823200"/>
              <a:gd name="connsiteY2-26" fmla="*/ 0 h 4114800"/>
              <a:gd name="connsiteX3-27" fmla="*/ 0 w 7823200"/>
              <a:gd name="connsiteY3-28" fmla="*/ 4114800 h 4114800"/>
              <a:gd name="connsiteX4-29" fmla="*/ 7823200 w 7823200"/>
              <a:gd name="connsiteY4-30" fmla="*/ 4104640 h 4114800"/>
              <a:gd name="connsiteX0-31" fmla="*/ 7823200 w 7823200"/>
              <a:gd name="connsiteY0-32" fmla="*/ 4117722 h 4127882"/>
              <a:gd name="connsiteX1-33" fmla="*/ 7823200 w 7823200"/>
              <a:gd name="connsiteY1-34" fmla="*/ 2644522 h 4127882"/>
              <a:gd name="connsiteX2-35" fmla="*/ 5963920 w 7823200"/>
              <a:gd name="connsiteY2-36" fmla="*/ 13082 h 4127882"/>
              <a:gd name="connsiteX3-37" fmla="*/ 0 w 7823200"/>
              <a:gd name="connsiteY3-38" fmla="*/ 4127882 h 4127882"/>
              <a:gd name="connsiteX4-39" fmla="*/ 7823200 w 7823200"/>
              <a:gd name="connsiteY4-40" fmla="*/ 4117722 h 4127882"/>
              <a:gd name="connsiteX0-41" fmla="*/ 7823200 w 7823200"/>
              <a:gd name="connsiteY0-42" fmla="*/ 4117722 h 4127882"/>
              <a:gd name="connsiteX1-43" fmla="*/ 7823200 w 7823200"/>
              <a:gd name="connsiteY1-44" fmla="*/ 2644522 h 4127882"/>
              <a:gd name="connsiteX2-45" fmla="*/ 5963920 w 7823200"/>
              <a:gd name="connsiteY2-46" fmla="*/ 13082 h 4127882"/>
              <a:gd name="connsiteX3-47" fmla="*/ 0 w 7823200"/>
              <a:gd name="connsiteY3-48" fmla="*/ 4127882 h 4127882"/>
              <a:gd name="connsiteX4-49" fmla="*/ 7823200 w 7823200"/>
              <a:gd name="connsiteY4-50" fmla="*/ 4117722 h 4127882"/>
              <a:gd name="connsiteX0-51" fmla="*/ 7823200 w 7823200"/>
              <a:gd name="connsiteY0-52" fmla="*/ 4130695 h 4140855"/>
              <a:gd name="connsiteX1-53" fmla="*/ 7823200 w 7823200"/>
              <a:gd name="connsiteY1-54" fmla="*/ 2657495 h 4140855"/>
              <a:gd name="connsiteX2-55" fmla="*/ 5963920 w 7823200"/>
              <a:gd name="connsiteY2-56" fmla="*/ 26055 h 4140855"/>
              <a:gd name="connsiteX3-57" fmla="*/ 0 w 7823200"/>
              <a:gd name="connsiteY3-58" fmla="*/ 4140855 h 4140855"/>
              <a:gd name="connsiteX4-59" fmla="*/ 7823200 w 7823200"/>
              <a:gd name="connsiteY4-60" fmla="*/ 4130695 h 4140855"/>
              <a:gd name="connsiteX0-61" fmla="*/ 7823200 w 7823200"/>
              <a:gd name="connsiteY0-62" fmla="*/ 4130695 h 4140855"/>
              <a:gd name="connsiteX1-63" fmla="*/ 7823200 w 7823200"/>
              <a:gd name="connsiteY1-64" fmla="*/ 2657495 h 4140855"/>
              <a:gd name="connsiteX2-65" fmla="*/ 5963920 w 7823200"/>
              <a:gd name="connsiteY2-66" fmla="*/ 26055 h 4140855"/>
              <a:gd name="connsiteX3-67" fmla="*/ 0 w 7823200"/>
              <a:gd name="connsiteY3-68" fmla="*/ 4140855 h 4140855"/>
              <a:gd name="connsiteX4-69" fmla="*/ 7823200 w 7823200"/>
              <a:gd name="connsiteY4-70" fmla="*/ 4130695 h 4140855"/>
              <a:gd name="connsiteX0-71" fmla="*/ 7823200 w 7823200"/>
              <a:gd name="connsiteY0-72" fmla="*/ 3617799 h 3627959"/>
              <a:gd name="connsiteX1-73" fmla="*/ 7823200 w 7823200"/>
              <a:gd name="connsiteY1-74" fmla="*/ 2144599 h 3627959"/>
              <a:gd name="connsiteX2-75" fmla="*/ 5770880 w 7823200"/>
              <a:gd name="connsiteY2-76" fmla="*/ 31319 h 3627959"/>
              <a:gd name="connsiteX3-77" fmla="*/ 0 w 7823200"/>
              <a:gd name="connsiteY3-78" fmla="*/ 3627959 h 3627959"/>
              <a:gd name="connsiteX4-79" fmla="*/ 7823200 w 7823200"/>
              <a:gd name="connsiteY4-80" fmla="*/ 3617799 h 3627959"/>
              <a:gd name="connsiteX0-81" fmla="*/ 7823200 w 7823200"/>
              <a:gd name="connsiteY0-82" fmla="*/ 4009850 h 4020010"/>
              <a:gd name="connsiteX1-83" fmla="*/ 7823200 w 7823200"/>
              <a:gd name="connsiteY1-84" fmla="*/ 2536650 h 4020010"/>
              <a:gd name="connsiteX2-85" fmla="*/ 5821680 w 7823200"/>
              <a:gd name="connsiteY2-86" fmla="*/ 27130 h 4020010"/>
              <a:gd name="connsiteX3-87" fmla="*/ 0 w 7823200"/>
              <a:gd name="connsiteY3-88" fmla="*/ 4020010 h 4020010"/>
              <a:gd name="connsiteX4-89" fmla="*/ 7823200 w 7823200"/>
              <a:gd name="connsiteY4-90" fmla="*/ 4009850 h 4020010"/>
              <a:gd name="connsiteX0-91" fmla="*/ 7823200 w 7823200"/>
              <a:gd name="connsiteY0-92" fmla="*/ 3467369 h 3477529"/>
              <a:gd name="connsiteX1-93" fmla="*/ 7823200 w 7823200"/>
              <a:gd name="connsiteY1-94" fmla="*/ 1994169 h 3477529"/>
              <a:gd name="connsiteX2-95" fmla="*/ 5872480 w 7823200"/>
              <a:gd name="connsiteY2-96" fmla="*/ 33289 h 3477529"/>
              <a:gd name="connsiteX3-97" fmla="*/ 0 w 7823200"/>
              <a:gd name="connsiteY3-98" fmla="*/ 3477529 h 3477529"/>
              <a:gd name="connsiteX4-99" fmla="*/ 7823200 w 7823200"/>
              <a:gd name="connsiteY4-100" fmla="*/ 3467369 h 3477529"/>
              <a:gd name="connsiteX0-101" fmla="*/ 7823200 w 7823200"/>
              <a:gd name="connsiteY0-102" fmla="*/ 3434080 h 3444240"/>
              <a:gd name="connsiteX1-103" fmla="*/ 7823200 w 7823200"/>
              <a:gd name="connsiteY1-104" fmla="*/ 1960880 h 3444240"/>
              <a:gd name="connsiteX2-105" fmla="*/ 5872480 w 7823200"/>
              <a:gd name="connsiteY2-106" fmla="*/ 0 h 3444240"/>
              <a:gd name="connsiteX3-107" fmla="*/ 0 w 7823200"/>
              <a:gd name="connsiteY3-108" fmla="*/ 3444240 h 3444240"/>
              <a:gd name="connsiteX4-109" fmla="*/ 7823200 w 7823200"/>
              <a:gd name="connsiteY4-110" fmla="*/ 3434080 h 3444240"/>
              <a:gd name="connsiteX0-111" fmla="*/ 7823200 w 7823200"/>
              <a:gd name="connsiteY0-112" fmla="*/ 3434080 h 3444240"/>
              <a:gd name="connsiteX1-113" fmla="*/ 7823200 w 7823200"/>
              <a:gd name="connsiteY1-114" fmla="*/ 1960880 h 3444240"/>
              <a:gd name="connsiteX2-115" fmla="*/ 5872480 w 7823200"/>
              <a:gd name="connsiteY2-116" fmla="*/ 0 h 3444240"/>
              <a:gd name="connsiteX3-117" fmla="*/ 0 w 7823200"/>
              <a:gd name="connsiteY3-118" fmla="*/ 3444240 h 3444240"/>
              <a:gd name="connsiteX4-119" fmla="*/ 7823200 w 7823200"/>
              <a:gd name="connsiteY4-120" fmla="*/ 3434080 h 3444240"/>
              <a:gd name="connsiteX0-121" fmla="*/ 7823200 w 7823200"/>
              <a:gd name="connsiteY0-122" fmla="*/ 3434080 h 3444240"/>
              <a:gd name="connsiteX1-123" fmla="*/ 7823200 w 7823200"/>
              <a:gd name="connsiteY1-124" fmla="*/ 1960880 h 3444240"/>
              <a:gd name="connsiteX2-125" fmla="*/ 5872480 w 7823200"/>
              <a:gd name="connsiteY2-126" fmla="*/ 0 h 3444240"/>
              <a:gd name="connsiteX3-127" fmla="*/ 0 w 7823200"/>
              <a:gd name="connsiteY3-128" fmla="*/ 3444240 h 3444240"/>
              <a:gd name="connsiteX4-129" fmla="*/ 7823200 w 7823200"/>
              <a:gd name="connsiteY4-130" fmla="*/ 3434080 h 3444240"/>
              <a:gd name="connsiteX0-131" fmla="*/ 7823200 w 7823200"/>
              <a:gd name="connsiteY0-132" fmla="*/ 3434080 h 3444240"/>
              <a:gd name="connsiteX1-133" fmla="*/ 7823200 w 7823200"/>
              <a:gd name="connsiteY1-134" fmla="*/ 1960880 h 3444240"/>
              <a:gd name="connsiteX2-135" fmla="*/ 5872480 w 7823200"/>
              <a:gd name="connsiteY2-136" fmla="*/ 0 h 3444240"/>
              <a:gd name="connsiteX3-137" fmla="*/ 0 w 7823200"/>
              <a:gd name="connsiteY3-138" fmla="*/ 3444240 h 3444240"/>
              <a:gd name="connsiteX4-139" fmla="*/ 7823200 w 7823200"/>
              <a:gd name="connsiteY4-140" fmla="*/ 3434080 h 34442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23200" h="3444240">
                <a:moveTo>
                  <a:pt x="7823200" y="3434080"/>
                </a:moveTo>
                <a:lnTo>
                  <a:pt x="7823200" y="1960880"/>
                </a:lnTo>
                <a:cubicBezTo>
                  <a:pt x="7271173" y="809413"/>
                  <a:pt x="6881707" y="54187"/>
                  <a:pt x="5872480" y="0"/>
                </a:cubicBezTo>
                <a:cubicBezTo>
                  <a:pt x="4253653" y="10160"/>
                  <a:pt x="2055707" y="1798320"/>
                  <a:pt x="0" y="3444240"/>
                </a:cubicBezTo>
                <a:lnTo>
                  <a:pt x="7823200" y="343408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7" name="Freeform 6"/>
          <p:cNvSpPr/>
          <p:nvPr userDrawn="1"/>
        </p:nvSpPr>
        <p:spPr>
          <a:xfrm>
            <a:off x="0" y="6321425"/>
            <a:ext cx="12192000" cy="547688"/>
          </a:xfrm>
          <a:custGeom>
            <a:avLst/>
            <a:gdLst>
              <a:gd name="connsiteX0" fmla="*/ 0 w 7675880"/>
              <a:gd name="connsiteY0" fmla="*/ 391160 h 396240"/>
              <a:gd name="connsiteX1" fmla="*/ 0 w 7675880"/>
              <a:gd name="connsiteY1" fmla="*/ 177800 h 396240"/>
              <a:gd name="connsiteX2" fmla="*/ 7675880 w 7675880"/>
              <a:gd name="connsiteY2" fmla="*/ 0 h 396240"/>
              <a:gd name="connsiteX3" fmla="*/ 7675880 w 7675880"/>
              <a:gd name="connsiteY3" fmla="*/ 396240 h 396240"/>
              <a:gd name="connsiteX4" fmla="*/ 0 w 7675880"/>
              <a:gd name="connsiteY4" fmla="*/ 391160 h 396240"/>
              <a:gd name="connsiteX0-1" fmla="*/ 0 w 7685475"/>
              <a:gd name="connsiteY0-2" fmla="*/ 396443 h 396443"/>
              <a:gd name="connsiteX1-3" fmla="*/ 9595 w 7685475"/>
              <a:gd name="connsiteY1-4" fmla="*/ 177800 h 396443"/>
              <a:gd name="connsiteX2-5" fmla="*/ 7685475 w 7685475"/>
              <a:gd name="connsiteY2-6" fmla="*/ 0 h 396443"/>
              <a:gd name="connsiteX3-7" fmla="*/ 7685475 w 7685475"/>
              <a:gd name="connsiteY3-8" fmla="*/ 396240 h 396443"/>
              <a:gd name="connsiteX4-9" fmla="*/ 0 w 7685475"/>
              <a:gd name="connsiteY4-10" fmla="*/ 396443 h 396443"/>
              <a:gd name="connsiteX0-11" fmla="*/ 0 w 7675880"/>
              <a:gd name="connsiteY0-12" fmla="*/ 404368 h 404368"/>
              <a:gd name="connsiteX1-13" fmla="*/ 0 w 7675880"/>
              <a:gd name="connsiteY1-14" fmla="*/ 177800 h 404368"/>
              <a:gd name="connsiteX2-15" fmla="*/ 7675880 w 7675880"/>
              <a:gd name="connsiteY2-16" fmla="*/ 0 h 404368"/>
              <a:gd name="connsiteX3-17" fmla="*/ 7675880 w 7675880"/>
              <a:gd name="connsiteY3-18" fmla="*/ 396240 h 404368"/>
              <a:gd name="connsiteX4-19" fmla="*/ 0 w 7675880"/>
              <a:gd name="connsiteY4-20" fmla="*/ 404368 h 404368"/>
              <a:gd name="connsiteX0-21" fmla="*/ 0 w 7675880"/>
              <a:gd name="connsiteY0-22" fmla="*/ 380594 h 380594"/>
              <a:gd name="connsiteX1-23" fmla="*/ 0 w 7675880"/>
              <a:gd name="connsiteY1-24" fmla="*/ 154026 h 380594"/>
              <a:gd name="connsiteX2-25" fmla="*/ 7672682 w 7675880"/>
              <a:gd name="connsiteY2-26" fmla="*/ 0 h 380594"/>
              <a:gd name="connsiteX3-27" fmla="*/ 7675880 w 7675880"/>
              <a:gd name="connsiteY3-28" fmla="*/ 372466 h 380594"/>
              <a:gd name="connsiteX4-29" fmla="*/ 0 w 7675880"/>
              <a:gd name="connsiteY4-30" fmla="*/ 380594 h 380594"/>
              <a:gd name="connsiteX0-31" fmla="*/ 0 w 7675880"/>
              <a:gd name="connsiteY0-32" fmla="*/ 380594 h 380594"/>
              <a:gd name="connsiteX1-33" fmla="*/ 0 w 7675880"/>
              <a:gd name="connsiteY1-34" fmla="*/ 83584 h 380594"/>
              <a:gd name="connsiteX2-35" fmla="*/ 7672682 w 7675880"/>
              <a:gd name="connsiteY2-36" fmla="*/ 0 h 380594"/>
              <a:gd name="connsiteX3-37" fmla="*/ 7675880 w 7675880"/>
              <a:gd name="connsiteY3-38" fmla="*/ 372466 h 380594"/>
              <a:gd name="connsiteX4-39" fmla="*/ 0 w 7675880"/>
              <a:gd name="connsiteY4-40" fmla="*/ 380594 h 38059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675880" h="380594">
                <a:moveTo>
                  <a:pt x="0" y="380594"/>
                </a:moveTo>
                <a:lnTo>
                  <a:pt x="0" y="83584"/>
                </a:lnTo>
                <a:lnTo>
                  <a:pt x="7672682" y="0"/>
                </a:lnTo>
                <a:lnTo>
                  <a:pt x="7675880" y="372466"/>
                </a:lnTo>
                <a:lnTo>
                  <a:pt x="0" y="38059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cxnSp>
        <p:nvCxnSpPr>
          <p:cNvPr id="8" name="Straight Connector 7"/>
          <p:cNvCxnSpPr/>
          <p:nvPr userDrawn="1"/>
        </p:nvCxnSpPr>
        <p:spPr>
          <a:xfrm>
            <a:off x="203200" y="741363"/>
            <a:ext cx="3556000" cy="0"/>
          </a:xfrm>
          <a:prstGeom prst="line">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Chevron 8"/>
          <p:cNvSpPr/>
          <p:nvPr userDrawn="1"/>
        </p:nvSpPr>
        <p:spPr>
          <a:xfrm>
            <a:off x="203202" y="138115"/>
            <a:ext cx="463551" cy="547687"/>
          </a:xfrm>
          <a:prstGeom prst="chevr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ahoma"/>
              <a:ea typeface="+mn-ea"/>
              <a:cs typeface="+mn-cs"/>
            </a:endParaRPr>
          </a:p>
        </p:txBody>
      </p:sp>
      <p:sp>
        <p:nvSpPr>
          <p:cNvPr id="10" name="Chevron 9"/>
          <p:cNvSpPr/>
          <p:nvPr userDrawn="1"/>
        </p:nvSpPr>
        <p:spPr>
          <a:xfrm>
            <a:off x="434977" y="138115"/>
            <a:ext cx="463551" cy="547687"/>
          </a:xfrm>
          <a:prstGeom prst="chevron">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black"/>
              </a:solidFill>
              <a:effectLst/>
              <a:uLnTx/>
              <a:uFillTx/>
              <a:latin typeface="Tahoma"/>
              <a:ea typeface="+mn-ea"/>
              <a:cs typeface="+mn-cs"/>
            </a:endParaRPr>
          </a:p>
        </p:txBody>
      </p:sp>
      <p:sp>
        <p:nvSpPr>
          <p:cNvPr id="11" name="Right Triangle 27"/>
          <p:cNvSpPr/>
          <p:nvPr userDrawn="1"/>
        </p:nvSpPr>
        <p:spPr>
          <a:xfrm rot="5400000" flipH="1">
            <a:off x="11717339" y="714376"/>
            <a:ext cx="542925" cy="406400"/>
          </a:xfrm>
          <a:custGeom>
            <a:avLst/>
            <a:gdLst/>
            <a:ahLst/>
            <a:cxnLst/>
            <a:rect l="l" t="t" r="r" b="b"/>
            <a:pathLst>
              <a:path w="1102655" h="614083">
                <a:moveTo>
                  <a:pt x="1102655" y="614083"/>
                </a:moveTo>
                <a:lnTo>
                  <a:pt x="488572" y="614083"/>
                </a:lnTo>
                <a:lnTo>
                  <a:pt x="0" y="614083"/>
                </a:lnTo>
                <a:lnTo>
                  <a:pt x="0" y="614082"/>
                </a:lnTo>
                <a:lnTo>
                  <a:pt x="277898" y="614082"/>
                </a:lnTo>
                <a:lnTo>
                  <a:pt x="891981" y="614082"/>
                </a:lnTo>
                <a:lnTo>
                  <a:pt x="282383" y="4484"/>
                </a:lnTo>
                <a:lnTo>
                  <a:pt x="488572" y="4484"/>
                </a:lnTo>
                <a:lnTo>
                  <a:pt x="488572" y="0"/>
                </a:ln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12" name="Flowchart: Process 32"/>
          <p:cNvSpPr/>
          <p:nvPr userDrawn="1"/>
        </p:nvSpPr>
        <p:spPr>
          <a:xfrm rot="10800000">
            <a:off x="11785600" y="0"/>
            <a:ext cx="406400" cy="896939"/>
          </a:xfrm>
          <a:custGeom>
            <a:avLst/>
            <a:gdLst/>
            <a:ahLst/>
            <a:cxnLst/>
            <a:rect l="l" t="t" r="r" b="b"/>
            <a:pathLst>
              <a:path w="304801" h="896694">
                <a:moveTo>
                  <a:pt x="304800" y="896694"/>
                </a:moveTo>
                <a:lnTo>
                  <a:pt x="0" y="896694"/>
                </a:lnTo>
                <a:lnTo>
                  <a:pt x="0" y="304801"/>
                </a:lnTo>
                <a:lnTo>
                  <a:pt x="0" y="304799"/>
                </a:lnTo>
                <a:lnTo>
                  <a:pt x="0" y="0"/>
                </a:lnTo>
                <a:lnTo>
                  <a:pt x="304799" y="304799"/>
                </a:lnTo>
                <a:lnTo>
                  <a:pt x="304800" y="304799"/>
                </a:lnTo>
                <a:lnTo>
                  <a:pt x="304800" y="304800"/>
                </a:lnTo>
                <a:lnTo>
                  <a:pt x="304801" y="304801"/>
                </a:lnTo>
                <a:lnTo>
                  <a:pt x="304800" y="304801"/>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sp>
        <p:nvSpPr>
          <p:cNvPr id="13" name="Freeform 12"/>
          <p:cNvSpPr/>
          <p:nvPr userDrawn="1"/>
        </p:nvSpPr>
        <p:spPr>
          <a:xfrm>
            <a:off x="11337925" y="4683128"/>
            <a:ext cx="854075" cy="1179513"/>
          </a:xfrm>
          <a:custGeom>
            <a:avLst/>
            <a:gdLst>
              <a:gd name="connsiteX0" fmla="*/ 152400 w 640080"/>
              <a:gd name="connsiteY0" fmla="*/ 0 h 1178560"/>
              <a:gd name="connsiteX1" fmla="*/ 0 w 640080"/>
              <a:gd name="connsiteY1" fmla="*/ 50800 h 1178560"/>
              <a:gd name="connsiteX2" fmla="*/ 457200 w 640080"/>
              <a:gd name="connsiteY2" fmla="*/ 904240 h 1178560"/>
              <a:gd name="connsiteX3" fmla="*/ 640080 w 640080"/>
              <a:gd name="connsiteY3" fmla="*/ 1178560 h 1178560"/>
              <a:gd name="connsiteX4" fmla="*/ 640080 w 640080"/>
              <a:gd name="connsiteY4" fmla="*/ 883920 h 1178560"/>
              <a:gd name="connsiteX5" fmla="*/ 152400 w 640080"/>
              <a:gd name="connsiteY5" fmla="*/ 0 h 11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1178560">
                <a:moveTo>
                  <a:pt x="152400" y="0"/>
                </a:moveTo>
                <a:lnTo>
                  <a:pt x="0" y="50800"/>
                </a:lnTo>
                <a:lnTo>
                  <a:pt x="457200" y="904240"/>
                </a:lnTo>
                <a:lnTo>
                  <a:pt x="640080" y="1178560"/>
                </a:lnTo>
                <a:lnTo>
                  <a:pt x="640080" y="883920"/>
                </a:lnTo>
                <a:lnTo>
                  <a:pt x="152400" y="0"/>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prstClr val="white"/>
              </a:solidFill>
              <a:effectLst/>
              <a:uLnTx/>
              <a:uFillTx/>
              <a:latin typeface="Tahoma"/>
              <a:ea typeface="+mn-ea"/>
              <a:cs typeface="+mn-cs"/>
            </a:endParaRP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05143" y="3733801"/>
            <a:ext cx="4577260" cy="2574708"/>
          </a:xfrm>
          <a:prstGeom prst="ellipse">
            <a:avLst/>
          </a:prstGeom>
          <a:ln>
            <a:noFill/>
          </a:ln>
          <a:effectLst>
            <a:softEdge rad="112500"/>
          </a:effectLst>
        </p:spPr>
      </p:pic>
      <p:sp>
        <p:nvSpPr>
          <p:cNvPr id="15" name="Date Placeholder 3"/>
          <p:cNvSpPr>
            <a:spLocks noGrp="1"/>
          </p:cNvSpPr>
          <p:nvPr>
            <p:ph type="dt" sz="half" idx="10"/>
          </p:nvPr>
        </p:nvSpPr>
        <p:spPr/>
        <p:txBody>
          <a:bodyPr/>
          <a:lstStyle>
            <a:lvl1pPr eaLnBrk="1" fontAlgn="auto" hangingPunct="1">
              <a:spcBef>
                <a:spcPts val="0"/>
              </a:spcBef>
              <a:spcAft>
                <a:spcPts val="0"/>
              </a:spcAft>
              <a:defRPr>
                <a:solidFill>
                  <a:prstClr val="white"/>
                </a:solidFill>
                <a:latin typeface="Tahoma"/>
                <a:cs typeface="+mn-cs"/>
              </a:defRPr>
            </a:lvl1pPr>
          </a:lstStyle>
          <a:p>
            <a:pPr algn="l" defTabSz="1219170">
              <a:defRPr/>
            </a:pPr>
            <a:fld id="{4ECEA3A7-0D00-4B30-870A-0F9083422B14}" type="datetime1">
              <a:rPr lang="en-US" sz="1600" b="0" smtClean="0"/>
              <a:t>11/1/2022</a:t>
            </a:fld>
            <a:endParaRPr lang="en-US" sz="1600" b="0" dirty="0"/>
          </a:p>
        </p:txBody>
      </p:sp>
      <p:sp>
        <p:nvSpPr>
          <p:cNvPr id="16" name="Slide Number Placeholder 6"/>
          <p:cNvSpPr>
            <a:spLocks noGrp="1"/>
          </p:cNvSpPr>
          <p:nvPr>
            <p:ph type="sldNum" sz="quarter" idx="11"/>
          </p:nvPr>
        </p:nvSpPr>
        <p:spPr>
          <a:xfrm>
            <a:off x="8610600" y="6356352"/>
            <a:ext cx="2743200" cy="365125"/>
          </a:xfrm>
          <a:prstGeom prst="rect">
            <a:avLst/>
          </a:prstGeom>
        </p:spPr>
        <p:txBody>
          <a:bodyPr/>
          <a:lstStyle>
            <a:lvl1pPr algn="l" eaLnBrk="1" fontAlgn="auto" hangingPunct="1">
              <a:spcBef>
                <a:spcPts val="0"/>
              </a:spcBef>
              <a:spcAft>
                <a:spcPts val="0"/>
              </a:spcAft>
              <a:defRPr>
                <a:solidFill>
                  <a:prstClr val="white"/>
                </a:solidFill>
                <a:cs typeface="+mn-cs"/>
              </a:defRPr>
            </a:lvl1pPr>
          </a:lstStyle>
          <a:p>
            <a:pPr defTabSz="1219170">
              <a:defRPr/>
            </a:pPr>
            <a:r>
              <a:rPr lang="vi-VN" b="0"/>
              <a:t>| </a:t>
            </a:r>
            <a:fld id="{180DF48D-276E-4655-AF11-63F976B50085}" type="slidenum">
              <a:rPr lang="en-US" b="0" smtClean="0">
                <a:latin typeface="VNI-Times" pitchFamily="2" charset="0"/>
              </a:rPr>
              <a:pPr defTabSz="1219170">
                <a:defRPr/>
              </a:pPr>
              <a:t>‹#›</a:t>
            </a:fld>
            <a:endParaRPr lang="en-US" b="0" dirty="0">
              <a:latin typeface="VNI-Times" pitchFamily="2" charset="0"/>
            </a:endParaRPr>
          </a:p>
        </p:txBody>
      </p:sp>
    </p:spTree>
    <p:extLst>
      <p:ext uri="{BB962C8B-B14F-4D97-AF65-F5344CB8AC3E}">
        <p14:creationId xmlns:p14="http://schemas.microsoft.com/office/powerpoint/2010/main" val="2754243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CAE497-F53C-4044-9DD7-EFFCC69A8246}" type="datetime1">
              <a:rPr lang="en-US" smtClean="0"/>
              <a:t>11/1/2022</a:t>
            </a:fld>
            <a:endParaRPr lang="en-US" dirty="0"/>
          </a:p>
        </p:txBody>
      </p:sp>
      <p:sp>
        <p:nvSpPr>
          <p:cNvPr id="5" name="Footer Placeholder 4"/>
          <p:cNvSpPr>
            <a:spLocks noGrp="1"/>
          </p:cNvSpPr>
          <p:nvPr>
            <p:ph type="ftr" sz="quarter" idx="3"/>
          </p:nvPr>
        </p:nvSpPr>
        <p:spPr>
          <a:xfrm>
            <a:off x="7239000" y="6371721"/>
            <a:ext cx="4114800" cy="365125"/>
          </a:xfrm>
          <a:prstGeom prst="rect">
            <a:avLst/>
          </a:prstGeom>
          <a:solidFill>
            <a:srgbClr val="FF0000"/>
          </a:solidFill>
        </p:spPr>
        <p:txBody>
          <a:bodyPr vert="horz" lIns="91440" tIns="45720" rIns="91440" bIns="45720" rtlCol="0" anchor="ctr"/>
          <a:lstStyle>
            <a:lvl1pPr algn="ctr">
              <a:defRPr sz="1200" b="1">
                <a:solidFill>
                  <a:srgbClr val="FFFF66"/>
                </a:solidFill>
              </a:defRPr>
            </a:lvl1pPr>
          </a:lstStyle>
          <a:p>
            <a:r>
              <a:rPr lang="fr-FR" dirty="0"/>
              <a:t>GV: </a:t>
            </a:r>
            <a:r>
              <a:rPr lang="fr-FR" dirty="0" err="1" smtClean="0"/>
              <a:t>Võ</a:t>
            </a:r>
            <a:r>
              <a:rPr lang="fr-FR" dirty="0" smtClean="0"/>
              <a:t> </a:t>
            </a:r>
            <a:r>
              <a:rPr lang="fr-FR" dirty="0" err="1" smtClean="0"/>
              <a:t>Thị</a:t>
            </a:r>
            <a:r>
              <a:rPr lang="fr-FR" dirty="0" smtClean="0"/>
              <a:t> </a:t>
            </a:r>
            <a:r>
              <a:rPr lang="fr-FR" dirty="0" err="1" smtClean="0"/>
              <a:t>Trà</a:t>
            </a:r>
            <a:r>
              <a:rPr lang="fr-FR" dirty="0" smtClean="0"/>
              <a:t> Mi  </a:t>
            </a:r>
            <a:r>
              <a:rPr lang="fr-FR" dirty="0"/>
              <a:t>SĐT: </a:t>
            </a:r>
            <a:r>
              <a:rPr lang="fr-FR" dirty="0" smtClean="0"/>
              <a:t>                                                                                                          </a:t>
            </a:r>
            <a:r>
              <a:rPr lang="fr-FR" dirty="0"/>
              <a:t>Email: </a:t>
            </a:r>
            <a:r>
              <a:rPr lang="fr-FR" dirty="0" smtClean="0"/>
              <a:t>vttmi@ttgdqp.edu.vn</a:t>
            </a:r>
            <a:endParaRPr lang="en-US" dirty="0"/>
          </a:p>
        </p:txBody>
      </p:sp>
      <p:pic>
        <p:nvPicPr>
          <p:cNvPr id="7" name="Picture 6">
            <a:extLst>
              <a:ext uri="{FF2B5EF4-FFF2-40B4-BE49-F238E27FC236}">
                <a16:creationId xmlns:a16="http://schemas.microsoft.com/office/drawing/2014/main" xmlns="" id="{B03D988F-2977-4929-9528-81A9BC352395}"/>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1581501" y="167910"/>
            <a:ext cx="5754624" cy="825981"/>
          </a:xfrm>
          <a:prstGeom prst="rect">
            <a:avLst/>
          </a:prstGeom>
        </p:spPr>
      </p:pic>
      <p:sp>
        <p:nvSpPr>
          <p:cNvPr id="8" name="Chevron 16">
            <a:extLst>
              <a:ext uri="{FF2B5EF4-FFF2-40B4-BE49-F238E27FC236}">
                <a16:creationId xmlns:a16="http://schemas.microsoft.com/office/drawing/2014/main" xmlns="" id="{012CC26F-DAFE-4A7E-81C0-A35071DAA2E2}"/>
              </a:ext>
            </a:extLst>
          </p:cNvPr>
          <p:cNvSpPr/>
          <p:nvPr userDrawn="1"/>
        </p:nvSpPr>
        <p:spPr>
          <a:xfrm>
            <a:off x="1117601" y="289918"/>
            <a:ext cx="463903" cy="548283"/>
          </a:xfrm>
          <a:prstGeom prst="chevron">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
        <p:nvSpPr>
          <p:cNvPr id="9" name="Chevron 17">
            <a:extLst>
              <a:ext uri="{FF2B5EF4-FFF2-40B4-BE49-F238E27FC236}">
                <a16:creationId xmlns:a16="http://schemas.microsoft.com/office/drawing/2014/main" xmlns="" id="{D7C2C4D2-E9B3-4581-82D4-34CF59FAE767}"/>
              </a:ext>
            </a:extLst>
          </p:cNvPr>
          <p:cNvSpPr/>
          <p:nvPr userDrawn="1"/>
        </p:nvSpPr>
        <p:spPr>
          <a:xfrm>
            <a:off x="1349551" y="289918"/>
            <a:ext cx="463903" cy="548283"/>
          </a:xfrm>
          <a:prstGeom prst="chevron">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tx1"/>
              </a:solidFill>
            </a:endParaRPr>
          </a:p>
        </p:txBody>
      </p:sp>
    </p:spTree>
    <p:extLst>
      <p:ext uri="{BB962C8B-B14F-4D97-AF65-F5344CB8AC3E}">
        <p14:creationId xmlns:p14="http://schemas.microsoft.com/office/powerpoint/2010/main" val="169722616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72" r:id="rId18"/>
    <p:sldLayoutId id="2147483673" r:id="rId19"/>
    <p:sldLayoutId id="2147483674" r:id="rId20"/>
    <p:sldLayoutId id="2147483705" r:id="rId21"/>
    <p:sldLayoutId id="2147483719" r:id="rId22"/>
    <p:sldLayoutId id="2147483718" r:id="rId2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2197381" y="990601"/>
            <a:ext cx="8012510" cy="536761"/>
          </a:xfrm>
          <a:prstGeom prst="rect">
            <a:avLst/>
          </a:prstGeom>
          <a:noFill/>
        </p:spPr>
        <p:txBody>
          <a:bodyPr vert="horz" lIns="91440" tIns="45720" rIns="91440" bIns="45720" rtlCol="0" anchor="t">
            <a:noAutofit/>
          </a:bodyPr>
          <a:lstStyle>
            <a:lvl1pPr algn="ctr" defTabSz="914400" rtl="0" eaLnBrk="1" latinLnBrk="0" hangingPunct="1">
              <a:spcBef>
                <a:spcPct val="0"/>
              </a:spcBef>
              <a:buNone/>
              <a:defRPr sz="3000" b="1" kern="1200" baseline="0">
                <a:solidFill>
                  <a:schemeClr val="tx2"/>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2800" b="1" i="0" u="none" strike="noStrike" kern="1200" cap="none" spc="0" normalizeH="0" baseline="0" noProof="0" dirty="0">
                <a:ln>
                  <a:noFill/>
                </a:ln>
                <a:solidFill>
                  <a:srgbClr val="44546A">
                    <a:lumMod val="90000"/>
                    <a:lumOff val="10000"/>
                  </a:srgbClr>
                </a:solidFill>
                <a:effectLst/>
                <a:uLnTx/>
                <a:uFillTx/>
                <a:latin typeface="Arial"/>
                <a:ea typeface="+mj-ea"/>
                <a:cs typeface="+mj-cs"/>
              </a:rPr>
              <a:t>TỔ CHỨC BIÊN CHẾ TRỰC TUYẾN </a:t>
            </a:r>
          </a:p>
        </p:txBody>
      </p:sp>
      <p:sp>
        <p:nvSpPr>
          <p:cNvPr id="7" name="Title 1"/>
          <p:cNvSpPr txBox="1">
            <a:spLocks/>
          </p:cNvSpPr>
          <p:nvPr/>
        </p:nvSpPr>
        <p:spPr>
          <a:xfrm>
            <a:off x="584462" y="1676400"/>
            <a:ext cx="10851046" cy="1419340"/>
          </a:xfrm>
          <a:prstGeom prst="rect">
            <a:avLst/>
          </a:prstGeom>
          <a:solidFill>
            <a:srgbClr val="FF0000"/>
          </a:solidFill>
        </p:spPr>
        <p:txBody>
          <a:bodyPr vert="horz" lIns="91440" tIns="45720" rIns="91440" bIns="45720" rtlCol="0" anchor="t">
            <a:noAutofit/>
          </a:bodyPr>
          <a:lstStyle>
            <a:lvl1pPr algn="ctr" defTabSz="914400" rtl="0" eaLnBrk="1" latinLnBrk="0" hangingPunct="1">
              <a:spcBef>
                <a:spcPct val="0"/>
              </a:spcBef>
              <a:buNone/>
              <a:defRPr sz="3000" b="1" kern="1200" baseline="0">
                <a:solidFill>
                  <a:schemeClr val="tx2"/>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FFFF66"/>
                </a:solidFill>
                <a:effectLst/>
                <a:uLnTx/>
                <a:uFillTx/>
                <a:latin typeface="Arial"/>
                <a:ea typeface="+mj-ea"/>
                <a:cs typeface="+mj-cs"/>
              </a:rPr>
              <a:t>KHÓA </a:t>
            </a:r>
            <a:r>
              <a:rPr lang="en-US" sz="2800" u="sng" dirty="0" smtClean="0">
                <a:solidFill>
                  <a:srgbClr val="FFFF66"/>
                </a:solidFill>
                <a:latin typeface="Arial"/>
              </a:rPr>
              <a:t>414</a:t>
            </a:r>
            <a:endParaRPr kumimoji="0" lang="en-US" sz="2800" b="1" i="0" u="sng" strike="noStrike" kern="1200" cap="none" spc="0" normalizeH="0" baseline="0" noProof="0" dirty="0">
              <a:ln>
                <a:noFill/>
              </a:ln>
              <a:solidFill>
                <a:srgbClr val="FFFF66"/>
              </a:solidFill>
              <a:effectLst/>
              <a:uLnTx/>
              <a:uFillTx/>
              <a:latin typeface="Arial"/>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lang="en-US" sz="2800" u="sng" dirty="0">
              <a:solidFill>
                <a:srgbClr val="FFFF66"/>
              </a:solidFill>
              <a:latin typeface="Arial"/>
            </a:endParaRPr>
          </a:p>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noProof="1" smtClean="0">
                <a:solidFill>
                  <a:srgbClr val="FFFF66"/>
                </a:solidFill>
                <a:latin typeface="Arial" charset="0"/>
              </a:rPr>
              <a:t>TRƯỜNG ĐẠI HỌC CÔNG NGHỆ THÔNG TIN ĐHQG-HCM</a:t>
            </a:r>
            <a:endParaRPr kumimoji="0" lang="vi-VN" sz="2800" b="1" i="0" u="none" strike="noStrike" kern="1200" cap="none" spc="0" normalizeH="0" baseline="0" noProof="1">
              <a:ln>
                <a:noFill/>
              </a:ln>
              <a:solidFill>
                <a:srgbClr val="FFFF66"/>
              </a:solidFill>
              <a:effectLst/>
              <a:uLnTx/>
              <a:uFillTx/>
              <a:latin typeface="Arial" charset="0"/>
              <a:ea typeface="+mj-ea"/>
              <a:cs typeface="+mj-cs"/>
            </a:endParaRPr>
          </a:p>
        </p:txBody>
      </p:sp>
      <p:sp>
        <p:nvSpPr>
          <p:cNvPr id="8" name="Subtitle 2"/>
          <p:cNvSpPr txBox="1">
            <a:spLocks/>
          </p:cNvSpPr>
          <p:nvPr/>
        </p:nvSpPr>
        <p:spPr>
          <a:xfrm>
            <a:off x="618079" y="3425806"/>
            <a:ext cx="6686672" cy="2485347"/>
          </a:xfrm>
          <a:prstGeom prst="rect">
            <a:avLst/>
          </a:prstGeom>
          <a:noFill/>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anose="020B0604020202020204" pitchFamily="34" charset="0"/>
              <a:buChar char="•"/>
              <a:defRPr sz="2400" kern="1200" baseline="0">
                <a:solidFill>
                  <a:schemeClr val="tx2">
                    <a:lumMod val="90000"/>
                    <a:lumOff val="10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vi-VN" sz="2800" b="1" i="0" u="none" strike="noStrike" kern="1200" cap="none" spc="0" normalizeH="0" baseline="0" noProof="1">
                <a:ln>
                  <a:noFill/>
                </a:ln>
                <a:solidFill>
                  <a:srgbClr val="44546A">
                    <a:lumMod val="90000"/>
                    <a:lumOff val="10000"/>
                  </a:srgbClr>
                </a:solidFill>
                <a:effectLst/>
                <a:uLnTx/>
                <a:uFillTx/>
                <a:latin typeface="Arial"/>
                <a:ea typeface="+mn-ea"/>
                <a:cs typeface="+mn-cs"/>
              </a:rPr>
              <a:t>Đại đội: </a:t>
            </a:r>
            <a:r>
              <a:rPr lang="en-US" sz="2800" b="1" noProof="1" smtClean="0">
                <a:solidFill>
                  <a:srgbClr val="FF0000"/>
                </a:solidFill>
                <a:latin typeface="Arial"/>
              </a:rPr>
              <a:t>27; </a:t>
            </a:r>
            <a:r>
              <a:rPr kumimoji="0" lang="en-US" sz="2800" b="1" i="0" u="none" strike="noStrike" kern="1200" cap="none" spc="0" normalizeH="0" baseline="0" noProof="0" dirty="0" smtClean="0">
                <a:ln>
                  <a:noFill/>
                </a:ln>
                <a:solidFill>
                  <a:srgbClr val="44546A">
                    <a:lumMod val="90000"/>
                    <a:lumOff val="10000"/>
                  </a:srgbClr>
                </a:solidFill>
                <a:effectLst/>
                <a:uLnTx/>
                <a:uFillTx/>
                <a:latin typeface="Arial"/>
                <a:ea typeface="+mn-ea"/>
                <a:cs typeface="+mn-cs"/>
              </a:rPr>
              <a:t>GVCN</a:t>
            </a:r>
            <a:r>
              <a:rPr kumimoji="0" lang="en-US" sz="2800" b="1" i="0" u="none" strike="noStrike" kern="1200" cap="none" spc="0" normalizeH="0" baseline="0" noProof="0" dirty="0">
                <a:ln>
                  <a:noFill/>
                </a:ln>
                <a:solidFill>
                  <a:srgbClr val="44546A">
                    <a:lumMod val="90000"/>
                    <a:lumOff val="10000"/>
                  </a:srgbClr>
                </a:solidFill>
                <a:effectLst/>
                <a:uLnTx/>
                <a:uFillTx/>
                <a:latin typeface="Arial"/>
                <a:ea typeface="+mn-ea"/>
                <a:cs typeface="+mn-cs"/>
              </a:rPr>
              <a:t>:</a:t>
            </a:r>
            <a:r>
              <a:rPr kumimoji="0" lang="en-US" sz="28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lang="en-US" sz="2800" b="1" dirty="0" err="1" smtClean="0">
                <a:solidFill>
                  <a:srgbClr val="FF0000"/>
                </a:solidFill>
                <a:latin typeface="Arial"/>
              </a:rPr>
              <a:t>Phùng</a:t>
            </a:r>
            <a:r>
              <a:rPr lang="en-US" sz="2800" b="1" dirty="0" smtClean="0">
                <a:solidFill>
                  <a:srgbClr val="FF0000"/>
                </a:solidFill>
                <a:latin typeface="Arial"/>
              </a:rPr>
              <a:t> </a:t>
            </a:r>
            <a:r>
              <a:rPr lang="en-US" sz="2800" b="1" dirty="0" err="1" smtClean="0">
                <a:solidFill>
                  <a:srgbClr val="FF0000"/>
                </a:solidFill>
                <a:latin typeface="Arial"/>
              </a:rPr>
              <a:t>Xuân</a:t>
            </a:r>
            <a:r>
              <a:rPr lang="en-US" sz="2800" b="1" dirty="0" smtClean="0">
                <a:solidFill>
                  <a:srgbClr val="FF0000"/>
                </a:solidFill>
                <a:latin typeface="Arial"/>
              </a:rPr>
              <a:t> </a:t>
            </a:r>
            <a:r>
              <a:rPr lang="en-US" sz="2800" b="1" dirty="0" err="1" smtClean="0">
                <a:solidFill>
                  <a:srgbClr val="FF0000"/>
                </a:solidFill>
                <a:latin typeface="Arial"/>
              </a:rPr>
              <a:t>Hoan</a:t>
            </a:r>
            <a:endParaRPr lang="en-US" sz="2800" b="1" dirty="0" smtClean="0">
              <a:solidFill>
                <a:srgbClr val="FF0000"/>
              </a:solidFill>
              <a:latin typeface="Arial"/>
            </a:endParaRPr>
          </a:p>
          <a:p>
            <a:pPr>
              <a:defRPr/>
            </a:pPr>
            <a:r>
              <a:rPr lang="en-US" sz="2800" b="1" dirty="0" smtClean="0">
                <a:solidFill>
                  <a:srgbClr val="44546A">
                    <a:lumMod val="90000"/>
                    <a:lumOff val="10000"/>
                  </a:srgbClr>
                </a:solidFill>
                <a:latin typeface="Arial"/>
              </a:rPr>
              <a:t>SĐT</a:t>
            </a:r>
            <a:r>
              <a:rPr lang="en-US" sz="2800" b="1" dirty="0" smtClean="0">
                <a:solidFill>
                  <a:srgbClr val="44546A">
                    <a:lumMod val="90000"/>
                    <a:lumOff val="10000"/>
                  </a:srgbClr>
                </a:solidFill>
                <a:latin typeface="Arial"/>
              </a:rPr>
              <a:t>:</a:t>
            </a:r>
            <a:r>
              <a:rPr lang="en-US" sz="2800" dirty="0">
                <a:solidFill>
                  <a:srgbClr val="44546A">
                    <a:lumMod val="90000"/>
                    <a:lumOff val="10000"/>
                  </a:srgbClr>
                </a:solidFill>
                <a:latin typeface="Arial"/>
              </a:rPr>
              <a:t> </a:t>
            </a:r>
            <a:r>
              <a:rPr lang="en-US" sz="2800" dirty="0" smtClean="0">
                <a:solidFill>
                  <a:srgbClr val="44546A">
                    <a:lumMod val="90000"/>
                    <a:lumOff val="10000"/>
                  </a:srgbClr>
                </a:solidFill>
                <a:latin typeface="Arial"/>
              </a:rPr>
              <a:t>0988392692; </a:t>
            </a:r>
            <a:r>
              <a:rPr lang="en-US" sz="2800" b="1" dirty="0" err="1" smtClean="0">
                <a:solidFill>
                  <a:srgbClr val="44546A">
                    <a:lumMod val="90000"/>
                    <a:lumOff val="10000"/>
                  </a:srgbClr>
                </a:solidFill>
              </a:rPr>
              <a:t>Email:</a:t>
            </a:r>
            <a:r>
              <a:rPr lang="en-US" sz="2800" dirty="0" err="1" smtClean="0">
                <a:solidFill>
                  <a:srgbClr val="44546A">
                    <a:lumMod val="90000"/>
                    <a:lumOff val="10000"/>
                  </a:srgbClr>
                </a:solidFill>
              </a:rPr>
              <a:t>pxhoan@ttgdqp.edu.vn</a:t>
            </a:r>
            <a:endParaRPr lang="en-US" sz="2800" dirty="0" smtClean="0">
              <a:solidFill>
                <a:srgbClr val="44546A">
                  <a:lumMod val="90000"/>
                  <a:lumOff val="10000"/>
                </a:srgbClr>
              </a:solidFill>
            </a:endParaRPr>
          </a:p>
          <a:p>
            <a:pPr marL="0" lvl="0" indent="0">
              <a:buNone/>
              <a:defRPr/>
            </a:pPr>
            <a:r>
              <a:rPr lang="en-US" sz="2800" b="1" noProof="1" smtClean="0">
                <a:solidFill>
                  <a:srgbClr val="44546A">
                    <a:lumMod val="90000"/>
                    <a:lumOff val="10000"/>
                  </a:srgbClr>
                </a:solidFill>
              </a:rPr>
              <a:t>    </a:t>
            </a:r>
            <a:r>
              <a:rPr lang="vi-VN" sz="2800" b="1" noProof="1" smtClean="0">
                <a:solidFill>
                  <a:srgbClr val="44546A">
                    <a:lumMod val="90000"/>
                    <a:lumOff val="10000"/>
                  </a:srgbClr>
                </a:solidFill>
              </a:rPr>
              <a:t>Đại </a:t>
            </a:r>
            <a:r>
              <a:rPr lang="vi-VN" sz="2800" b="1" noProof="1">
                <a:solidFill>
                  <a:srgbClr val="44546A">
                    <a:lumMod val="90000"/>
                    <a:lumOff val="10000"/>
                  </a:srgbClr>
                </a:solidFill>
              </a:rPr>
              <a:t>đội</a:t>
            </a:r>
            <a:r>
              <a:rPr lang="vi-VN" sz="2800" b="1" noProof="1">
                <a:solidFill>
                  <a:srgbClr val="44546A">
                    <a:lumMod val="90000"/>
                    <a:lumOff val="10000"/>
                  </a:srgbClr>
                </a:solidFill>
              </a:rPr>
              <a:t>: </a:t>
            </a:r>
            <a:r>
              <a:rPr lang="en-US" sz="2800" b="1" noProof="1" smtClean="0">
                <a:solidFill>
                  <a:srgbClr val="FF0000"/>
                </a:solidFill>
              </a:rPr>
              <a:t>28; </a:t>
            </a:r>
            <a:r>
              <a:rPr lang="en-US" sz="2800" b="1" dirty="0">
                <a:solidFill>
                  <a:srgbClr val="44546A">
                    <a:lumMod val="90000"/>
                    <a:lumOff val="10000"/>
                  </a:srgbClr>
                </a:solidFill>
              </a:rPr>
              <a:t>GVCN:</a:t>
            </a:r>
            <a:r>
              <a:rPr lang="en-US" sz="2800" dirty="0">
                <a:solidFill>
                  <a:srgbClr val="44546A">
                    <a:lumMod val="90000"/>
                    <a:lumOff val="10000"/>
                  </a:srgbClr>
                </a:solidFill>
              </a:rPr>
              <a:t> </a:t>
            </a:r>
            <a:r>
              <a:rPr lang="en-US" sz="2800" b="1" dirty="0" err="1" smtClean="0">
                <a:solidFill>
                  <a:srgbClr val="FF0000"/>
                </a:solidFill>
              </a:rPr>
              <a:t>Lâm</a:t>
            </a:r>
            <a:r>
              <a:rPr lang="en-US" sz="2800" b="1" dirty="0" smtClean="0">
                <a:solidFill>
                  <a:srgbClr val="FF0000"/>
                </a:solidFill>
              </a:rPr>
              <a:t> </a:t>
            </a:r>
            <a:r>
              <a:rPr lang="en-US" sz="2800" b="1" dirty="0" err="1" smtClean="0">
                <a:solidFill>
                  <a:srgbClr val="FF0000"/>
                </a:solidFill>
              </a:rPr>
              <a:t>Đức</a:t>
            </a:r>
            <a:r>
              <a:rPr lang="en-US" sz="2800" b="1" dirty="0" smtClean="0">
                <a:solidFill>
                  <a:srgbClr val="FF0000"/>
                </a:solidFill>
              </a:rPr>
              <a:t> </a:t>
            </a:r>
            <a:r>
              <a:rPr lang="en-US" sz="2800" b="1" dirty="0" err="1" smtClean="0">
                <a:solidFill>
                  <a:srgbClr val="FF0000"/>
                </a:solidFill>
              </a:rPr>
              <a:t>Uy</a:t>
            </a:r>
            <a:endParaRPr lang="en-US" sz="2800" b="1" dirty="0">
              <a:solidFill>
                <a:srgbClr val="FF0000"/>
              </a:solidFill>
            </a:endParaRPr>
          </a:p>
          <a:p>
            <a:pPr marL="0" indent="0">
              <a:buNone/>
              <a:defRPr/>
            </a:pPr>
            <a:r>
              <a:rPr lang="en-US" sz="2800" b="1" dirty="0" smtClean="0">
                <a:solidFill>
                  <a:srgbClr val="44546A">
                    <a:lumMod val="90000"/>
                    <a:lumOff val="10000"/>
                  </a:srgbClr>
                </a:solidFill>
              </a:rPr>
              <a:t>    SĐT</a:t>
            </a:r>
            <a:r>
              <a:rPr lang="en-US" sz="2800" b="1" dirty="0">
                <a:solidFill>
                  <a:srgbClr val="44546A">
                    <a:lumMod val="90000"/>
                    <a:lumOff val="10000"/>
                  </a:srgbClr>
                </a:solidFill>
              </a:rPr>
              <a:t>:</a:t>
            </a:r>
            <a:r>
              <a:rPr lang="en-US" sz="2800" dirty="0">
                <a:solidFill>
                  <a:srgbClr val="44546A">
                    <a:lumMod val="90000"/>
                    <a:lumOff val="10000"/>
                  </a:srgbClr>
                </a:solidFill>
              </a:rPr>
              <a:t> </a:t>
            </a:r>
            <a:r>
              <a:rPr lang="en-US" sz="2800" dirty="0" smtClean="0">
                <a:solidFill>
                  <a:srgbClr val="44546A">
                    <a:lumMod val="90000"/>
                    <a:lumOff val="10000"/>
                  </a:srgbClr>
                </a:solidFill>
              </a:rPr>
              <a:t>0977992462; </a:t>
            </a:r>
            <a:r>
              <a:rPr lang="en-US" sz="2800" b="1" dirty="0" err="1" smtClean="0">
                <a:solidFill>
                  <a:srgbClr val="44546A">
                    <a:lumMod val="90000"/>
                    <a:lumOff val="10000"/>
                  </a:srgbClr>
                </a:solidFill>
              </a:rPr>
              <a:t>Email:</a:t>
            </a:r>
            <a:r>
              <a:rPr lang="en-US" sz="2800" dirty="0" err="1" smtClean="0">
                <a:solidFill>
                  <a:srgbClr val="44546A">
                    <a:lumMod val="90000"/>
                    <a:lumOff val="10000"/>
                  </a:srgbClr>
                </a:solidFill>
              </a:rPr>
              <a:t>lđuy@ttgdqp.edu.vn</a:t>
            </a:r>
            <a:endParaRPr lang="en-US" sz="2800" dirty="0">
              <a:solidFill>
                <a:srgbClr val="44546A">
                  <a:lumMod val="90000"/>
                  <a:lumOff val="10000"/>
                </a:srgbClr>
              </a:solidFill>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tabLst/>
              <a:defRPr/>
            </a:pPr>
            <a:r>
              <a:rPr lang="en-US" sz="2800" b="1" dirty="0" smtClean="0">
                <a:solidFill>
                  <a:srgbClr val="44546A">
                    <a:lumMod val="90000"/>
                    <a:lumOff val="10000"/>
                  </a:srgbClr>
                </a:solidFill>
                <a:latin typeface="Arial"/>
              </a:rPr>
              <a:t>SV </a:t>
            </a:r>
            <a:r>
              <a:rPr lang="en-US" sz="2800" b="1" dirty="0" err="1">
                <a:solidFill>
                  <a:srgbClr val="44546A">
                    <a:lumMod val="90000"/>
                    <a:lumOff val="10000"/>
                  </a:srgbClr>
                </a:solidFill>
                <a:latin typeface="Arial"/>
              </a:rPr>
              <a:t>đăng</a:t>
            </a:r>
            <a:r>
              <a:rPr lang="en-US" sz="2800" b="1" dirty="0">
                <a:solidFill>
                  <a:srgbClr val="44546A">
                    <a:lumMod val="90000"/>
                    <a:lumOff val="10000"/>
                  </a:srgbClr>
                </a:solidFill>
                <a:latin typeface="Arial"/>
              </a:rPr>
              <a:t> </a:t>
            </a:r>
            <a:r>
              <a:rPr lang="en-US" sz="2800" b="1" dirty="0" err="1">
                <a:solidFill>
                  <a:srgbClr val="44546A">
                    <a:lumMod val="90000"/>
                    <a:lumOff val="10000"/>
                  </a:srgbClr>
                </a:solidFill>
                <a:latin typeface="Arial"/>
              </a:rPr>
              <a:t>nhập</a:t>
            </a:r>
            <a:r>
              <a:rPr lang="en-US" sz="2800" b="1" dirty="0">
                <a:solidFill>
                  <a:srgbClr val="44546A">
                    <a:lumMod val="90000"/>
                    <a:lumOff val="10000"/>
                  </a:srgbClr>
                </a:solidFill>
                <a:latin typeface="Arial"/>
              </a:rPr>
              <a:t>: </a:t>
            </a:r>
          </a:p>
          <a:p>
            <a:pPr marL="0" marR="0" lvl="0" indent="0" algn="l" defTabSz="914400" rtl="0" eaLnBrk="1" fontAlgn="auto" latinLnBrk="0" hangingPunct="1">
              <a:lnSpc>
                <a:spcPct val="100000"/>
              </a:lnSpc>
              <a:spcBef>
                <a:spcPct val="20000"/>
              </a:spcBef>
              <a:spcAft>
                <a:spcPts val="0"/>
              </a:spcAft>
              <a:buClrTx/>
              <a:buSzTx/>
              <a:buNone/>
              <a:tabLst/>
              <a:defRPr/>
            </a:pPr>
            <a:r>
              <a:rPr lang="en-US" sz="2800" b="1" dirty="0">
                <a:solidFill>
                  <a:srgbClr val="FF0000"/>
                </a:solidFill>
                <a:latin typeface="Arial"/>
              </a:rPr>
              <a:t>c06-STT-Họ </a:t>
            </a:r>
            <a:r>
              <a:rPr lang="en-US" sz="2800" b="1" dirty="0" err="1">
                <a:solidFill>
                  <a:srgbClr val="FF0000"/>
                </a:solidFill>
                <a:latin typeface="Arial"/>
              </a:rPr>
              <a:t>và</a:t>
            </a:r>
            <a:r>
              <a:rPr lang="en-US" sz="2800" b="1" dirty="0">
                <a:solidFill>
                  <a:srgbClr val="FF0000"/>
                </a:solidFill>
                <a:latin typeface="Arial"/>
              </a:rPr>
              <a:t> </a:t>
            </a:r>
            <a:r>
              <a:rPr lang="en-US" sz="2800" b="1" dirty="0" err="1">
                <a:solidFill>
                  <a:srgbClr val="FF0000"/>
                </a:solidFill>
                <a:latin typeface="Arial"/>
              </a:rPr>
              <a:t>tên</a:t>
            </a:r>
            <a:r>
              <a:rPr lang="en-US" sz="2800" b="1" dirty="0">
                <a:solidFill>
                  <a:srgbClr val="FF0000"/>
                </a:solidFill>
                <a:latin typeface="Arial"/>
              </a:rPr>
              <a:t>-a-MSSV</a:t>
            </a:r>
          </a:p>
          <a:p>
            <a:pPr marL="0" marR="0" lvl="0" indent="0" algn="l" defTabSz="914400" rtl="0" eaLnBrk="1" fontAlgn="auto" latinLnBrk="0" hangingPunct="1">
              <a:lnSpc>
                <a:spcPct val="100000"/>
              </a:lnSpc>
              <a:spcBef>
                <a:spcPct val="20000"/>
              </a:spcBef>
              <a:spcAft>
                <a:spcPts val="0"/>
              </a:spcAft>
              <a:buClrTx/>
              <a:buSzTx/>
              <a:buNone/>
              <a:tabLst/>
              <a:defRPr/>
            </a:pPr>
            <a:r>
              <a:rPr lang="en-US" sz="2800" b="1" dirty="0">
                <a:solidFill>
                  <a:srgbClr val="FF0000"/>
                </a:solidFill>
                <a:latin typeface="Arial"/>
              </a:rPr>
              <a:t>VD: </a:t>
            </a:r>
            <a:r>
              <a:rPr lang="en-US" sz="2800" b="1" dirty="0" smtClean="0">
                <a:solidFill>
                  <a:srgbClr val="FF0000"/>
                </a:solidFill>
                <a:latin typeface="Arial"/>
              </a:rPr>
              <a:t>c01-001-Nguyễn </a:t>
            </a:r>
            <a:r>
              <a:rPr lang="en-US" sz="2800" b="1" dirty="0" err="1">
                <a:solidFill>
                  <a:srgbClr val="FF0000"/>
                </a:solidFill>
                <a:latin typeface="Arial"/>
              </a:rPr>
              <a:t>Trần</a:t>
            </a:r>
            <a:r>
              <a:rPr lang="en-US" sz="2800" b="1" dirty="0">
                <a:solidFill>
                  <a:srgbClr val="FF0000"/>
                </a:solidFill>
                <a:latin typeface="Arial"/>
              </a:rPr>
              <a:t> </a:t>
            </a:r>
            <a:r>
              <a:rPr lang="en-US" sz="2800" b="1" dirty="0" err="1">
                <a:solidFill>
                  <a:srgbClr val="FF0000"/>
                </a:solidFill>
                <a:latin typeface="Arial"/>
              </a:rPr>
              <a:t>Việt</a:t>
            </a:r>
            <a:r>
              <a:rPr lang="en-US" sz="2800" b="1" dirty="0">
                <a:solidFill>
                  <a:srgbClr val="FF0000"/>
                </a:solidFill>
                <a:latin typeface="Arial"/>
              </a:rPr>
              <a:t> Anh-a01-21520006</a:t>
            </a:r>
          </a:p>
          <a:p>
            <a:pPr marL="0" marR="0" lvl="0" indent="0" algn="l" defTabSz="914400" rtl="0" eaLnBrk="1" fontAlgn="auto" latinLnBrk="0" hangingPunct="1">
              <a:lnSpc>
                <a:spcPct val="100000"/>
              </a:lnSpc>
              <a:spcBef>
                <a:spcPct val="20000"/>
              </a:spcBef>
              <a:spcAft>
                <a:spcPts val="0"/>
              </a:spcAft>
              <a:buClrTx/>
              <a:buSzTx/>
              <a:buNone/>
              <a:tabLst/>
              <a:defRPr/>
            </a:pPr>
            <a:endParaRPr lang="en-US" sz="2800" b="1" dirty="0">
              <a:solidFill>
                <a:srgbClr val="FF0000"/>
              </a:solidFill>
              <a:latin typeface="Arial"/>
            </a:endParaRPr>
          </a:p>
          <a:p>
            <a:pPr marL="0" marR="0" lvl="0" indent="0" algn="l" defTabSz="914400" rtl="0" eaLnBrk="1" fontAlgn="auto" latinLnBrk="0" hangingPunct="1">
              <a:lnSpc>
                <a:spcPct val="100000"/>
              </a:lnSpc>
              <a:spcBef>
                <a:spcPct val="20000"/>
              </a:spcBef>
              <a:spcAft>
                <a:spcPts val="0"/>
              </a:spcAft>
              <a:buClrTx/>
              <a:buSzTx/>
              <a:buNone/>
              <a:tabLst/>
              <a:defRPr/>
            </a:pPr>
            <a:endParaRPr lang="en-US" sz="2800" b="1" dirty="0">
              <a:solidFill>
                <a:srgbClr val="FF0000"/>
              </a:solidFill>
              <a:latin typeface="Arial"/>
            </a:endParaRPr>
          </a:p>
          <a:p>
            <a:pPr marL="0" marR="0" lvl="0" indent="0" algn="l" defTabSz="914400" rtl="0" eaLnBrk="1" fontAlgn="auto" latinLnBrk="0" hangingPunct="1">
              <a:lnSpc>
                <a:spcPct val="100000"/>
              </a:lnSpc>
              <a:spcBef>
                <a:spcPct val="20000"/>
              </a:spcBef>
              <a:spcAft>
                <a:spcPts val="0"/>
              </a:spcAft>
              <a:buClrTx/>
              <a:buSzTx/>
              <a:buNone/>
              <a:tabLst/>
              <a:defRPr/>
            </a:pPr>
            <a:endParaRPr kumimoji="0" lang="en-US" sz="2800" b="1" i="0" u="none" strike="noStrike" kern="1200" cap="none" spc="0" normalizeH="0" baseline="0" noProof="0" dirty="0">
              <a:ln>
                <a:noFill/>
              </a:ln>
              <a:solidFill>
                <a:srgbClr val="FF0000"/>
              </a:solidFill>
              <a:effectLst/>
              <a:uLnTx/>
              <a:uFillTx/>
              <a:latin typeface="Arial"/>
              <a:ea typeface="+mn-ea"/>
              <a:cs typeface="+mn-cs"/>
            </a:endParaRPr>
          </a:p>
        </p:txBody>
      </p:sp>
      <p:sp>
        <p:nvSpPr>
          <p:cNvPr id="9" name="Rectangle 8"/>
          <p:cNvSpPr/>
          <p:nvPr/>
        </p:nvSpPr>
        <p:spPr>
          <a:xfrm>
            <a:off x="584461" y="5911153"/>
            <a:ext cx="6498895"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2400" dirty="0" err="1">
                <a:solidFill>
                  <a:srgbClr val="44546A">
                    <a:lumMod val="90000"/>
                    <a:lumOff val="10000"/>
                  </a:srgbClr>
                </a:solidFill>
                <a:latin typeface="Arial"/>
              </a:rPr>
              <a:t>Thời</a:t>
            </a:r>
            <a:r>
              <a:rPr lang="en-GB" sz="2400" dirty="0">
                <a:solidFill>
                  <a:srgbClr val="44546A">
                    <a:lumMod val="90000"/>
                    <a:lumOff val="10000"/>
                  </a:srgbClr>
                </a:solidFill>
                <a:latin typeface="Arial"/>
              </a:rPr>
              <a:t> </a:t>
            </a:r>
            <a:r>
              <a:rPr lang="en-GB" sz="2400" dirty="0" err="1">
                <a:solidFill>
                  <a:srgbClr val="44546A">
                    <a:lumMod val="90000"/>
                    <a:lumOff val="10000"/>
                  </a:srgbClr>
                </a:solidFill>
                <a:latin typeface="Arial"/>
              </a:rPr>
              <a:t>gian</a:t>
            </a:r>
            <a:r>
              <a:rPr kumimoji="0" lang="en-GB" sz="24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kumimoji="0" lang="en-GB" sz="2400" b="0" i="0" u="none" strike="noStrike" kern="1200" cap="none" spc="0" normalizeH="0" baseline="0" noProof="0" dirty="0" err="1">
                <a:ln>
                  <a:noFill/>
                </a:ln>
                <a:solidFill>
                  <a:srgbClr val="44546A">
                    <a:lumMod val="90000"/>
                    <a:lumOff val="10000"/>
                  </a:srgbClr>
                </a:solidFill>
                <a:effectLst/>
                <a:uLnTx/>
                <a:uFillTx/>
                <a:latin typeface="Arial"/>
                <a:ea typeface="+mn-ea"/>
                <a:cs typeface="+mn-cs"/>
              </a:rPr>
              <a:t>bắt</a:t>
            </a:r>
            <a:r>
              <a:rPr kumimoji="0" lang="en-GB" sz="24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kumimoji="0" lang="en-GB" sz="2400" b="0" i="0" u="none" strike="noStrike" kern="1200" cap="none" spc="0" normalizeH="0" baseline="0" noProof="0" dirty="0" err="1">
                <a:ln>
                  <a:noFill/>
                </a:ln>
                <a:solidFill>
                  <a:srgbClr val="44546A">
                    <a:lumMod val="90000"/>
                    <a:lumOff val="10000"/>
                  </a:srgbClr>
                </a:solidFill>
                <a:effectLst/>
                <a:uLnTx/>
                <a:uFillTx/>
                <a:latin typeface="Arial"/>
                <a:ea typeface="+mn-ea"/>
                <a:cs typeface="+mn-cs"/>
              </a:rPr>
              <a:t>đầu</a:t>
            </a:r>
            <a:r>
              <a:rPr kumimoji="0" lang="en-GB" sz="24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kumimoji="0" lang="en-GB" sz="2400" b="0" i="0" u="none" strike="noStrike" kern="1200" cap="none" spc="0" normalizeH="0" baseline="0" noProof="0" dirty="0" err="1">
                <a:ln>
                  <a:noFill/>
                </a:ln>
                <a:solidFill>
                  <a:srgbClr val="44546A">
                    <a:lumMod val="90000"/>
                    <a:lumOff val="10000"/>
                  </a:srgbClr>
                </a:solidFill>
                <a:effectLst/>
                <a:uLnTx/>
                <a:uFillTx/>
                <a:latin typeface="Arial"/>
                <a:ea typeface="+mn-ea"/>
                <a:cs typeface="+mn-cs"/>
              </a:rPr>
              <a:t>lúc</a:t>
            </a:r>
            <a:r>
              <a:rPr kumimoji="0" lang="en-GB" sz="24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lang="en-GB" sz="2400" b="1" noProof="0" dirty="0" smtClean="0">
                <a:solidFill>
                  <a:srgbClr val="FF0000"/>
                </a:solidFill>
                <a:latin typeface="Arial"/>
              </a:rPr>
              <a:t>14</a:t>
            </a:r>
            <a:r>
              <a:rPr kumimoji="0" lang="en-GB" sz="2400" b="1" i="0" u="none" strike="noStrike" kern="1200" cap="none" spc="0" normalizeH="0" baseline="0" noProof="0" dirty="0" smtClean="0">
                <a:ln>
                  <a:noFill/>
                </a:ln>
                <a:solidFill>
                  <a:srgbClr val="FF0000"/>
                </a:solidFill>
                <a:effectLst/>
                <a:uLnTx/>
                <a:uFillTx/>
                <a:latin typeface="Arial"/>
                <a:ea typeface="+mn-ea"/>
                <a:cs typeface="+mn-cs"/>
              </a:rPr>
              <a:t>h00</a:t>
            </a:r>
            <a:r>
              <a:rPr kumimoji="0" lang="en-GB" sz="24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kumimoji="0" lang="en-GB" sz="2400" b="0" i="0" u="none" strike="noStrike" kern="1200" cap="none" spc="0" normalizeH="0" baseline="0" noProof="0" dirty="0" err="1">
                <a:ln>
                  <a:noFill/>
                </a:ln>
                <a:solidFill>
                  <a:srgbClr val="44546A">
                    <a:lumMod val="90000"/>
                    <a:lumOff val="10000"/>
                  </a:srgbClr>
                </a:solidFill>
                <a:effectLst/>
                <a:uLnTx/>
                <a:uFillTx/>
                <a:latin typeface="Arial"/>
                <a:ea typeface="+mn-ea"/>
                <a:cs typeface="+mn-cs"/>
              </a:rPr>
              <a:t>ngày</a:t>
            </a:r>
            <a:r>
              <a:rPr kumimoji="0" lang="en-GB" sz="2400" b="0" i="0" u="none" strike="noStrike" kern="1200" cap="none" spc="0" normalizeH="0" baseline="0" noProof="0" dirty="0">
                <a:ln>
                  <a:noFill/>
                </a:ln>
                <a:solidFill>
                  <a:srgbClr val="44546A">
                    <a:lumMod val="90000"/>
                    <a:lumOff val="10000"/>
                  </a:srgbClr>
                </a:solidFill>
                <a:effectLst/>
                <a:uLnTx/>
                <a:uFillTx/>
                <a:latin typeface="Arial"/>
                <a:ea typeface="+mn-ea"/>
                <a:cs typeface="+mn-cs"/>
              </a:rPr>
              <a:t> </a:t>
            </a:r>
            <a:r>
              <a:rPr lang="en-GB" sz="2400" b="1" dirty="0" smtClean="0">
                <a:solidFill>
                  <a:srgbClr val="FF0000"/>
                </a:solidFill>
                <a:latin typeface="Arial"/>
              </a:rPr>
              <a:t>07</a:t>
            </a:r>
            <a:r>
              <a:rPr kumimoji="0" lang="en-GB" sz="2400" b="1" i="0" u="none" strike="noStrike" kern="1200" cap="none" spc="0" normalizeH="0" baseline="0" noProof="0" dirty="0" smtClean="0">
                <a:ln>
                  <a:noFill/>
                </a:ln>
                <a:solidFill>
                  <a:srgbClr val="FF0000"/>
                </a:solidFill>
                <a:effectLst/>
                <a:uLnTx/>
                <a:uFillTx/>
                <a:latin typeface="Arial"/>
                <a:ea typeface="+mn-ea"/>
                <a:cs typeface="+mn-cs"/>
              </a:rPr>
              <a:t>/11/2022</a:t>
            </a:r>
            <a:endParaRPr kumimoji="0" lang="en-GB" sz="2400" b="1" i="0" u="none" strike="noStrike" kern="1200" cap="none" spc="0" normalizeH="0" baseline="0" noProof="0" dirty="0">
              <a:ln>
                <a:noFill/>
              </a:ln>
              <a:solidFill>
                <a:srgbClr val="FF0000"/>
              </a:solidFill>
              <a:effectLst/>
              <a:uLnTx/>
              <a:uFillTx/>
              <a:latin typeface="Arial"/>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465827" y="731520"/>
            <a:ext cx="11076316" cy="45262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 indent="0" algn="just">
              <a:lnSpc>
                <a:spcPct val="150000"/>
              </a:lnSpc>
              <a:buFont typeface="Arial" panose="020B0604020202020204" pitchFamily="34" charset="0"/>
              <a:buNone/>
            </a:pPr>
            <a:r>
              <a:rPr lang="en-US" sz="2400" b="1" dirty="0" err="1" smtClean="0">
                <a:solidFill>
                  <a:srgbClr val="FF0000"/>
                </a:solidFill>
                <a:latin typeface="Arial" pitchFamily="34" charset="0"/>
                <a:cs typeface="Arial" pitchFamily="34" charset="0"/>
              </a:rPr>
              <a:t>Mục</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đích</a:t>
            </a:r>
            <a:r>
              <a:rPr lang="en-US" dirty="0" smtClean="0">
                <a:latin typeface="Arial" pitchFamily="34" charset="0"/>
                <a:cs typeface="Arial" pitchFamily="34" charset="0"/>
              </a:rPr>
              <a:t>	</a:t>
            </a:r>
          </a:p>
          <a:p>
            <a:pPr marL="45720" indent="0" algn="just">
              <a:lnSpc>
                <a:spcPct val="150000"/>
              </a:lnSpc>
              <a:buFont typeface="Arial" panose="020B0604020202020204" pitchFamily="34" charset="0"/>
              <a:buNone/>
            </a:pPr>
            <a:r>
              <a:rPr lang="en-US" sz="1600" b="1" dirty="0" err="1" smtClean="0">
                <a:latin typeface="Arial" pitchFamily="34" charset="0"/>
                <a:cs typeface="Arial" pitchFamily="34" charset="0"/>
              </a:rPr>
              <a:t>Nhằm</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giúp</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cho</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các</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em</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sinh</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viên</a:t>
            </a:r>
            <a:r>
              <a:rPr lang="en-US" sz="1600" b="1" dirty="0" smtClean="0">
                <a:latin typeface="Arial" pitchFamily="34" charset="0"/>
                <a:cs typeface="Arial" pitchFamily="34" charset="0"/>
              </a:rPr>
              <a:t> </a:t>
            </a:r>
            <a:r>
              <a:rPr lang="en-US" sz="1600" b="1" dirty="0" err="1" smtClean="0">
                <a:latin typeface="Arial" pitchFamily="34" charset="0"/>
                <a:cs typeface="Arial" pitchFamily="34" charset="0"/>
              </a:rPr>
              <a:t>nắm</a:t>
            </a:r>
            <a:r>
              <a:rPr lang="en-US" sz="1600" b="1" dirty="0" smtClean="0">
                <a:latin typeface="Arial" pitchFamily="34" charset="0"/>
                <a:cs typeface="Arial" pitchFamily="34" charset="0"/>
              </a:rPr>
              <a:t>:</a:t>
            </a:r>
          </a:p>
          <a:p>
            <a:pPr algn="just">
              <a:lnSpc>
                <a:spcPct val="150000"/>
              </a:lnSpc>
              <a:buFont typeface="Wingdings" pitchFamily="2" charset="2"/>
              <a:buChar char="ü"/>
            </a:pPr>
            <a:r>
              <a:rPr lang="en-US" sz="2000" dirty="0" err="1" smtClean="0">
                <a:latin typeface="Arial" pitchFamily="34" charset="0"/>
                <a:cs typeface="Arial" pitchFamily="34" charset="0"/>
              </a:rPr>
              <a:t>Quy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định</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của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Trung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tâm</a:t>
            </a:r>
            <a:r>
              <a:rPr lang="en-US" sz="2000" dirty="0" smtClean="0">
                <a:latin typeface="Arial" pitchFamily="34" charset="0"/>
                <a:cs typeface="Arial" pitchFamily="34" charset="0"/>
              </a:rPr>
              <a:t> GDQPAN</a:t>
            </a:r>
          </a:p>
          <a:p>
            <a:pPr algn="just">
              <a:lnSpc>
                <a:spcPct val="150000"/>
              </a:lnSpc>
              <a:buFont typeface="Wingdings" pitchFamily="2" charset="2"/>
              <a:buChar char="ü"/>
            </a:pPr>
            <a:r>
              <a:rPr lang="en-US" sz="2000" dirty="0" err="1" smtClean="0">
                <a:latin typeface="Arial" pitchFamily="34" charset="0"/>
                <a:cs typeface="Arial" pitchFamily="34" charset="0"/>
              </a:rPr>
              <a:t>Biết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rõ</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phiên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hiệu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đại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đội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tiểu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đội</a:t>
            </a:r>
            <a:r>
              <a:rPr lang="en-US" sz="2000" dirty="0" smtClean="0">
                <a:latin typeface="Arial" pitchFamily="34" charset="0"/>
                <a:cs typeface="Arial" pitchFamily="34" charset="0"/>
              </a:rPr>
              <a:t>.</a:t>
            </a:r>
          </a:p>
          <a:p>
            <a:pPr algn="just">
              <a:lnSpc>
                <a:spcPct val="150000"/>
              </a:lnSpc>
              <a:buFont typeface="Wingdings" pitchFamily="2" charset="2"/>
              <a:buChar char="ü"/>
            </a:pPr>
            <a:r>
              <a:rPr lang="en-US" sz="2000" dirty="0" err="1" smtClean="0">
                <a:latin typeface="Arial" pitchFamily="34" charset="0"/>
                <a:cs typeface="Arial" pitchFamily="34" charset="0"/>
              </a:rPr>
              <a:t>Giáo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viên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chủ</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nhiệm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của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lớp</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học</a:t>
            </a:r>
            <a:r>
              <a:rPr lang="en-US" sz="2000" dirty="0" smtClean="0">
                <a:latin typeface="Arial" pitchFamily="34" charset="0"/>
                <a:cs typeface="Arial" pitchFamily="34" charset="0"/>
              </a:rPr>
              <a:t>.</a:t>
            </a:r>
          </a:p>
          <a:p>
            <a:pPr algn="just">
              <a:lnSpc>
                <a:spcPct val="150000"/>
              </a:lnSpc>
              <a:buFont typeface="Wingdings" pitchFamily="2" charset="2"/>
              <a:buChar char="ü"/>
            </a:pPr>
            <a:r>
              <a:rPr lang="en-US" sz="2000" dirty="0" err="1" smtClean="0">
                <a:latin typeface="Arial" pitchFamily="34" charset="0"/>
                <a:cs typeface="Arial" pitchFamily="34" charset="0"/>
              </a:rPr>
              <a:t>Tạo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điều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kiện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thuận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lợi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các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em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sinh</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viên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học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tập</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trực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tuyến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môn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học</a:t>
            </a:r>
            <a:r>
              <a:rPr lang="en-US" sz="2000" dirty="0" smtClean="0">
                <a:latin typeface="Arial" pitchFamily="34" charset="0"/>
                <a:cs typeface="Arial" pitchFamily="34" charset="0"/>
              </a:rPr>
              <a:t> GDQPAN.</a:t>
            </a:r>
          </a:p>
          <a:p>
            <a:pPr marL="0" indent="0" algn="just">
              <a:lnSpc>
                <a:spcPct val="150000"/>
              </a:lnSpc>
              <a:buNone/>
            </a:pPr>
            <a:r>
              <a:rPr lang="en-US" sz="2000" dirty="0" smtClean="0">
                <a:latin typeface="Arial" pitchFamily="34" charset="0"/>
                <a:cs typeface="Arial" pitchFamily="34" charset="0"/>
              </a:rPr>
              <a:t>.</a:t>
            </a:r>
            <a:endParaRPr lang="en-SG" sz="2000" dirty="0">
              <a:latin typeface="Arial" pitchFamily="34" charset="0"/>
              <a:cs typeface="Arial" pitchFamily="34" charset="0"/>
            </a:endParaRPr>
          </a:p>
        </p:txBody>
      </p:sp>
    </p:spTree>
    <p:extLst>
      <p:ext uri="{BB962C8B-B14F-4D97-AF65-F5344CB8AC3E}">
        <p14:creationId xmlns:p14="http://schemas.microsoft.com/office/powerpoint/2010/main" val="124292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barn(inVertical)">
                                      <p:cBhvr>
                                        <p:cTn id="13" dur="500"/>
                                        <p:tgtEl>
                                          <p:spTgt spid="2">
                                            <p:txEl>
                                              <p:pRg st="1" end="1"/>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barn(inVertical)">
                                      <p:cBhvr>
                                        <p:cTn id="16" dur="500"/>
                                        <p:tgtEl>
                                          <p:spTgt spid="2">
                                            <p:txEl>
                                              <p:pRg st="2" end="2"/>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barn(inVertical)">
                                      <p:cBhvr>
                                        <p:cTn id="19" dur="500"/>
                                        <p:tgtEl>
                                          <p:spTgt spid="2">
                                            <p:txEl>
                                              <p:pRg st="3" end="3"/>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barn(inVertical)">
                                      <p:cBhvr>
                                        <p:cTn id="22" dur="500"/>
                                        <p:tgtEl>
                                          <p:spTgt spid="2">
                                            <p:txEl>
                                              <p:pRg st="4" end="4"/>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barn(inVertical)">
                                      <p:cBhvr>
                                        <p:cTn id="25" dur="500"/>
                                        <p:tgtEl>
                                          <p:spTgt spid="2">
                                            <p:txEl>
                                              <p:pRg st="5" end="5"/>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barn(inVertical)">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1539815" y="731520"/>
            <a:ext cx="8208034" cy="41198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 indent="0">
              <a:buFont typeface="Arial" panose="020B0604020202020204" pitchFamily="34" charset="0"/>
              <a:buNone/>
            </a:pPr>
            <a:endParaRPr lang="en-US" sz="2400" b="1" dirty="0" smtClean="0">
              <a:solidFill>
                <a:srgbClr val="FF0000"/>
              </a:solidFill>
              <a:latin typeface="Arial" pitchFamily="34" charset="0"/>
              <a:cs typeface="Arial" pitchFamily="34" charset="0"/>
            </a:endParaRPr>
          </a:p>
          <a:p>
            <a:pPr marL="45720" indent="0">
              <a:buFont typeface="Arial" panose="020B0604020202020204" pitchFamily="34" charset="0"/>
              <a:buNone/>
            </a:pPr>
            <a:r>
              <a:rPr lang="en-US" sz="2400" b="1" dirty="0" err="1" smtClean="0">
                <a:solidFill>
                  <a:srgbClr val="FF0000"/>
                </a:solidFill>
                <a:latin typeface="Arial" pitchFamily="34" charset="0"/>
                <a:cs typeface="Arial" pitchFamily="34" charset="0"/>
              </a:rPr>
              <a:t>Yêu</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cầu</a:t>
            </a:r>
            <a:r>
              <a:rPr lang="en-US" sz="2400" dirty="0" smtClean="0">
                <a:solidFill>
                  <a:srgbClr val="FF0000"/>
                </a:solidFill>
                <a:latin typeface="Arial" pitchFamily="34" charset="0"/>
                <a:cs typeface="Arial" pitchFamily="34" charset="0"/>
              </a:rPr>
              <a:t> </a:t>
            </a:r>
          </a:p>
          <a:p>
            <a:pPr algn="just">
              <a:lnSpc>
                <a:spcPct val="150000"/>
              </a:lnSpc>
            </a:pPr>
            <a:endParaRPr lang="en-US" sz="1400" dirty="0" smtClean="0">
              <a:latin typeface="Arial" pitchFamily="34" charset="0"/>
              <a:cs typeface="Arial" pitchFamily="34" charset="0"/>
            </a:endParaRPr>
          </a:p>
          <a:p>
            <a:pPr algn="just">
              <a:lnSpc>
                <a:spcPct val="150000"/>
              </a:lnSpc>
            </a:pPr>
            <a:r>
              <a:rPr lang="en-US" sz="2000" dirty="0" err="1" smtClean="0">
                <a:latin typeface="Arial" pitchFamily="34" charset="0"/>
                <a:cs typeface="Arial" pitchFamily="34" charset="0"/>
              </a:rPr>
              <a:t>Biết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giáo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viên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chủ</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nhiệm</a:t>
            </a:r>
            <a:r>
              <a:rPr lang="en-US" sz="2000" dirty="0" smtClean="0">
                <a:latin typeface="Arial" pitchFamily="34" charset="0"/>
                <a:cs typeface="Arial" pitchFamily="34" charset="0"/>
              </a:rPr>
              <a:t>. </a:t>
            </a:r>
          </a:p>
          <a:p>
            <a:pPr algn="just">
              <a:lnSpc>
                <a:spcPct val="150000"/>
              </a:lnSpc>
            </a:pPr>
            <a:r>
              <a:rPr lang="en-US" sz="2000" dirty="0" err="1" smtClean="0">
                <a:latin typeface="Arial" pitchFamily="34" charset="0"/>
                <a:cs typeface="Arial" pitchFamily="34" charset="0"/>
              </a:rPr>
              <a:t>Nắm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rõ</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phiên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hiệu</a:t>
            </a:r>
            <a:r>
              <a:rPr lang="en-US" sz="2000" dirty="0" smtClean="0">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tiểu</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đội</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đại</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đội</a:t>
            </a:r>
            <a:r>
              <a:rPr lang="en-US" sz="2000" b="1" dirty="0" smtClean="0">
                <a:solidFill>
                  <a:srgbClr val="FF0000"/>
                </a:solidFill>
                <a:latin typeface="Arial" pitchFamily="34" charset="0"/>
                <a:cs typeface="Arial" pitchFamily="34" charset="0"/>
              </a:rPr>
              <a:t> </a:t>
            </a:r>
            <a:r>
              <a:rPr lang="en-US" sz="2000" dirty="0" err="1" smtClean="0">
                <a:latin typeface="Arial" pitchFamily="34" charset="0"/>
                <a:cs typeface="Arial" pitchFamily="34" charset="0"/>
              </a:rPr>
              <a:t>của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mình</a:t>
            </a:r>
            <a:r>
              <a:rPr lang="en-US" sz="2000" dirty="0" smtClean="0">
                <a:latin typeface="Arial" pitchFamily="34" charset="0"/>
                <a:cs typeface="Arial" pitchFamily="34" charset="0"/>
              </a:rPr>
              <a:t>. </a:t>
            </a:r>
          </a:p>
          <a:p>
            <a:pPr algn="just">
              <a:lnSpc>
                <a:spcPct val="150000"/>
              </a:lnSpc>
            </a:pPr>
            <a:r>
              <a:rPr lang="en-US" sz="2000" dirty="0" err="1" smtClean="0">
                <a:latin typeface="Arial" pitchFamily="34" charset="0"/>
                <a:cs typeface="Arial" pitchFamily="34" charset="0"/>
              </a:rPr>
              <a:t>Nắm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chắc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các</a:t>
            </a:r>
            <a:r>
              <a:rPr lang="en-US" sz="2000" dirty="0" smtClean="0">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quy</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định</a:t>
            </a:r>
            <a:r>
              <a:rPr lang="en-US" sz="2000" b="1" dirty="0" smtClean="0">
                <a:solidFill>
                  <a:srgbClr val="FF0000"/>
                </a:solidFill>
                <a:latin typeface="Arial" pitchFamily="34" charset="0"/>
                <a:cs typeface="Arial" pitchFamily="34" charset="0"/>
              </a:rPr>
              <a:t> </a:t>
            </a:r>
            <a:r>
              <a:rPr lang="en-US" sz="2000" dirty="0" err="1" smtClean="0">
                <a:latin typeface="Arial" pitchFamily="34" charset="0"/>
                <a:cs typeface="Arial" pitchFamily="34" charset="0"/>
              </a:rPr>
              <a:t>của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Trung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tâm</a:t>
            </a:r>
            <a:r>
              <a:rPr lang="en-US" sz="2000" dirty="0" smtClean="0">
                <a:latin typeface="Arial" pitchFamily="34" charset="0"/>
                <a:cs typeface="Arial" pitchFamily="34" charset="0"/>
              </a:rPr>
              <a:t> GDQP&amp;AN. </a:t>
            </a:r>
          </a:p>
          <a:p>
            <a:pPr algn="just">
              <a:lnSpc>
                <a:spcPct val="150000"/>
              </a:lnSpc>
            </a:pPr>
            <a:r>
              <a:rPr lang="en-US" sz="2000" dirty="0" err="1" smtClean="0">
                <a:latin typeface="Arial" pitchFamily="34" charset="0"/>
                <a:cs typeface="Arial" pitchFamily="34" charset="0"/>
              </a:rPr>
              <a:t>Chấp</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hành</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nghiêm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các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quy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định</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tham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gia</a:t>
            </a:r>
            <a:r>
              <a:rPr lang="en-US" sz="2000" dirty="0" smtClean="0">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học</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tập</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trực</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tuyến</a:t>
            </a:r>
            <a:r>
              <a:rPr lang="en-US" sz="1600" b="1" dirty="0" smtClean="0">
                <a:solidFill>
                  <a:srgbClr val="FF0000"/>
                </a:solidFill>
                <a:latin typeface="Arial" pitchFamily="34" charset="0"/>
                <a:cs typeface="Arial" pitchFamily="34" charset="0"/>
              </a:rPr>
              <a:t>.</a:t>
            </a:r>
            <a:endParaRPr lang="en-SG" sz="16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424895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fade">
                                      <p:cBhvr>
                                        <p:cTn id="13" dur="1000"/>
                                        <p:tgtEl>
                                          <p:spTgt spid="2">
                                            <p:txEl>
                                              <p:pRg st="3" end="3"/>
                                            </p:txEl>
                                          </p:spTgt>
                                        </p:tgtEl>
                                      </p:cBhvr>
                                    </p:animEffect>
                                    <p:anim calcmode="lin" valueType="num">
                                      <p:cBhvr>
                                        <p:cTn id="14"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fade">
                                      <p:cBhvr>
                                        <p:cTn id="18" dur="1000"/>
                                        <p:tgtEl>
                                          <p:spTgt spid="2">
                                            <p:txEl>
                                              <p:pRg st="4" end="4"/>
                                            </p:txEl>
                                          </p:spTgt>
                                        </p:tgtEl>
                                      </p:cBhvr>
                                    </p:animEffect>
                                    <p:anim calcmode="lin" valueType="num">
                                      <p:cBhvr>
                                        <p:cTn id="1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0"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1000"/>
                                        <p:tgtEl>
                                          <p:spTgt spid="2">
                                            <p:txEl>
                                              <p:pRg st="5" end="5"/>
                                            </p:txEl>
                                          </p:spTgt>
                                        </p:tgtEl>
                                      </p:cBhvr>
                                    </p:animEffect>
                                    <p:anim calcmode="lin" valueType="num">
                                      <p:cBhvr>
                                        <p:cTn id="24"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5"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inus 5"/>
          <p:cNvSpPr/>
          <p:nvPr/>
        </p:nvSpPr>
        <p:spPr>
          <a:xfrm>
            <a:off x="793630" y="638355"/>
            <a:ext cx="11266098" cy="4399471"/>
          </a:xfrm>
          <a:prstGeom prst="mathMinus">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lvl="0" algn="ctr"/>
            <a:endParaRPr lang="en-US" sz="2000" b="1" dirty="0" smtClean="0">
              <a:solidFill>
                <a:schemeClr val="tx1"/>
              </a:solidFill>
              <a:latin typeface="Arial" pitchFamily="34" charset="0"/>
              <a:cs typeface="Arial" pitchFamily="34" charset="0"/>
            </a:endParaRPr>
          </a:p>
          <a:p>
            <a:pPr lvl="0" algn="ctr"/>
            <a:r>
              <a:rPr lang="vi-VN" sz="2000" b="1" dirty="0" smtClean="0">
                <a:solidFill>
                  <a:schemeClr val="tx1"/>
                </a:solidFill>
                <a:latin typeface="Arial" pitchFamily="34" charset="0"/>
                <a:cs typeface="Arial" pitchFamily="34" charset="0"/>
              </a:rPr>
              <a:t>1</a:t>
            </a:r>
            <a:r>
              <a:rPr lang="en-US" sz="2000" b="1" dirty="0">
                <a:solidFill>
                  <a:schemeClr val="tx1"/>
                </a:solidFill>
                <a:latin typeface="Arial" pitchFamily="34" charset="0"/>
                <a:cs typeface="Arial" pitchFamily="34" charset="0"/>
              </a:rPr>
              <a:t>. TỔ CHỨC BIÊN CHẾ ĐẠI ĐỘI</a:t>
            </a:r>
            <a:endParaRPr lang="en-SG" sz="2000" dirty="0">
              <a:solidFill>
                <a:schemeClr val="tx1"/>
              </a:solidFill>
              <a:latin typeface="Arial" pitchFamily="34" charset="0"/>
              <a:cs typeface="Arial" pitchFamily="34" charset="0"/>
            </a:endParaRPr>
          </a:p>
          <a:p>
            <a:pPr algn="ctr"/>
            <a:endParaRPr lang="en-US" dirty="0"/>
          </a:p>
        </p:txBody>
      </p:sp>
      <p:sp>
        <p:nvSpPr>
          <p:cNvPr id="7" name="Minus 6"/>
          <p:cNvSpPr/>
          <p:nvPr/>
        </p:nvSpPr>
        <p:spPr>
          <a:xfrm>
            <a:off x="793628" y="1932315"/>
            <a:ext cx="11266099" cy="4330459"/>
          </a:xfrm>
          <a:prstGeom prst="mathMinus">
            <a:avLst/>
          </a:prstGeom>
          <a:solidFill>
            <a:srgbClr val="28E06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200000"/>
              </a:lnSpc>
            </a:pPr>
            <a:r>
              <a:rPr lang="vi-VN" sz="2000" b="1" dirty="0">
                <a:solidFill>
                  <a:schemeClr val="tx1"/>
                </a:solidFill>
                <a:latin typeface="Arial" pitchFamily="34" charset="0"/>
                <a:cs typeface="Arial" pitchFamily="34" charset="0"/>
              </a:rPr>
              <a:t>2</a:t>
            </a:r>
            <a:r>
              <a:rPr lang="en-US" sz="2000" b="1" dirty="0">
                <a:solidFill>
                  <a:schemeClr val="tx1"/>
                </a:solidFill>
                <a:latin typeface="Arial" pitchFamily="34" charset="0"/>
                <a:cs typeface="Arial" pitchFamily="34" charset="0"/>
              </a:rPr>
              <a:t>. QUÁN TRIỆT CÁC NỘI QUY, QUY ĐỊNH VỀ HỌC TRỰC TUYẾN</a:t>
            </a:r>
            <a:endParaRPr lang="en-SG" sz="2000" dirty="0">
              <a:solidFill>
                <a:schemeClr val="tx1"/>
              </a:solidFill>
              <a:latin typeface="Arial" pitchFamily="34" charset="0"/>
              <a:cs typeface="Arial" pitchFamily="34" charset="0"/>
            </a:endParaRPr>
          </a:p>
        </p:txBody>
      </p:sp>
      <p:sp>
        <p:nvSpPr>
          <p:cNvPr id="8" name="TextBox 7"/>
          <p:cNvSpPr txBox="1"/>
          <p:nvPr/>
        </p:nvSpPr>
        <p:spPr>
          <a:xfrm>
            <a:off x="2380891" y="1255295"/>
            <a:ext cx="8195094" cy="523220"/>
          </a:xfrm>
          <a:prstGeom prst="rect">
            <a:avLst/>
          </a:prstGeom>
          <a:noFill/>
        </p:spPr>
        <p:txBody>
          <a:bodyPr wrap="square" rtlCol="0">
            <a:spAutoFit/>
          </a:bodyPr>
          <a:lstStyle/>
          <a:p>
            <a:pPr algn="ctr"/>
            <a:r>
              <a:rPr lang="en-US" sz="2800" b="1" dirty="0" smtClean="0">
                <a:solidFill>
                  <a:srgbClr val="FF0000"/>
                </a:solidFill>
              </a:rPr>
              <a:t>NỘI DUNG BIÊN CHẾ</a:t>
            </a:r>
            <a:endParaRPr lang="en-US" sz="2800" b="1" dirty="0">
              <a:solidFill>
                <a:srgbClr val="FF0000"/>
              </a:solidFill>
            </a:endParaRPr>
          </a:p>
        </p:txBody>
      </p:sp>
    </p:spTree>
    <p:extLst>
      <p:ext uri="{BB962C8B-B14F-4D97-AF65-F5344CB8AC3E}">
        <p14:creationId xmlns:p14="http://schemas.microsoft.com/office/powerpoint/2010/main" val="1380426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28136" y="1126212"/>
            <a:ext cx="4572000" cy="707886"/>
          </a:xfrm>
          <a:prstGeom prst="rect">
            <a:avLst/>
          </a:prstGeom>
        </p:spPr>
        <p:txBody>
          <a:bodyPr>
            <a:spAutoFit/>
          </a:bodyPr>
          <a:lstStyle/>
          <a:p>
            <a:pPr lvl="0">
              <a:lnSpc>
                <a:spcPct val="200000"/>
              </a:lnSpc>
            </a:pPr>
            <a:r>
              <a:rPr lang="en-US" sz="2000" b="1" dirty="0" smtClean="0">
                <a:solidFill>
                  <a:srgbClr val="FF0000"/>
                </a:solidFill>
                <a:latin typeface="Arial" pitchFamily="34" charset="0"/>
                <a:cs typeface="Arial" pitchFamily="34" charset="0"/>
              </a:rPr>
              <a:t>I-TỔ CHỨC BIÊN CHẾ ĐẠI ĐỘI</a:t>
            </a:r>
            <a:endParaRPr lang="en-SG" sz="2000" dirty="0">
              <a:solidFill>
                <a:srgbClr val="FF0000"/>
              </a:solidFill>
              <a:latin typeface="Arial" pitchFamily="34" charset="0"/>
              <a:cs typeface="Arial" pitchFamily="34" charset="0"/>
            </a:endParaRPr>
          </a:p>
        </p:txBody>
      </p:sp>
      <p:sp>
        <p:nvSpPr>
          <p:cNvPr id="6" name="Rectangle 5"/>
          <p:cNvSpPr/>
          <p:nvPr/>
        </p:nvSpPr>
        <p:spPr>
          <a:xfrm>
            <a:off x="2225615" y="1834098"/>
            <a:ext cx="8419381" cy="4532196"/>
          </a:xfrm>
          <a:prstGeom prst="rect">
            <a:avLst/>
          </a:prstGeom>
        </p:spPr>
        <p:txBody>
          <a:bodyPr/>
          <a:lstStyle/>
          <a:p>
            <a:pPr lvl="0" rtl="0"/>
            <a:r>
              <a:rPr lang="en-US" sz="2000" b="1" dirty="0" smtClean="0">
                <a:solidFill>
                  <a:srgbClr val="0070C0"/>
                </a:solidFill>
                <a:latin typeface="Arial" pitchFamily="34" charset="0"/>
                <a:cs typeface="Arial" pitchFamily="34" charset="0"/>
              </a:rPr>
              <a:t>ĐẠI ĐỘI</a:t>
            </a:r>
          </a:p>
          <a:p>
            <a:pPr lvl="0" rtl="0">
              <a:lnSpc>
                <a:spcPct val="150000"/>
              </a:lnSpc>
            </a:pPr>
            <a:r>
              <a:rPr lang="en-US" sz="2000" dirty="0" err="1" smtClean="0">
                <a:solidFill>
                  <a:srgbClr val="0070C0"/>
                </a:solidFill>
                <a:latin typeface="Arial" pitchFamily="34" charset="0"/>
                <a:cs typeface="Arial" pitchFamily="34" charset="0"/>
              </a:rPr>
              <a:t>Được</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tổ</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chức</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biên</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chế</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thành</a:t>
            </a:r>
            <a:r>
              <a:rPr lang="en-US" sz="2000" dirty="0" smtClean="0">
                <a:solidFill>
                  <a:srgbClr val="0070C0"/>
                </a:solidFill>
                <a:latin typeface="Arial" pitchFamily="34" charset="0"/>
                <a:cs typeface="Arial" pitchFamily="34" charset="0"/>
              </a:rPr>
              <a:t> </a:t>
            </a:r>
            <a:r>
              <a:rPr lang="en-US" sz="2000" b="1" dirty="0" smtClean="0">
                <a:solidFill>
                  <a:srgbClr val="FF0000"/>
                </a:solidFill>
                <a:latin typeface="Arial" pitchFamily="34" charset="0"/>
                <a:cs typeface="Arial" pitchFamily="34" charset="0"/>
              </a:rPr>
              <a:t>10 </a:t>
            </a:r>
            <a:r>
              <a:rPr lang="en-US" sz="2000" b="1" dirty="0" err="1">
                <a:solidFill>
                  <a:srgbClr val="FF0000"/>
                </a:solidFill>
                <a:latin typeface="Arial" pitchFamily="34" charset="0"/>
                <a:cs typeface="Arial" pitchFamily="34" charset="0"/>
              </a:rPr>
              <a:t>t</a:t>
            </a:r>
            <a:r>
              <a:rPr lang="en-US" sz="2000" b="1" dirty="0" err="1" smtClean="0">
                <a:solidFill>
                  <a:srgbClr val="FF0000"/>
                </a:solidFill>
                <a:latin typeface="Arial" pitchFamily="34" charset="0"/>
                <a:cs typeface="Arial" pitchFamily="34" charset="0"/>
              </a:rPr>
              <a:t>iểu</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đội</a:t>
            </a:r>
            <a:endParaRPr lang="en-US" sz="2000" b="1" dirty="0" smtClean="0">
              <a:solidFill>
                <a:srgbClr val="FF0000"/>
              </a:solidFill>
              <a:latin typeface="Arial" pitchFamily="34" charset="0"/>
              <a:cs typeface="Arial" pitchFamily="34" charset="0"/>
            </a:endParaRPr>
          </a:p>
          <a:p>
            <a:pPr lvl="0" rtl="0">
              <a:lnSpc>
                <a:spcPct val="150000"/>
              </a:lnSpc>
            </a:pPr>
            <a:r>
              <a:rPr lang="en-US" sz="2000" dirty="0" err="1" smtClean="0">
                <a:solidFill>
                  <a:srgbClr val="0070C0"/>
                </a:solidFill>
                <a:latin typeface="Arial" pitchFamily="34" charset="0"/>
                <a:cs typeface="Arial" pitchFamily="34" charset="0"/>
              </a:rPr>
              <a:t>Cán</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bộ</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đại</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đội</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gồm</a:t>
            </a:r>
            <a:r>
              <a:rPr lang="en-US" sz="2000" dirty="0" smtClean="0">
                <a:solidFill>
                  <a:srgbClr val="0070C0"/>
                </a:solidFill>
                <a:latin typeface="Arial" pitchFamily="34" charset="0"/>
                <a:cs typeface="Arial" pitchFamily="34" charset="0"/>
              </a:rPr>
              <a:t>: </a:t>
            </a:r>
          </a:p>
          <a:p>
            <a:pPr marL="285750" lvl="0" indent="-285750" rtl="0">
              <a:lnSpc>
                <a:spcPct val="150000"/>
              </a:lnSpc>
              <a:buFont typeface="Wingdings" pitchFamily="2" charset="2"/>
              <a:buChar char="§"/>
            </a:pPr>
            <a:r>
              <a:rPr lang="en-US" sz="2000" dirty="0" err="1" smtClean="0">
                <a:solidFill>
                  <a:srgbClr val="FF0000"/>
                </a:solidFill>
                <a:latin typeface="Arial" pitchFamily="34" charset="0"/>
                <a:cs typeface="Arial" pitchFamily="34" charset="0"/>
              </a:rPr>
              <a:t>Đại</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đội</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trưởng</a:t>
            </a:r>
            <a:r>
              <a:rPr lang="en-SG" sz="2000" dirty="0" smtClean="0">
                <a:solidFill>
                  <a:srgbClr val="FF0000"/>
                </a:solidFill>
                <a:latin typeface="Arial" pitchFamily="34" charset="0"/>
                <a:cs typeface="Arial" pitchFamily="34" charset="0"/>
              </a:rPr>
              <a:t> </a:t>
            </a:r>
          </a:p>
          <a:p>
            <a:pPr marL="285750" lvl="0" indent="-285750" rtl="0">
              <a:lnSpc>
                <a:spcPct val="150000"/>
              </a:lnSpc>
              <a:buFont typeface="Wingdings" pitchFamily="2" charset="2"/>
              <a:buChar char="§"/>
            </a:pPr>
            <a:r>
              <a:rPr lang="en-SG" sz="2000" dirty="0" smtClean="0">
                <a:solidFill>
                  <a:srgbClr val="FF0000"/>
                </a:solidFill>
                <a:latin typeface="Arial" pitchFamily="34" charset="0"/>
                <a:cs typeface="Arial" pitchFamily="34" charset="0"/>
              </a:rPr>
              <a:t>02 </a:t>
            </a:r>
            <a:r>
              <a:rPr lang="en-SG" sz="2000" dirty="0" err="1" smtClean="0">
                <a:solidFill>
                  <a:srgbClr val="FF0000"/>
                </a:solidFill>
                <a:latin typeface="Arial" pitchFamily="34" charset="0"/>
                <a:cs typeface="Arial" pitchFamily="34" charset="0"/>
              </a:rPr>
              <a:t>Đại</a:t>
            </a:r>
            <a:r>
              <a:rPr lang="en-SG" sz="2000" dirty="0" smtClean="0">
                <a:solidFill>
                  <a:srgbClr val="FF0000"/>
                </a:solidFill>
                <a:latin typeface="Arial" pitchFamily="34" charset="0"/>
                <a:cs typeface="Arial" pitchFamily="34" charset="0"/>
              </a:rPr>
              <a:t> </a:t>
            </a:r>
            <a:r>
              <a:rPr lang="en-SG" sz="2000" dirty="0" err="1" smtClean="0">
                <a:solidFill>
                  <a:srgbClr val="FF0000"/>
                </a:solidFill>
                <a:latin typeface="Arial" pitchFamily="34" charset="0"/>
                <a:cs typeface="Arial" pitchFamily="34" charset="0"/>
              </a:rPr>
              <a:t>đội</a:t>
            </a:r>
            <a:r>
              <a:rPr lang="en-SG" sz="2000" dirty="0" smtClean="0">
                <a:solidFill>
                  <a:srgbClr val="FF0000"/>
                </a:solidFill>
                <a:latin typeface="Arial" pitchFamily="34" charset="0"/>
                <a:cs typeface="Arial" pitchFamily="34" charset="0"/>
              </a:rPr>
              <a:t> </a:t>
            </a:r>
            <a:r>
              <a:rPr lang="en-SG" sz="2000" dirty="0" err="1" smtClean="0">
                <a:solidFill>
                  <a:srgbClr val="FF0000"/>
                </a:solidFill>
                <a:latin typeface="Arial" pitchFamily="34" charset="0"/>
                <a:cs typeface="Arial" pitchFamily="34" charset="0"/>
              </a:rPr>
              <a:t>phó</a:t>
            </a:r>
            <a:endParaRPr lang="en-US" sz="2000" dirty="0" smtClean="0">
              <a:solidFill>
                <a:srgbClr val="FF0000"/>
              </a:solidFill>
              <a:latin typeface="Arial" pitchFamily="34" charset="0"/>
              <a:cs typeface="Arial" pitchFamily="34" charset="0"/>
            </a:endParaRPr>
          </a:p>
          <a:p>
            <a:pPr marL="285750" lvl="0" indent="-285750" rtl="0">
              <a:lnSpc>
                <a:spcPct val="150000"/>
              </a:lnSpc>
              <a:buFont typeface="Wingdings" pitchFamily="2" charset="2"/>
              <a:buChar char="§"/>
            </a:pPr>
            <a:r>
              <a:rPr lang="en-US" sz="2000" dirty="0" err="1" smtClean="0">
                <a:solidFill>
                  <a:srgbClr val="FF0000"/>
                </a:solidFill>
                <a:latin typeface="Arial" pitchFamily="34" charset="0"/>
                <a:cs typeface="Arial" pitchFamily="34" charset="0"/>
              </a:rPr>
              <a:t>Và</a:t>
            </a:r>
            <a:r>
              <a:rPr lang="en-US" sz="2000" dirty="0" smtClean="0">
                <a:solidFill>
                  <a:srgbClr val="FF0000"/>
                </a:solidFill>
                <a:latin typeface="Arial" pitchFamily="34" charset="0"/>
                <a:cs typeface="Arial" pitchFamily="34" charset="0"/>
              </a:rPr>
              <a:t> 10 </a:t>
            </a:r>
            <a:r>
              <a:rPr lang="en-US" sz="2000" dirty="0" err="1" smtClean="0">
                <a:solidFill>
                  <a:srgbClr val="FF0000"/>
                </a:solidFill>
                <a:latin typeface="Arial" pitchFamily="34" charset="0"/>
                <a:cs typeface="Arial" pitchFamily="34" charset="0"/>
              </a:rPr>
              <a:t>tiểu</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đội</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trưởng</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từ</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tiểu</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đội</a:t>
            </a:r>
            <a:r>
              <a:rPr lang="en-US" sz="2000" dirty="0" smtClean="0">
                <a:solidFill>
                  <a:srgbClr val="FF0000"/>
                </a:solidFill>
                <a:latin typeface="Arial" pitchFamily="34" charset="0"/>
                <a:cs typeface="Arial" pitchFamily="34" charset="0"/>
              </a:rPr>
              <a:t> 1 </a:t>
            </a:r>
            <a:r>
              <a:rPr lang="en-US" sz="2000" dirty="0" err="1" smtClean="0">
                <a:solidFill>
                  <a:srgbClr val="FF0000"/>
                </a:solidFill>
                <a:latin typeface="Arial" pitchFamily="34" charset="0"/>
                <a:cs typeface="Arial" pitchFamily="34" charset="0"/>
              </a:rPr>
              <a:t>đến</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tiểu</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đội</a:t>
            </a:r>
            <a:r>
              <a:rPr lang="en-US" sz="2000" dirty="0" smtClean="0">
                <a:solidFill>
                  <a:srgbClr val="FF0000"/>
                </a:solidFill>
                <a:latin typeface="Arial" pitchFamily="34" charset="0"/>
                <a:cs typeface="Arial" pitchFamily="34" charset="0"/>
              </a:rPr>
              <a:t> 10)</a:t>
            </a:r>
            <a:endParaRPr lang="en-SG" sz="2000" dirty="0" smtClean="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29366347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4"/>
          <p:cNvSpPr/>
          <p:nvPr/>
        </p:nvSpPr>
        <p:spPr>
          <a:xfrm>
            <a:off x="2632480" y="1016694"/>
            <a:ext cx="7767902" cy="1098002"/>
          </a:xfrm>
          <a:prstGeom prst="rect">
            <a:avLst/>
          </a:prstGeom>
          <a:solidFill>
            <a:srgbClr val="FF0000"/>
          </a:solidFill>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152400" tIns="152400" rIns="152400" bIns="152400" numCol="1" spcCol="1270" anchor="ctr" anchorCtr="0">
            <a:noAutofit/>
          </a:bodyPr>
          <a:lstStyle/>
          <a:p>
            <a:pPr lvl="0" algn="ctr" defTabSz="1778000" rtl="0">
              <a:lnSpc>
                <a:spcPct val="90000"/>
              </a:lnSpc>
              <a:spcBef>
                <a:spcPct val="0"/>
              </a:spcBef>
              <a:spcAft>
                <a:spcPct val="35000"/>
              </a:spcAft>
            </a:pPr>
            <a:r>
              <a:rPr lang="en-US" sz="4000" b="1" i="0" kern="1200" dirty="0" smtClean="0">
                <a:latin typeface="Arial" pitchFamily="34" charset="0"/>
                <a:cs typeface="Arial" pitchFamily="34" charset="0"/>
              </a:rPr>
              <a:t> </a:t>
            </a:r>
            <a:r>
              <a:rPr lang="en-US" sz="4000" b="1" i="0" kern="1200" dirty="0" err="1" smtClean="0">
                <a:latin typeface="Arial" pitchFamily="34" charset="0"/>
                <a:cs typeface="Arial" pitchFamily="34" charset="0"/>
              </a:rPr>
              <a:t>Tổ</a:t>
            </a:r>
            <a:r>
              <a:rPr lang="en-US" sz="4000" b="1" i="0" kern="1200" dirty="0" smtClean="0">
                <a:latin typeface="Arial" pitchFamily="34" charset="0"/>
                <a:cs typeface="Arial" pitchFamily="34" charset="0"/>
              </a:rPr>
              <a:t> </a:t>
            </a:r>
            <a:r>
              <a:rPr lang="en-US" sz="4000" b="1" i="0" kern="1200" dirty="0" err="1" smtClean="0">
                <a:latin typeface="Arial" pitchFamily="34" charset="0"/>
                <a:cs typeface="Arial" pitchFamily="34" charset="0"/>
              </a:rPr>
              <a:t>chức</a:t>
            </a:r>
            <a:r>
              <a:rPr lang="en-US" sz="4000" b="1" i="0" kern="1200" dirty="0" smtClean="0">
                <a:latin typeface="Arial" pitchFamily="34" charset="0"/>
                <a:cs typeface="Arial" pitchFamily="34" charset="0"/>
              </a:rPr>
              <a:t> </a:t>
            </a:r>
            <a:r>
              <a:rPr lang="en-US" sz="4000" b="1" i="0" kern="1200" dirty="0" err="1" smtClean="0">
                <a:latin typeface="Arial" pitchFamily="34" charset="0"/>
                <a:cs typeface="Arial" pitchFamily="34" charset="0"/>
              </a:rPr>
              <a:t>Biên</a:t>
            </a:r>
            <a:r>
              <a:rPr lang="en-US" sz="4000" b="1" i="0" kern="1200" dirty="0" smtClean="0">
                <a:latin typeface="Arial" pitchFamily="34" charset="0"/>
                <a:cs typeface="Arial" pitchFamily="34" charset="0"/>
              </a:rPr>
              <a:t> </a:t>
            </a:r>
            <a:r>
              <a:rPr lang="en-US" sz="4000" b="1" i="0" kern="1200" dirty="0" err="1" smtClean="0">
                <a:latin typeface="Arial" pitchFamily="34" charset="0"/>
                <a:cs typeface="Arial" pitchFamily="34" charset="0"/>
              </a:rPr>
              <a:t>chế</a:t>
            </a:r>
            <a:endParaRPr lang="en-SG" sz="4000" kern="1200" dirty="0">
              <a:latin typeface="Arial" pitchFamily="34" charset="0"/>
              <a:cs typeface="Arial" pitchFamily="34" charset="0"/>
            </a:endParaRPr>
          </a:p>
        </p:txBody>
      </p:sp>
      <p:graphicFrame>
        <p:nvGraphicFramePr>
          <p:cNvPr id="8" name="Diagram 7"/>
          <p:cNvGraphicFramePr/>
          <p:nvPr>
            <p:extLst>
              <p:ext uri="{D42A27DB-BD31-4B8C-83A1-F6EECF244321}">
                <p14:modId xmlns:p14="http://schemas.microsoft.com/office/powerpoint/2010/main" val="3093564553"/>
              </p:ext>
            </p:extLst>
          </p:nvPr>
        </p:nvGraphicFramePr>
        <p:xfrm>
          <a:off x="425571" y="2124547"/>
          <a:ext cx="11340860" cy="4544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380317178"/>
              </p:ext>
            </p:extLst>
          </p:nvPr>
        </p:nvGraphicFramePr>
        <p:xfrm>
          <a:off x="756745" y="3484179"/>
          <a:ext cx="10941269" cy="1418896"/>
        </p:xfrm>
        <a:graphic>
          <a:graphicData uri="http://schemas.openxmlformats.org/drawingml/2006/table">
            <a:tbl>
              <a:tblPr firstRow="1" bandRow="1">
                <a:tableStyleId>{8A107856-5554-42FB-B03E-39F5DBC370BA}</a:tableStyleId>
              </a:tblPr>
              <a:tblGrid>
                <a:gridCol w="5510507">
                  <a:extLst>
                    <a:ext uri="{9D8B030D-6E8A-4147-A177-3AD203B41FA5}">
                      <a16:colId xmlns:a16="http://schemas.microsoft.com/office/drawing/2014/main" xmlns="" val="20000"/>
                    </a:ext>
                  </a:extLst>
                </a:gridCol>
                <a:gridCol w="5430762">
                  <a:extLst>
                    <a:ext uri="{9D8B030D-6E8A-4147-A177-3AD203B41FA5}">
                      <a16:colId xmlns:a16="http://schemas.microsoft.com/office/drawing/2014/main" xmlns="" val="20001"/>
                    </a:ext>
                  </a:extLst>
                </a:gridCol>
              </a:tblGrid>
              <a:tr h="1418896">
                <a:tc>
                  <a:txBody>
                    <a:bodyPr/>
                    <a:lstStyle/>
                    <a:p>
                      <a:pPr algn="ctr"/>
                      <a:r>
                        <a:rPr lang="en-US" sz="2400" dirty="0" err="1" smtClean="0">
                          <a:solidFill>
                            <a:srgbClr val="00B050"/>
                          </a:solidFill>
                        </a:rPr>
                        <a:t>Đại</a:t>
                      </a:r>
                      <a:r>
                        <a:rPr lang="en-US" sz="2400" baseline="0" dirty="0" smtClean="0">
                          <a:solidFill>
                            <a:srgbClr val="00B050"/>
                          </a:solidFill>
                        </a:rPr>
                        <a:t> </a:t>
                      </a:r>
                      <a:r>
                        <a:rPr lang="en-US" sz="2400" baseline="0" dirty="0" err="1" smtClean="0">
                          <a:solidFill>
                            <a:srgbClr val="00B050"/>
                          </a:solidFill>
                        </a:rPr>
                        <a:t>đội</a:t>
                      </a:r>
                      <a:r>
                        <a:rPr lang="en-US" sz="2400" baseline="0" dirty="0" smtClean="0">
                          <a:solidFill>
                            <a:srgbClr val="00B050"/>
                          </a:solidFill>
                        </a:rPr>
                        <a:t> </a:t>
                      </a:r>
                      <a:r>
                        <a:rPr lang="en-US" sz="2400" baseline="0" dirty="0" err="1" smtClean="0">
                          <a:solidFill>
                            <a:srgbClr val="00B050"/>
                          </a:solidFill>
                        </a:rPr>
                        <a:t>phó</a:t>
                      </a:r>
                      <a:r>
                        <a:rPr lang="en-US" sz="2400" baseline="0" dirty="0" smtClean="0">
                          <a:solidFill>
                            <a:srgbClr val="00B050"/>
                          </a:solidFill>
                        </a:rPr>
                        <a:t> </a:t>
                      </a:r>
                      <a:r>
                        <a:rPr lang="en-US" sz="2400" baseline="0" dirty="0" err="1" smtClean="0">
                          <a:solidFill>
                            <a:srgbClr val="00B050"/>
                          </a:solidFill>
                        </a:rPr>
                        <a:t>học</a:t>
                      </a:r>
                      <a:r>
                        <a:rPr lang="en-US" sz="2400" baseline="0" dirty="0" smtClean="0">
                          <a:solidFill>
                            <a:srgbClr val="00B050"/>
                          </a:solidFill>
                        </a:rPr>
                        <a:t> </a:t>
                      </a:r>
                      <a:r>
                        <a:rPr lang="en-US" sz="2400" baseline="0" dirty="0" err="1" smtClean="0">
                          <a:solidFill>
                            <a:srgbClr val="00B050"/>
                          </a:solidFill>
                        </a:rPr>
                        <a:t>tập</a:t>
                      </a:r>
                      <a:endParaRPr lang="en-US" sz="2400" baseline="0" dirty="0" smtClean="0">
                        <a:solidFill>
                          <a:srgbClr val="00B050"/>
                        </a:solidFill>
                      </a:endParaRPr>
                    </a:p>
                    <a:p>
                      <a:pPr algn="ctr"/>
                      <a:r>
                        <a:rPr lang="en-US" sz="2400" baseline="0" dirty="0" smtClean="0">
                          <a:solidFill>
                            <a:srgbClr val="00B050"/>
                          </a:solidFill>
                        </a:rPr>
                        <a:t>( </a:t>
                      </a:r>
                      <a:r>
                        <a:rPr lang="en-US" sz="2400" baseline="0" dirty="0" err="1" smtClean="0">
                          <a:solidFill>
                            <a:srgbClr val="00B050"/>
                          </a:solidFill>
                        </a:rPr>
                        <a:t>Vật</a:t>
                      </a:r>
                      <a:r>
                        <a:rPr lang="en-US" sz="2400" baseline="0" dirty="0" smtClean="0">
                          <a:solidFill>
                            <a:srgbClr val="00B050"/>
                          </a:solidFill>
                        </a:rPr>
                        <a:t> </a:t>
                      </a:r>
                      <a:r>
                        <a:rPr lang="en-US" sz="2400" baseline="0" dirty="0" err="1" smtClean="0">
                          <a:solidFill>
                            <a:srgbClr val="00B050"/>
                          </a:solidFill>
                        </a:rPr>
                        <a:t>chất</a:t>
                      </a:r>
                      <a:r>
                        <a:rPr lang="en-US" sz="2400" baseline="0" dirty="0" smtClean="0">
                          <a:solidFill>
                            <a:srgbClr val="00B050"/>
                          </a:solidFill>
                        </a:rPr>
                        <a:t>)</a:t>
                      </a:r>
                      <a:endParaRPr lang="en-US" sz="2400" dirty="0">
                        <a:solidFill>
                          <a:srgbClr val="00B050"/>
                        </a:solidFill>
                      </a:endParaRPr>
                    </a:p>
                  </a:txBody>
                  <a:tcPr>
                    <a:solidFill>
                      <a:srgbClr val="FFFF00"/>
                    </a:solidFill>
                  </a:tcPr>
                </a:tc>
                <a:tc>
                  <a:txBody>
                    <a:bodyPr/>
                    <a:lstStyle/>
                    <a:p>
                      <a:pPr algn="ctr"/>
                      <a:r>
                        <a:rPr lang="en-US" sz="2400" dirty="0" err="1" smtClean="0">
                          <a:solidFill>
                            <a:srgbClr val="00B050"/>
                          </a:solidFill>
                        </a:rPr>
                        <a:t>Đại</a:t>
                      </a:r>
                      <a:r>
                        <a:rPr lang="en-US" sz="2400" baseline="0" dirty="0" smtClean="0">
                          <a:solidFill>
                            <a:srgbClr val="00B050"/>
                          </a:solidFill>
                        </a:rPr>
                        <a:t> </a:t>
                      </a:r>
                      <a:r>
                        <a:rPr lang="en-US" sz="2400" baseline="0" dirty="0" err="1" smtClean="0">
                          <a:solidFill>
                            <a:srgbClr val="00B050"/>
                          </a:solidFill>
                        </a:rPr>
                        <a:t>đội</a:t>
                      </a:r>
                      <a:r>
                        <a:rPr lang="en-US" sz="2400" baseline="0" dirty="0" smtClean="0">
                          <a:solidFill>
                            <a:srgbClr val="00B050"/>
                          </a:solidFill>
                        </a:rPr>
                        <a:t> </a:t>
                      </a:r>
                      <a:r>
                        <a:rPr lang="en-US" sz="2400" baseline="0" dirty="0" err="1" smtClean="0">
                          <a:solidFill>
                            <a:srgbClr val="00B050"/>
                          </a:solidFill>
                        </a:rPr>
                        <a:t>phó</a:t>
                      </a:r>
                      <a:r>
                        <a:rPr lang="en-US" sz="2400" baseline="0" dirty="0" smtClean="0">
                          <a:solidFill>
                            <a:srgbClr val="00B050"/>
                          </a:solidFill>
                        </a:rPr>
                        <a:t> </a:t>
                      </a:r>
                      <a:r>
                        <a:rPr lang="en-US" sz="2400" baseline="0" dirty="0" err="1" smtClean="0">
                          <a:solidFill>
                            <a:srgbClr val="00B050"/>
                          </a:solidFill>
                        </a:rPr>
                        <a:t>Hậu</a:t>
                      </a:r>
                      <a:r>
                        <a:rPr lang="en-US" sz="2400" baseline="0" dirty="0" smtClean="0">
                          <a:solidFill>
                            <a:srgbClr val="00B050"/>
                          </a:solidFill>
                        </a:rPr>
                        <a:t> </a:t>
                      </a:r>
                      <a:r>
                        <a:rPr lang="en-US" sz="2400" baseline="0" dirty="0" err="1" smtClean="0">
                          <a:solidFill>
                            <a:srgbClr val="00B050"/>
                          </a:solidFill>
                        </a:rPr>
                        <a:t>cần</a:t>
                      </a:r>
                      <a:endParaRPr lang="en-US" sz="2400" baseline="0" dirty="0" smtClean="0">
                        <a:solidFill>
                          <a:srgbClr val="00B050"/>
                        </a:solidFill>
                      </a:endParaRPr>
                    </a:p>
                    <a:p>
                      <a:pPr algn="ctr"/>
                      <a:r>
                        <a:rPr lang="en-US" sz="2400" baseline="0" dirty="0" smtClean="0">
                          <a:solidFill>
                            <a:srgbClr val="00B050"/>
                          </a:solidFill>
                        </a:rPr>
                        <a:t>(</a:t>
                      </a:r>
                      <a:r>
                        <a:rPr lang="en-US" sz="2400" baseline="0" dirty="0" err="1" smtClean="0">
                          <a:solidFill>
                            <a:srgbClr val="00B050"/>
                          </a:solidFill>
                        </a:rPr>
                        <a:t>Tài</a:t>
                      </a:r>
                      <a:r>
                        <a:rPr lang="en-US" sz="2400" baseline="0" dirty="0" smtClean="0">
                          <a:solidFill>
                            <a:srgbClr val="00B050"/>
                          </a:solidFill>
                        </a:rPr>
                        <a:t> </a:t>
                      </a:r>
                      <a:r>
                        <a:rPr lang="en-US" sz="2400" baseline="0" dirty="0" err="1" smtClean="0">
                          <a:solidFill>
                            <a:srgbClr val="00B050"/>
                          </a:solidFill>
                        </a:rPr>
                        <a:t>chính</a:t>
                      </a:r>
                      <a:r>
                        <a:rPr lang="en-US" sz="2400" baseline="0" dirty="0" smtClean="0">
                          <a:solidFill>
                            <a:srgbClr val="00B050"/>
                          </a:solidFill>
                        </a:rPr>
                        <a:t>)</a:t>
                      </a:r>
                      <a:endParaRPr lang="en-US" sz="2400" dirty="0">
                        <a:solidFill>
                          <a:srgbClr val="00B050"/>
                        </a:solidFill>
                      </a:endParaRPr>
                    </a:p>
                  </a:txBody>
                  <a:tcPr>
                    <a:solidFill>
                      <a:srgbClr val="FFFF00"/>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198144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6DE1FC-662F-482F-9F91-D2B8D1E7BC0A}"/>
              </a:ext>
            </a:extLst>
          </p:cNvPr>
          <p:cNvSpPr>
            <a:spLocks noGrp="1"/>
          </p:cNvSpPr>
          <p:nvPr>
            <p:ph type="title"/>
          </p:nvPr>
        </p:nvSpPr>
        <p:spPr>
          <a:xfrm>
            <a:off x="838200" y="250825"/>
            <a:ext cx="10515600" cy="965327"/>
          </a:xfrm>
          <a:solidFill>
            <a:srgbClr val="FF0000"/>
          </a:solidFill>
        </p:spPr>
        <p:txBody>
          <a:bodyPr/>
          <a:lstStyle/>
          <a:p>
            <a:pPr algn="ctr"/>
            <a:r>
              <a:rPr lang="en-US" b="1" dirty="0" err="1">
                <a:solidFill>
                  <a:srgbClr val="FFFF00"/>
                </a:solidFill>
              </a:rPr>
              <a:t>Tổ</a:t>
            </a:r>
            <a:r>
              <a:rPr lang="en-US" b="1" dirty="0">
                <a:solidFill>
                  <a:srgbClr val="FFFF00"/>
                </a:solidFill>
              </a:rPr>
              <a:t> </a:t>
            </a:r>
            <a:r>
              <a:rPr lang="en-US" b="1" dirty="0" err="1">
                <a:solidFill>
                  <a:srgbClr val="FFFF00"/>
                </a:solidFill>
              </a:rPr>
              <a:t>chức</a:t>
            </a:r>
            <a:r>
              <a:rPr lang="en-US" b="1" dirty="0">
                <a:solidFill>
                  <a:srgbClr val="FFFF00"/>
                </a:solidFill>
              </a:rPr>
              <a:t> </a:t>
            </a:r>
            <a:r>
              <a:rPr lang="en-US" b="1" dirty="0" err="1">
                <a:solidFill>
                  <a:srgbClr val="FFFF00"/>
                </a:solidFill>
              </a:rPr>
              <a:t>Biên</a:t>
            </a:r>
            <a:r>
              <a:rPr lang="en-US" b="1" dirty="0">
                <a:solidFill>
                  <a:srgbClr val="FFFF00"/>
                </a:solidFill>
              </a:rPr>
              <a:t> </a:t>
            </a:r>
            <a:r>
              <a:rPr lang="en-US" b="1" dirty="0" err="1">
                <a:solidFill>
                  <a:srgbClr val="FFFF00"/>
                </a:solidFill>
              </a:rPr>
              <a:t>chế</a:t>
            </a:r>
            <a:endParaRPr lang="vi-VN" b="1" dirty="0">
              <a:solidFill>
                <a:srgbClr val="FFFF00"/>
              </a:solidFill>
            </a:endParaRPr>
          </a:p>
        </p:txBody>
      </p:sp>
      <p:sp>
        <p:nvSpPr>
          <p:cNvPr id="6" name="Content Placeholder 2"/>
          <p:cNvSpPr>
            <a:spLocks noGrp="1"/>
          </p:cNvSpPr>
          <p:nvPr>
            <p:ph sz="quarter" idx="4294967295"/>
          </p:nvPr>
        </p:nvSpPr>
        <p:spPr>
          <a:xfrm>
            <a:off x="865517" y="1285815"/>
            <a:ext cx="10469592" cy="4470400"/>
          </a:xfrm>
          <a:prstGeom prst="rect">
            <a:avLst/>
          </a:prstGeom>
        </p:spPr>
        <p:txBody>
          <a:bodyPr>
            <a:normAutofit fontScale="92500" lnSpcReduction="10000"/>
          </a:bodyPr>
          <a:lstStyle/>
          <a:p>
            <a:pPr marL="45720" indent="0">
              <a:buNone/>
            </a:pPr>
            <a:r>
              <a:rPr lang="en-US" sz="2400" b="1" dirty="0" err="1">
                <a:solidFill>
                  <a:srgbClr val="0070C0"/>
                </a:solidFill>
                <a:latin typeface="Arial" pitchFamily="34" charset="0"/>
                <a:cs typeface="Arial" pitchFamily="34" charset="0"/>
              </a:rPr>
              <a:t>Nhiệm</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vụ</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và</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quyền</a:t>
            </a:r>
            <a:r>
              <a:rPr lang="en-US" sz="2400" b="1" dirty="0">
                <a:solidFill>
                  <a:srgbClr val="0070C0"/>
                </a:solidFill>
                <a:latin typeface="Arial" pitchFamily="34" charset="0"/>
                <a:cs typeface="Arial" pitchFamily="34" charset="0"/>
              </a:rPr>
              <a:t> </a:t>
            </a:r>
            <a:r>
              <a:rPr lang="en-US" sz="2400" b="1" dirty="0" err="1" smtClean="0">
                <a:solidFill>
                  <a:srgbClr val="0070C0"/>
                </a:solidFill>
                <a:latin typeface="Arial" pitchFamily="34" charset="0"/>
                <a:cs typeface="Arial" pitchFamily="34" charset="0"/>
              </a:rPr>
              <a:t>lợi</a:t>
            </a:r>
            <a:r>
              <a:rPr lang="en-US" sz="2400" b="1" dirty="0" smtClean="0">
                <a:solidFill>
                  <a:srgbClr val="0070C0"/>
                </a:solidFill>
                <a:latin typeface="Arial" pitchFamily="34" charset="0"/>
                <a:cs typeface="Arial" pitchFamily="34" charset="0"/>
              </a:rPr>
              <a:t> </a:t>
            </a:r>
            <a:r>
              <a:rPr lang="en-US" sz="2400" b="1" dirty="0" err="1" smtClean="0">
                <a:solidFill>
                  <a:srgbClr val="0070C0"/>
                </a:solidFill>
                <a:latin typeface="Arial" pitchFamily="34" charset="0"/>
                <a:cs typeface="Arial" pitchFamily="34" charset="0"/>
              </a:rPr>
              <a:t>của</a:t>
            </a:r>
            <a:r>
              <a:rPr lang="en-US" sz="2400" b="1" dirty="0" smtClean="0">
                <a:solidFill>
                  <a:srgbClr val="0070C0"/>
                </a:solidFill>
                <a:latin typeface="Arial" pitchFamily="34" charset="0"/>
                <a:cs typeface="Arial" pitchFamily="34" charset="0"/>
              </a:rPr>
              <a:t> </a:t>
            </a:r>
            <a:r>
              <a:rPr lang="en-US" sz="2400" b="1" dirty="0" err="1" smtClean="0">
                <a:solidFill>
                  <a:srgbClr val="0070C0"/>
                </a:solidFill>
                <a:latin typeface="Arial" pitchFamily="34" charset="0"/>
                <a:cs typeface="Arial" pitchFamily="34" charset="0"/>
              </a:rPr>
              <a:t>cán</a:t>
            </a:r>
            <a:r>
              <a:rPr lang="en-US" sz="2400" b="1" dirty="0" smtClean="0">
                <a:solidFill>
                  <a:srgbClr val="0070C0"/>
                </a:solidFill>
                <a:latin typeface="Arial" pitchFamily="34" charset="0"/>
                <a:cs typeface="Arial" pitchFamily="34" charset="0"/>
              </a:rPr>
              <a:t> </a:t>
            </a:r>
            <a:r>
              <a:rPr lang="en-US" sz="2400" b="1" dirty="0" err="1" smtClean="0">
                <a:solidFill>
                  <a:srgbClr val="0070C0"/>
                </a:solidFill>
                <a:latin typeface="Arial" pitchFamily="34" charset="0"/>
                <a:cs typeface="Arial" pitchFamily="34" charset="0"/>
              </a:rPr>
              <a:t>bộ</a:t>
            </a:r>
            <a:r>
              <a:rPr lang="en-US" sz="2400" b="1" dirty="0" smtClean="0">
                <a:solidFill>
                  <a:srgbClr val="0070C0"/>
                </a:solidFill>
                <a:latin typeface="Arial" pitchFamily="34" charset="0"/>
                <a:cs typeface="Arial" pitchFamily="34" charset="0"/>
              </a:rPr>
              <a:t> </a:t>
            </a:r>
            <a:r>
              <a:rPr lang="en-US" sz="2400" b="1" dirty="0" err="1" smtClean="0">
                <a:solidFill>
                  <a:srgbClr val="0070C0"/>
                </a:solidFill>
                <a:latin typeface="Arial" pitchFamily="34" charset="0"/>
                <a:cs typeface="Arial" pitchFamily="34" charset="0"/>
              </a:rPr>
              <a:t>đại</a:t>
            </a:r>
            <a:r>
              <a:rPr lang="en-US" sz="2400" b="1" dirty="0" smtClean="0">
                <a:solidFill>
                  <a:srgbClr val="0070C0"/>
                </a:solidFill>
                <a:latin typeface="Arial" pitchFamily="34" charset="0"/>
                <a:cs typeface="Arial" pitchFamily="34" charset="0"/>
              </a:rPr>
              <a:t> </a:t>
            </a:r>
            <a:r>
              <a:rPr lang="en-US" sz="2400" b="1" dirty="0" err="1" smtClean="0">
                <a:solidFill>
                  <a:srgbClr val="0070C0"/>
                </a:solidFill>
                <a:latin typeface="Arial" pitchFamily="34" charset="0"/>
                <a:cs typeface="Arial" pitchFamily="34" charset="0"/>
              </a:rPr>
              <a:t>đội</a:t>
            </a:r>
            <a:endParaRPr lang="en-US" sz="2400" b="1" dirty="0" smtClean="0">
              <a:solidFill>
                <a:srgbClr val="0070C0"/>
              </a:solidFill>
              <a:latin typeface="Arial" pitchFamily="34" charset="0"/>
              <a:cs typeface="Arial" pitchFamily="34" charset="0"/>
            </a:endParaRPr>
          </a:p>
          <a:p>
            <a:pPr lvl="0" rtl="0">
              <a:lnSpc>
                <a:spcPct val="170000"/>
              </a:lnSpc>
              <a:buFont typeface="Wingdings" pitchFamily="2" charset="2"/>
              <a:buChar char="v"/>
            </a:pPr>
            <a:r>
              <a:rPr lang="en-US" sz="2000" b="1" dirty="0" err="1" smtClean="0">
                <a:solidFill>
                  <a:srgbClr val="FF0000"/>
                </a:solidFill>
                <a:latin typeface="Arial" pitchFamily="34" charset="0"/>
                <a:cs typeface="Arial" pitchFamily="34" charset="0"/>
              </a:rPr>
              <a:t>Nhiệm</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vụ</a:t>
            </a:r>
            <a:endParaRPr lang="en-SG" sz="2000" b="1" dirty="0">
              <a:solidFill>
                <a:srgbClr val="FF0000"/>
              </a:solidFill>
              <a:latin typeface="Arial" pitchFamily="34" charset="0"/>
              <a:cs typeface="Arial" pitchFamily="34" charset="0"/>
            </a:endParaRPr>
          </a:p>
          <a:p>
            <a:pPr>
              <a:lnSpc>
                <a:spcPct val="170000"/>
              </a:lnSpc>
            </a:pPr>
            <a:r>
              <a:rPr lang="en-US" sz="2000" dirty="0" err="1" smtClean="0">
                <a:latin typeface="Arial" pitchFamily="34" charset="0"/>
                <a:cs typeface="Arial" pitchFamily="34" charset="0"/>
              </a:rPr>
              <a:t>Thay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mặt</a:t>
            </a:r>
            <a:r>
              <a:rPr lang="en-US" sz="2000" dirty="0" smtClean="0">
                <a:latin typeface="Arial" pitchFamily="34" charset="0"/>
                <a:cs typeface="Arial" pitchFamily="34" charset="0"/>
              </a:rPr>
              <a:t> GVCN </a:t>
            </a:r>
            <a:r>
              <a:rPr lang="en-US" sz="2000" dirty="0" err="1" smtClean="0">
                <a:latin typeface="Arial" pitchFamily="34" charset="0"/>
                <a:cs typeface="Arial" pitchFamily="34" charset="0"/>
              </a:rPr>
              <a:t>quản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lý</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duy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trì</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nghiêm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hoạt</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động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học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tập</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lớp</a:t>
            </a:r>
            <a:r>
              <a:rPr lang="vi-VN" sz="2000" dirty="0" smtClean="0">
                <a:latin typeface="Arial" pitchFamily="34" charset="0"/>
                <a:cs typeface="Arial" pitchFamily="34" charset="0"/>
              </a:rPr>
              <a:t> và các chương trình hoạt động ngoại khóa</a:t>
            </a:r>
            <a:r>
              <a:rPr lang="en-US" sz="2000" dirty="0" smtClean="0">
                <a:latin typeface="Arial" pitchFamily="34" charset="0"/>
                <a:cs typeface="Arial" pitchFamily="34" charset="0"/>
              </a:rPr>
              <a:t>. </a:t>
            </a:r>
            <a:endParaRPr lang="en-SG" sz="2000" dirty="0">
              <a:latin typeface="Arial" pitchFamily="34" charset="0"/>
              <a:cs typeface="Arial" pitchFamily="34" charset="0"/>
            </a:endParaRPr>
          </a:p>
          <a:p>
            <a:pPr>
              <a:lnSpc>
                <a:spcPct val="170000"/>
              </a:lnSpc>
            </a:pPr>
            <a:r>
              <a:rPr lang="en-US" sz="2000" dirty="0" err="1" smtClean="0">
                <a:latin typeface="Arial" pitchFamily="34" charset="0"/>
                <a:cs typeface="Arial" pitchFamily="34" charset="0"/>
              </a:rPr>
              <a:t>Nắm</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số</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lượng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quân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số</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thực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học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hàng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ngày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với</a:t>
            </a:r>
            <a:r>
              <a:rPr lang="en-US" sz="2000" dirty="0" smtClean="0">
                <a:latin typeface="Arial" pitchFamily="34" charset="0"/>
                <a:cs typeface="Arial" pitchFamily="34" charset="0"/>
              </a:rPr>
              <a:t> </a:t>
            </a:r>
            <a:r>
              <a:rPr lang="en-US" sz="2000" dirty="0" err="1">
                <a:latin typeface="Arial" pitchFamily="34" charset="0"/>
                <a:cs typeface="Arial" pitchFamily="34" charset="0"/>
              </a:rPr>
              <a:t>g</a:t>
            </a:r>
            <a:r>
              <a:rPr lang="en-US" sz="2000" dirty="0" err="1" smtClean="0">
                <a:latin typeface="Arial" pitchFamily="34" charset="0"/>
                <a:cs typeface="Arial" pitchFamily="34" charset="0"/>
              </a:rPr>
              <a:t>iảng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viên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khi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được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yêu</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cầu</a:t>
            </a:r>
            <a:r>
              <a:rPr lang="en-US" sz="2000" dirty="0" smtClean="0">
                <a:latin typeface="Arial" pitchFamily="34" charset="0"/>
                <a:cs typeface="Arial" pitchFamily="34" charset="0"/>
              </a:rPr>
              <a:t>.</a:t>
            </a:r>
            <a:endParaRPr lang="en-SG" sz="2000" dirty="0">
              <a:latin typeface="Arial" pitchFamily="34" charset="0"/>
              <a:cs typeface="Arial" pitchFamily="34" charset="0"/>
            </a:endParaRPr>
          </a:p>
          <a:p>
            <a:pPr>
              <a:lnSpc>
                <a:spcPct val="170000"/>
              </a:lnSpc>
            </a:pPr>
            <a:r>
              <a:rPr lang="en-US" sz="2000" dirty="0" err="1" smtClean="0">
                <a:latin typeface="Arial" pitchFamily="34" charset="0"/>
                <a:cs typeface="Arial" pitchFamily="34" charset="0"/>
              </a:rPr>
              <a:t>Khi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có</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vấn</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đề</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xảy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ra</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trong</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lớp</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học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báo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cáo</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ngay</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với</a:t>
            </a:r>
            <a:r>
              <a:rPr lang="en-US" sz="2000" dirty="0" smtClean="0">
                <a:latin typeface="Arial" pitchFamily="34" charset="0"/>
                <a:cs typeface="Arial" pitchFamily="34" charset="0"/>
              </a:rPr>
              <a:t> GVCN</a:t>
            </a:r>
            <a:r>
              <a:rPr lang="vi-VN" sz="2000" dirty="0" smtClean="0">
                <a:latin typeface="Arial" pitchFamily="34" charset="0"/>
                <a:cs typeface="Arial" pitchFamily="34" charset="0"/>
              </a:rPr>
              <a:t>.</a:t>
            </a:r>
            <a:endParaRPr lang="en-SG" sz="2000" dirty="0">
              <a:latin typeface="Arial" pitchFamily="34" charset="0"/>
              <a:cs typeface="Arial" pitchFamily="34" charset="0"/>
            </a:endParaRPr>
          </a:p>
          <a:p>
            <a:pPr lvl="0" rtl="0">
              <a:lnSpc>
                <a:spcPct val="170000"/>
              </a:lnSpc>
              <a:buFont typeface="Wingdings" pitchFamily="2" charset="2"/>
              <a:buChar char="v"/>
            </a:pPr>
            <a:r>
              <a:rPr lang="en-US" sz="2000" b="1" dirty="0" err="1" smtClean="0">
                <a:solidFill>
                  <a:srgbClr val="FF0000"/>
                </a:solidFill>
                <a:latin typeface="Arial" pitchFamily="34" charset="0"/>
                <a:cs typeface="Arial" pitchFamily="34" charset="0"/>
              </a:rPr>
              <a:t>Quyền</a:t>
            </a:r>
            <a:r>
              <a:rPr lang="en-US" sz="2000" b="1" dirty="0" smtClean="0">
                <a:solidFill>
                  <a:srgbClr val="FF0000"/>
                </a:solidFill>
                <a:latin typeface="Arial" pitchFamily="34" charset="0"/>
                <a:cs typeface="Arial" pitchFamily="34" charset="0"/>
              </a:rPr>
              <a:t> </a:t>
            </a:r>
            <a:r>
              <a:rPr lang="en-US" sz="2000" b="1" dirty="0" err="1" smtClean="0">
                <a:solidFill>
                  <a:srgbClr val="FF0000"/>
                </a:solidFill>
                <a:latin typeface="Arial" pitchFamily="34" charset="0"/>
                <a:cs typeface="Arial" pitchFamily="34" charset="0"/>
              </a:rPr>
              <a:t>lợi</a:t>
            </a:r>
            <a:endParaRPr lang="en-US" sz="2000" b="1" dirty="0" smtClean="0">
              <a:solidFill>
                <a:srgbClr val="FF0000"/>
              </a:solidFill>
              <a:latin typeface="Arial" pitchFamily="34" charset="0"/>
              <a:cs typeface="Arial" pitchFamily="34" charset="0"/>
            </a:endParaRPr>
          </a:p>
          <a:p>
            <a:pPr>
              <a:lnSpc>
                <a:spcPct val="170000"/>
              </a:lnSpc>
            </a:pPr>
            <a:r>
              <a:rPr lang="en-US" sz="2000" dirty="0" err="1" smtClean="0">
                <a:latin typeface="Arial" pitchFamily="34" charset="0"/>
                <a:cs typeface="Arial" pitchFamily="34" charset="0"/>
              </a:rPr>
              <a:t>Thi</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mỗi</a:t>
            </a:r>
            <a:r>
              <a:rPr lang="en-US" sz="2000" dirty="0" smtClean="0">
                <a:latin typeface="Arial" pitchFamily="34" charset="0"/>
                <a:cs typeface="Arial" pitchFamily="34" charset="0"/>
              </a:rPr>
              <a:t> HP </a:t>
            </a:r>
            <a:r>
              <a:rPr lang="en-US" sz="2000" dirty="0" err="1" smtClean="0">
                <a:latin typeface="Arial" pitchFamily="34" charset="0"/>
                <a:cs typeface="Arial" pitchFamily="34" charset="0"/>
              </a:rPr>
              <a:t>được</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cộng</a:t>
            </a:r>
            <a:r>
              <a:rPr lang="en-US" sz="2000" dirty="0" smtClean="0">
                <a:latin typeface="Arial" pitchFamily="34" charset="0"/>
                <a:cs typeface="Arial" pitchFamily="34" charset="0"/>
              </a:rPr>
              <a:t> 01 </a:t>
            </a:r>
            <a:r>
              <a:rPr lang="en-US" sz="2000" dirty="0" err="1" smtClean="0">
                <a:latin typeface="Arial" pitchFamily="34" charset="0"/>
                <a:cs typeface="Arial" pitchFamily="34" charset="0"/>
              </a:rPr>
              <a:t>điểm</a:t>
            </a:r>
            <a:endParaRPr lang="en-SG" sz="2000" dirty="0">
              <a:latin typeface="Arial" pitchFamily="34" charset="0"/>
              <a:cs typeface="Arial" pitchFamily="34" charset="0"/>
            </a:endParaRPr>
          </a:p>
        </p:txBody>
      </p:sp>
    </p:spTree>
    <p:extLst>
      <p:ext uri="{BB962C8B-B14F-4D97-AF65-F5344CB8AC3E}">
        <p14:creationId xmlns:p14="http://schemas.microsoft.com/office/powerpoint/2010/main" val="31667689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92408B2C-3DF9-4745-A324-BC256F44C00C}"/>
              </a:ext>
            </a:extLst>
          </p:cNvPr>
          <p:cNvSpPr>
            <a:spLocks noGrp="1"/>
          </p:cNvSpPr>
          <p:nvPr>
            <p:ph type="title"/>
          </p:nvPr>
        </p:nvSpPr>
        <p:spPr>
          <a:xfrm>
            <a:off x="893284" y="376143"/>
            <a:ext cx="10515600" cy="1273894"/>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1</a:t>
            </a:r>
            <a:endParaRPr lang="vi-VN" b="1" dirty="0">
              <a:solidFill>
                <a:srgbClr val="FFFF66"/>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689411795"/>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graphicFrame>
        <p:nvGraphicFramePr>
          <p:cNvPr id="8" name="Content Placeholder 7"/>
          <p:cNvGraphicFramePr>
            <a:graphicFrameLocks noGrp="1"/>
          </p:cNvGraphicFramePr>
          <p:nvPr>
            <p:ph idx="1"/>
            <p:extLst>
              <p:ext uri="{D42A27DB-BD31-4B8C-83A1-F6EECF244321}">
                <p14:modId xmlns:p14="http://schemas.microsoft.com/office/powerpoint/2010/main" val="3883472523"/>
              </p:ext>
            </p:extLst>
          </p:nvPr>
        </p:nvGraphicFramePr>
        <p:xfrm>
          <a:off x="838200" y="1941690"/>
          <a:ext cx="10515599" cy="4696176"/>
        </p:xfrm>
        <a:graphic>
          <a:graphicData uri="http://schemas.openxmlformats.org/drawingml/2006/table">
            <a:tbl>
              <a:tblPr/>
              <a:tblGrid>
                <a:gridCol w="564988"/>
                <a:gridCol w="564988"/>
                <a:gridCol w="564988"/>
                <a:gridCol w="745200"/>
                <a:gridCol w="1091012"/>
                <a:gridCol w="2732400"/>
                <a:gridCol w="1095882"/>
                <a:gridCol w="935153"/>
                <a:gridCol w="2220988"/>
              </a:tblGrid>
              <a:tr h="293511">
                <a:tc>
                  <a:txBody>
                    <a:bodyPr/>
                    <a:lstStyle/>
                    <a:p>
                      <a:pPr algn="ctr" fontAlgn="b"/>
                      <a:r>
                        <a:rPr lang="en-US" sz="1600" b="0" i="0" u="none" strike="noStrike" dirty="0" err="1">
                          <a:solidFill>
                            <a:srgbClr val="000000"/>
                          </a:solidFill>
                          <a:effectLst/>
                          <a:latin typeface="Times New Roman" panose="02020603050405020304" pitchFamily="18" charset="0"/>
                        </a:rPr>
                        <a:t>Stt</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dirty="0">
                          <a:solidFill>
                            <a:srgbClr val="000000"/>
                          </a:solidFill>
                          <a:effectLst/>
                          <a:latin typeface="Times New Roman" panose="02020603050405020304" pitchFamily="18"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Trần Kim Ngọc Ngân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17/10/2004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Tỉnh Đồng Nai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22520003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Huỳnh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Trọng</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Nghĩa</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25/06/2004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Đắk</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Nông</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Trần Như Cẩm Nguyên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21/06/2004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Ninh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Thuận</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Võ Quốc Thịnh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11/02/2004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Cà</a:t>
                      </a:r>
                      <a:r>
                        <a:rPr lang="en-US" sz="1600" b="0" i="0" u="none" strike="noStrike" dirty="0">
                          <a:solidFill>
                            <a:srgbClr val="000000"/>
                          </a:solidFill>
                          <a:effectLst/>
                          <a:latin typeface="Times New Roman" panose="02020603050405020304" pitchFamily="18" charset="0"/>
                        </a:rPr>
                        <a:t> Mau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Đinh Thiên 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20/03/2004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Thành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phố</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Hồ</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Chí</a:t>
                      </a:r>
                      <a:r>
                        <a:rPr lang="en-US" sz="16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Ấn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16/03/2004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Hoàng Gia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21/07/2004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Thành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phố</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Hồ</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Chí</a:t>
                      </a:r>
                      <a:r>
                        <a:rPr lang="en-US" sz="16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Nguyễn Trần Khương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25/11/2004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Đồng</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Nai</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Trương Huỳnh Thúy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07/07/2004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Cà</a:t>
                      </a:r>
                      <a:r>
                        <a:rPr lang="en-US" sz="1600" b="0" i="0" u="none" strike="noStrike" dirty="0">
                          <a:solidFill>
                            <a:srgbClr val="000000"/>
                          </a:solidFill>
                          <a:effectLst/>
                          <a:latin typeface="Times New Roman" panose="02020603050405020304" pitchFamily="18" charset="0"/>
                        </a:rPr>
                        <a:t> Mau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Trương Quốc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17/12/2004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dirty="0">
                          <a:solidFill>
                            <a:srgbClr val="000000"/>
                          </a:solidFill>
                          <a:effectLst/>
                          <a:latin typeface="Times New Roman" panose="02020603050405020304" pitchFamily="18" charset="0"/>
                        </a:rPr>
                        <a:t>Tỉnh Bình Dương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Võ Đức Phước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14/09/2004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Hà</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Tĩnh</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Dương Phạm Hoàng Anh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05/10/2004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dirty="0">
                          <a:solidFill>
                            <a:srgbClr val="000000"/>
                          </a:solidFill>
                          <a:effectLst/>
                          <a:latin typeface="Times New Roman" panose="02020603050405020304" pitchFamily="18" charset="0"/>
                        </a:rPr>
                        <a:t>Thành phố Cần Thơ</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Đức Anh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25/11/2004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Khánh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Hòa</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Duy Tâm Anh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03/01/2004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Thừa</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Thiên</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Huế</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3511">
                <a:tc>
                  <a:txBody>
                    <a:bodyPr/>
                    <a:lstStyle/>
                    <a:p>
                      <a:pPr algn="ctr" fontAlgn="b"/>
                      <a:r>
                        <a:rPr lang="en-US" sz="1600" b="0" i="0" u="none" strike="noStrike">
                          <a:solidFill>
                            <a:srgbClr val="000000"/>
                          </a:solidFill>
                          <a:effectLst/>
                          <a:latin typeface="Times New Roman" panose="02020603050405020304" pitchFamily="18"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Phạm Huỳnh Nhựt Anh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08/03/2004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An </a:t>
                      </a:r>
                      <a:r>
                        <a:rPr lang="en-US" sz="1600" b="0" i="0" u="none" strike="noStrike" dirty="0" err="1">
                          <a:solidFill>
                            <a:srgbClr val="000000"/>
                          </a:solidFill>
                          <a:effectLst/>
                          <a:latin typeface="Times New Roman" panose="02020603050405020304" pitchFamily="18" charset="0"/>
                        </a:rPr>
                        <a:t>Giang</a:t>
                      </a:r>
                      <a:endParaRPr lang="en-US" sz="16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spTree>
    <p:extLst>
      <p:ext uri="{BB962C8B-B14F-4D97-AF65-F5344CB8AC3E}">
        <p14:creationId xmlns:p14="http://schemas.microsoft.com/office/powerpoint/2010/main" val="31127047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647E5757-27F5-4B0B-B0D0-8E210CA278E2}"/>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2</a:t>
            </a:r>
            <a:endParaRPr lang="vi-VN" b="1" dirty="0">
              <a:solidFill>
                <a:srgbClr val="FFFF66"/>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68858486"/>
              </p:ext>
            </p:extLst>
          </p:nvPr>
        </p:nvGraphicFramePr>
        <p:xfrm>
          <a:off x="838202" y="1794933"/>
          <a:ext cx="10515597" cy="4735079"/>
        </p:xfrm>
        <a:graphic>
          <a:graphicData uri="http://schemas.openxmlformats.org/drawingml/2006/table">
            <a:tbl>
              <a:tblPr/>
              <a:tblGrid>
                <a:gridCol w="753531"/>
                <a:gridCol w="530578"/>
                <a:gridCol w="688622"/>
                <a:gridCol w="869245"/>
                <a:gridCol w="948266"/>
                <a:gridCol w="2246489"/>
                <a:gridCol w="1130086"/>
                <a:gridCol w="1023831"/>
                <a:gridCol w="2324949"/>
              </a:tblGrid>
              <a:tr h="124526">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a</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err="1">
                          <a:solidFill>
                            <a:srgbClr val="000000"/>
                          </a:solidFill>
                          <a:effectLst/>
                          <a:latin typeface="Times New Roman" panose="02020603050405020304" pitchFamily="18" charset="0"/>
                        </a:rPr>
                        <a:t>Khoa</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err="1">
                          <a:solidFill>
                            <a:srgbClr val="000000"/>
                          </a:solidFill>
                          <a:effectLst/>
                          <a:latin typeface="Times New Roman" panose="02020603050405020304" pitchFamily="18" charset="0"/>
                        </a:rPr>
                        <a:t>Mssv</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Họ</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tên</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ngaysinh</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gioitinh</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noisinh</a:t>
                      </a:r>
                      <a:endParaRPr lang="en-US" sz="18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34973">
                <a:tc>
                  <a:txBody>
                    <a:bodyPr/>
                    <a:lstStyle/>
                    <a:p>
                      <a:pPr algn="ctr" fontAlgn="b"/>
                      <a:r>
                        <a:rPr lang="en-US" sz="1600" b="0" i="0" u="none" strike="noStrike" dirty="0">
                          <a:solidFill>
                            <a:srgbClr val="000000"/>
                          </a:solidFill>
                          <a:effectLst/>
                          <a:latin typeface="Times New Roman" panose="02020603050405020304" pitchFamily="18" charset="0"/>
                        </a:rPr>
                        <a:t>16</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22520069</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Phạm Nguyên Anh</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07/10/2004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Thành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phố</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Hà</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Nội</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dirty="0">
                          <a:solidFill>
                            <a:srgbClr val="000000"/>
                          </a:solidFill>
                          <a:effectLst/>
                          <a:latin typeface="Times New Roman" panose="02020603050405020304" pitchFamily="18" charset="0"/>
                        </a:rPr>
                        <a:t>17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22520083</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Trịnh Thị Lan Anh</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29/05/2004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Nữ</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Tỉnh Long An</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18</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dirty="0">
                          <a:solidFill>
                            <a:srgbClr val="000000"/>
                          </a:solidFill>
                          <a:effectLst/>
                          <a:latin typeface="Times New Roman" panose="02020603050405020304" pitchFamily="18" charset="0"/>
                        </a:rPr>
                        <a:t>22520084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dirty="0">
                          <a:solidFill>
                            <a:srgbClr val="000000"/>
                          </a:solidFill>
                          <a:effectLst/>
                          <a:latin typeface="Times New Roman" panose="02020603050405020304" pitchFamily="18" charset="0"/>
                        </a:rPr>
                        <a:t>Trương Hồng Anh</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22/06/2004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Tỉnh Quảng 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4973">
                <a:tc>
                  <a:txBody>
                    <a:bodyPr/>
                    <a:lstStyle/>
                    <a:p>
                      <a:pPr algn="ctr" fontAlgn="b"/>
                      <a:r>
                        <a:rPr lang="en-US" sz="1600" b="0" i="0" u="none" strike="noStrike">
                          <a:solidFill>
                            <a:srgbClr val="000000"/>
                          </a:solidFill>
                          <a:effectLst/>
                          <a:latin typeface="Times New Roman" panose="02020603050405020304" pitchFamily="18" charset="0"/>
                        </a:rPr>
                        <a:t>19</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22520093</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Nguyễn</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Xuân</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Bách</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19/03/2004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Phú</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Yên</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20</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22520105</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Lê Trần Gia Bảo</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20/11/2004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Thành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phố</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Hồ</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Chí</a:t>
                      </a:r>
                      <a:r>
                        <a:rPr lang="en-US" sz="1600" b="0" i="0" u="none" strike="noStrike" dirty="0">
                          <a:solidFill>
                            <a:srgbClr val="000000"/>
                          </a:solidFill>
                          <a:effectLst/>
                          <a:latin typeface="Times New Roman" panose="02020603050405020304" pitchFamily="18" charset="0"/>
                        </a:rPr>
                        <a:t> Minh</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21</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22520108</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Gia Bảo</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13/12/2003</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Đắk</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Lắk</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22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22520109</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Gia Bảo</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24/05/2004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Đồng</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Nai</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23</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22520121</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Trần Gia Bảo</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27/03/2004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Khánh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Hòa</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4973">
                <a:tc>
                  <a:txBody>
                    <a:bodyPr/>
                    <a:lstStyle/>
                    <a:p>
                      <a:pPr algn="ctr" fontAlgn="b"/>
                      <a:r>
                        <a:rPr lang="en-US" sz="1600" b="0" i="0" u="none" strike="noStrike">
                          <a:solidFill>
                            <a:srgbClr val="000000"/>
                          </a:solidFill>
                          <a:effectLst/>
                          <a:latin typeface="Times New Roman" panose="02020603050405020304" pitchFamily="18" charset="0"/>
                        </a:rPr>
                        <a:t>24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22520136</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Thanh Bình</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18/02/2004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Trà</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Vinh</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4973">
                <a:tc>
                  <a:txBody>
                    <a:bodyPr/>
                    <a:lstStyle/>
                    <a:p>
                      <a:pPr algn="ctr" fontAlgn="b"/>
                      <a:r>
                        <a:rPr lang="en-US" sz="1600" b="0" i="0" u="none" strike="noStrike">
                          <a:solidFill>
                            <a:srgbClr val="000000"/>
                          </a:solidFill>
                          <a:effectLst/>
                          <a:latin typeface="Times New Roman" panose="02020603050405020304" pitchFamily="18" charset="0"/>
                        </a:rPr>
                        <a:t>25</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22520148</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Huỳnh Thị Hải Châu</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03/06/2004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Nữ</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Quảng</a:t>
                      </a:r>
                      <a:r>
                        <a:rPr lang="en-US" sz="1600" b="0" i="0" u="none" strike="noStrike" dirty="0">
                          <a:solidFill>
                            <a:srgbClr val="000000"/>
                          </a:solidFill>
                          <a:effectLst/>
                          <a:latin typeface="Times New Roman" panose="02020603050405020304" pitchFamily="18" charset="0"/>
                        </a:rPr>
                        <a:t> 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4973">
                <a:tc>
                  <a:txBody>
                    <a:bodyPr/>
                    <a:lstStyle/>
                    <a:p>
                      <a:pPr algn="ctr" fontAlgn="b"/>
                      <a:r>
                        <a:rPr lang="en-US" sz="1600" b="0" i="0" u="none" strike="noStrike">
                          <a:solidFill>
                            <a:srgbClr val="000000"/>
                          </a:solidFill>
                          <a:effectLst/>
                          <a:latin typeface="Times New Roman" panose="02020603050405020304" pitchFamily="18" charset="0"/>
                        </a:rPr>
                        <a:t>26</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22520155</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Hoàng Công Chiến</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08/05/2004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Khánh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Hòa</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4973">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22520161</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Hoàng Đức Chung</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10/10/2004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Quảng</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Trị</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28</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22520166</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Tô Quang Chương</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11/02/2004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Bến</a:t>
                      </a:r>
                      <a:r>
                        <a:rPr lang="en-US" sz="1600" b="0" i="0" u="none" strike="noStrike" dirty="0">
                          <a:solidFill>
                            <a:srgbClr val="000000"/>
                          </a:solidFill>
                          <a:effectLst/>
                          <a:latin typeface="Times New Roman" panose="02020603050405020304" pitchFamily="18" charset="0"/>
                        </a:rPr>
                        <a:t> Tre</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444554">
                <a:tc>
                  <a:txBody>
                    <a:bodyPr/>
                    <a:lstStyle/>
                    <a:p>
                      <a:pPr algn="ctr" fontAlgn="b"/>
                      <a:r>
                        <a:rPr lang="en-US" sz="1600" b="0" i="0" u="none" strike="noStrike">
                          <a:solidFill>
                            <a:srgbClr val="000000"/>
                          </a:solidFill>
                          <a:effectLst/>
                          <a:latin typeface="Times New Roman" panose="02020603050405020304" pitchFamily="18" charset="0"/>
                        </a:rPr>
                        <a:t>29</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22520179</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600" b="0" i="0" u="none" strike="noStrike">
                          <a:solidFill>
                            <a:srgbClr val="000000"/>
                          </a:solidFill>
                          <a:effectLst/>
                          <a:latin typeface="Times New Roman" panose="02020603050405020304" pitchFamily="18" charset="0"/>
                        </a:rPr>
                        <a:t>Phan Hoàng Mạnh Cường</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10/10/2004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Thừa</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Thiên</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Huế</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25389">
                <a:tc>
                  <a:txBody>
                    <a:bodyPr/>
                    <a:lstStyle/>
                    <a:p>
                      <a:pPr algn="ctr" fontAlgn="b"/>
                      <a:r>
                        <a:rPr lang="en-US" sz="1600" b="0" i="0" u="none" strike="noStrike">
                          <a:solidFill>
                            <a:srgbClr val="000000"/>
                          </a:solidFill>
                          <a:effectLst/>
                          <a:latin typeface="Times New Roman" panose="02020603050405020304" pitchFamily="18" charset="0"/>
                        </a:rPr>
                        <a:t>30</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27</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KHMT</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600" b="0" i="0" u="none" strike="noStrike">
                          <a:solidFill>
                            <a:srgbClr val="000000"/>
                          </a:solidFill>
                          <a:effectLst/>
                          <a:latin typeface="Times New Roman" panose="02020603050405020304" pitchFamily="18" charset="0"/>
                        </a:rPr>
                        <a:t>22520189</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Nguyễn Hải Đăng</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28/04/2004</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a:solidFill>
                            <a:srgbClr val="000000"/>
                          </a:solidFill>
                          <a:effectLst/>
                          <a:latin typeface="Times New Roman" panose="02020603050405020304" pitchFamily="18" charset="0"/>
                        </a:rPr>
                        <a:t>Nam</a:t>
                      </a: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600" b="0" i="0" u="none" strike="noStrike" dirty="0" err="1">
                          <a:solidFill>
                            <a:srgbClr val="000000"/>
                          </a:solidFill>
                          <a:effectLst/>
                          <a:latin typeface="Times New Roman" panose="02020603050405020304" pitchFamily="18" charset="0"/>
                        </a:rPr>
                        <a:t>Tỉnh</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Hà</a:t>
                      </a:r>
                      <a:r>
                        <a:rPr lang="en-US" sz="1600" b="0" i="0" u="none" strike="noStrike" dirty="0">
                          <a:solidFill>
                            <a:srgbClr val="000000"/>
                          </a:solidFill>
                          <a:effectLst/>
                          <a:latin typeface="Times New Roman" panose="02020603050405020304" pitchFamily="18" charset="0"/>
                        </a:rPr>
                        <a:t> </a:t>
                      </a:r>
                      <a:r>
                        <a:rPr lang="en-US" sz="1600" b="0" i="0" u="none" strike="noStrike" dirty="0" err="1">
                          <a:solidFill>
                            <a:srgbClr val="000000"/>
                          </a:solidFill>
                          <a:effectLst/>
                          <a:latin typeface="Times New Roman" panose="02020603050405020304" pitchFamily="18" charset="0"/>
                        </a:rPr>
                        <a:t>Tĩnh</a:t>
                      </a:r>
                      <a:endParaRPr lang="en-US" sz="1600" b="0" i="0" u="none" strike="noStrike" dirty="0">
                        <a:solidFill>
                          <a:srgbClr val="000000"/>
                        </a:solidFill>
                        <a:effectLst/>
                        <a:latin typeface="Times New Roman" panose="02020603050405020304" pitchFamily="18" charset="0"/>
                      </a:endParaRPr>
                    </a:p>
                  </a:txBody>
                  <a:tcPr marL="6183" marR="6183" marT="61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762441083"/>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620082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2DF0E994-F50F-4066-B931-F4F3C891182A}"/>
              </a:ext>
            </a:extLst>
          </p:cNvPr>
          <p:cNvSpPr>
            <a:spLocks noGrp="1"/>
          </p:cNvSpPr>
          <p:nvPr>
            <p:ph type="title"/>
          </p:nvPr>
        </p:nvSpPr>
        <p:spPr>
          <a:xfrm>
            <a:off x="838200" y="121154"/>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3</a:t>
            </a:r>
            <a:endParaRPr lang="vi-VN" b="1" dirty="0">
              <a:solidFill>
                <a:srgbClr val="FFFF66"/>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09515038"/>
              </p:ext>
            </p:extLst>
          </p:nvPr>
        </p:nvGraphicFramePr>
        <p:xfrm>
          <a:off x="838198" y="1404946"/>
          <a:ext cx="10597443" cy="4737815"/>
        </p:xfrm>
        <a:graphic>
          <a:graphicData uri="http://schemas.openxmlformats.org/drawingml/2006/table">
            <a:tbl>
              <a:tblPr/>
              <a:tblGrid>
                <a:gridCol w="764824"/>
                <a:gridCol w="643467"/>
                <a:gridCol w="733778"/>
                <a:gridCol w="925689"/>
                <a:gridCol w="1038577"/>
                <a:gridCol w="3048000"/>
                <a:gridCol w="1083734"/>
                <a:gridCol w="869244"/>
                <a:gridCol w="1490130"/>
              </a:tblGrid>
              <a:tr h="135154">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63565">
                <a:tc>
                  <a:txBody>
                    <a:bodyPr/>
                    <a:lstStyle/>
                    <a:p>
                      <a:pPr algn="ctr" fontAlgn="b"/>
                      <a:r>
                        <a:rPr lang="en-US" sz="1800" b="0" i="0" u="none" strike="noStrike">
                          <a:solidFill>
                            <a:srgbClr val="000000"/>
                          </a:solidFill>
                          <a:effectLst/>
                          <a:latin typeface="Times New Roman" panose="02020603050405020304" pitchFamily="18" charset="0"/>
                        </a:rPr>
                        <a:t>31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22520192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Hồng Đăng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12/11/2004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Lắk</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8331">
                <a:tc>
                  <a:txBody>
                    <a:bodyPr/>
                    <a:lstStyle/>
                    <a:p>
                      <a:pPr algn="ctr" fontAlgn="b"/>
                      <a:r>
                        <a:rPr lang="en-US" sz="1800" b="0" i="0" u="none" strike="noStrike">
                          <a:solidFill>
                            <a:srgbClr val="000000"/>
                          </a:solidFill>
                          <a:effectLst/>
                          <a:latin typeface="Times New Roman" panose="02020603050405020304" pitchFamily="18" charset="0"/>
                        </a:rPr>
                        <a:t>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22520193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Phan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Thanh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Đăng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15/10/2004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smtClean="0">
                          <a:solidFill>
                            <a:srgbClr val="000000"/>
                          </a:solidFill>
                          <a:effectLst/>
                          <a:latin typeface="Times New Roman" panose="02020603050405020304" pitchFamily="18" charset="0"/>
                        </a:rPr>
                        <a:t> </a:t>
                      </a:r>
                      <a:r>
                        <a:rPr lang="vi-VN" sz="1800" b="0" i="0" u="none" strike="noStrike" dirty="0">
                          <a:solidFill>
                            <a:srgbClr val="000000"/>
                          </a:solidFill>
                          <a:effectLst/>
                          <a:latin typeface="Times New Roman" panose="02020603050405020304" pitchFamily="18" charset="0"/>
                        </a:rPr>
                        <a:t>Bình Phước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63565">
                <a:tc>
                  <a:txBody>
                    <a:bodyPr/>
                    <a:lstStyle/>
                    <a:p>
                      <a:pPr algn="ctr" fontAlgn="b"/>
                      <a:r>
                        <a:rPr lang="en-US" sz="1800" b="0" i="0" u="none" strike="noStrike">
                          <a:solidFill>
                            <a:srgbClr val="000000"/>
                          </a:solidFill>
                          <a:effectLst/>
                          <a:latin typeface="Times New Roman" panose="02020603050405020304" pitchFamily="18" charset="0"/>
                        </a:rPr>
                        <a:t>33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22520195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Trần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Đăng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31/03/2004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63565">
                <a:tc>
                  <a:txBody>
                    <a:bodyPr/>
                    <a:lstStyle/>
                    <a:p>
                      <a:pPr algn="ctr" fontAlgn="b"/>
                      <a:r>
                        <a:rPr lang="en-US" sz="1800" b="0" i="0" u="none" strike="noStrike">
                          <a:solidFill>
                            <a:srgbClr val="000000"/>
                          </a:solidFill>
                          <a:effectLst/>
                          <a:latin typeface="Times New Roman" panose="02020603050405020304" pitchFamily="18" charset="0"/>
                        </a:rPr>
                        <a:t>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22520197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Nguyên Đăng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Trị</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6299">
                <a:tc>
                  <a:txBody>
                    <a:bodyPr/>
                    <a:lstStyle/>
                    <a:p>
                      <a:pPr algn="ctr" fontAlgn="b"/>
                      <a:r>
                        <a:rPr lang="en-US" sz="1800" b="0" i="0" u="none" strike="noStrike">
                          <a:solidFill>
                            <a:srgbClr val="000000"/>
                          </a:solidFill>
                          <a:effectLst/>
                          <a:latin typeface="Times New Roman" panose="02020603050405020304" pitchFamily="18" charset="0"/>
                        </a:rPr>
                        <a:t>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Dương Đình Phương Dao</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23/06/2004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4629">
                <a:tc>
                  <a:txBody>
                    <a:bodyPr/>
                    <a:lstStyle/>
                    <a:p>
                      <a:pPr algn="ctr" fontAlgn="b"/>
                      <a:r>
                        <a:rPr lang="en-US" sz="1800" b="0" i="0" u="none" strike="noStrike">
                          <a:solidFill>
                            <a:srgbClr val="000000"/>
                          </a:solidFill>
                          <a:effectLst/>
                          <a:latin typeface="Times New Roman" panose="02020603050405020304" pitchFamily="18" charset="0"/>
                        </a:rPr>
                        <a:t>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Đỗ Văn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4629">
                <a:tc>
                  <a:txBody>
                    <a:bodyPr/>
                    <a:lstStyle/>
                    <a:p>
                      <a:pPr algn="ctr" fontAlgn="b"/>
                      <a:r>
                        <a:rPr lang="en-US" sz="1800" b="0" i="0" u="none" strike="noStrike">
                          <a:solidFill>
                            <a:srgbClr val="000000"/>
                          </a:solidFill>
                          <a:effectLst/>
                          <a:latin typeface="Times New Roman" panose="02020603050405020304" pitchFamily="18" charset="0"/>
                        </a:rPr>
                        <a:t>37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Danh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26/09/2004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4629">
                <a:tc>
                  <a:txBody>
                    <a:bodyPr/>
                    <a:lstStyle/>
                    <a:p>
                      <a:pPr algn="ctr" fontAlgn="b"/>
                      <a:r>
                        <a:rPr lang="en-US" sz="1800" b="0" i="0" u="none" strike="noStrike">
                          <a:solidFill>
                            <a:srgbClr val="000000"/>
                          </a:solidFill>
                          <a:effectLst/>
                          <a:latin typeface="Times New Roman" panose="02020603050405020304" pitchFamily="18" charset="0"/>
                        </a:rPr>
                        <a:t>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Đức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07/09/2004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63565">
                <a:tc>
                  <a:txBody>
                    <a:bodyPr/>
                    <a:lstStyle/>
                    <a:p>
                      <a:pPr algn="ctr" fontAlgn="b"/>
                      <a:r>
                        <a:rPr lang="en-US" sz="1800" b="0" i="0" u="none" strike="noStrike">
                          <a:solidFill>
                            <a:srgbClr val="000000"/>
                          </a:solidFill>
                          <a:effectLst/>
                          <a:latin typeface="Times New Roman" panose="02020603050405020304" pitchFamily="18" charset="0"/>
                        </a:rPr>
                        <a:t>39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Thành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15/07/2004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Lâm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4629">
                <a:tc>
                  <a:txBody>
                    <a:bodyPr/>
                    <a:lstStyle/>
                    <a:p>
                      <a:pPr algn="ctr" fontAlgn="b"/>
                      <a:r>
                        <a:rPr lang="en-US" sz="1800" b="0" i="0" u="none" strike="noStrike">
                          <a:solidFill>
                            <a:srgbClr val="000000"/>
                          </a:solidFill>
                          <a:effectLst/>
                          <a:latin typeface="Times New Roman" panose="02020603050405020304" pitchFamily="18" charset="0"/>
                        </a:rPr>
                        <a:t>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22520234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Phùng Văn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20/09/2004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Kon</a:t>
                      </a:r>
                      <a:r>
                        <a:rPr lang="en-US" sz="1800" b="0" i="0" u="none" strike="noStrike" dirty="0">
                          <a:solidFill>
                            <a:srgbClr val="000000"/>
                          </a:solidFill>
                          <a:effectLst/>
                          <a:latin typeface="Times New Roman" panose="02020603050405020304" pitchFamily="18" charset="0"/>
                        </a:rPr>
                        <a:t> Tum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63565">
                <a:tc>
                  <a:txBody>
                    <a:bodyPr/>
                    <a:lstStyle/>
                    <a:p>
                      <a:pPr algn="ctr" fontAlgn="b"/>
                      <a:r>
                        <a:rPr lang="en-US" sz="1800" b="0" i="0" u="none" strike="noStrike">
                          <a:solidFill>
                            <a:srgbClr val="000000"/>
                          </a:solidFill>
                          <a:effectLst/>
                          <a:latin typeface="Times New Roman" panose="02020603050405020304" pitchFamily="18" charset="0"/>
                        </a:rPr>
                        <a:t>41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Quang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05/09/2004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Trị</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4629">
                <a:tc>
                  <a:txBody>
                    <a:bodyPr/>
                    <a:lstStyle/>
                    <a:p>
                      <a:pPr algn="ctr" fontAlgn="b"/>
                      <a:r>
                        <a:rPr lang="en-US" sz="1800" b="0" i="0" u="none" strike="noStrike">
                          <a:solidFill>
                            <a:srgbClr val="000000"/>
                          </a:solidFill>
                          <a:effectLst/>
                          <a:latin typeface="Times New Roman" panose="02020603050405020304" pitchFamily="18" charset="0"/>
                        </a:rPr>
                        <a:t>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Triệu Tấn Đạt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21/04/2004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An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4629">
                <a:tc>
                  <a:txBody>
                    <a:bodyPr/>
                    <a:lstStyle/>
                    <a:p>
                      <a:pPr algn="ctr" fontAlgn="b"/>
                      <a:r>
                        <a:rPr lang="en-US" sz="1800" b="0" i="0" u="none" strike="noStrike">
                          <a:solidFill>
                            <a:srgbClr val="000000"/>
                          </a:solidFill>
                          <a:effectLst/>
                          <a:latin typeface="Times New Roman" panose="02020603050405020304" pitchFamily="18" charset="0"/>
                        </a:rPr>
                        <a:t>43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Vũ Bích Diệp</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17/05/2004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Hải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Phòng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139034">
                <a:tc>
                  <a:txBody>
                    <a:bodyPr/>
                    <a:lstStyle/>
                    <a:p>
                      <a:pPr algn="ctr" fontAlgn="b"/>
                      <a:r>
                        <a:rPr lang="en-US" sz="1800" b="0" i="0" u="none" strike="noStrike">
                          <a:solidFill>
                            <a:srgbClr val="000000"/>
                          </a:solidFill>
                          <a:effectLst/>
                          <a:latin typeface="Times New Roman" panose="02020603050405020304" pitchFamily="18" charset="0"/>
                        </a:rPr>
                        <a:t>44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22520253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Phan Trọng Đĩnh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23/12/2004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Lâm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037482072"/>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3342826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F845B261-BBEA-4603-86C8-DE9522EA7E6F}"/>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4</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824186861"/>
              </p:ext>
            </p:extLst>
          </p:nvPr>
        </p:nvGraphicFramePr>
        <p:xfrm>
          <a:off x="838202" y="1795344"/>
          <a:ext cx="10515596" cy="4535003"/>
        </p:xfrm>
        <a:graphic>
          <a:graphicData uri="http://schemas.openxmlformats.org/drawingml/2006/table">
            <a:tbl>
              <a:tblPr/>
              <a:tblGrid>
                <a:gridCol w="756422"/>
                <a:gridCol w="624469"/>
                <a:gridCol w="646770"/>
                <a:gridCol w="992459"/>
                <a:gridCol w="1237785"/>
                <a:gridCol w="2375210"/>
                <a:gridCol w="1193181"/>
                <a:gridCol w="1014761"/>
                <a:gridCol w="1674539"/>
              </a:tblGrid>
              <a:tr h="162825">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dirty="0">
                          <a:solidFill>
                            <a:srgbClr val="000000"/>
                          </a:solidFill>
                          <a:effectLst/>
                          <a:latin typeface="Times New Roman" panose="02020603050405020304" pitchFamily="18" charset="0"/>
                        </a:rPr>
                        <a:t>45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22520256</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Thế Đoàn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11/04/2004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Trị</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46</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22520263</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Đinh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Tuệ</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Đức</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22/09/2004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Đồng Tháp</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47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22520270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Hữu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Đức</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13/11/2004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Hà Tĩnh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48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22520273</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Viết Đức</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04/01/2004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Tĩnh</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49</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22520278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Anh Dũng</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06/09/2004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50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22520279</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Tấn Dũng</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03/02/2004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51</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22520297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Lê Minh Dương</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04/09/2004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Thọ</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52</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22520302</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Mai Dương</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28/02/2002</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Nội</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53</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22520318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Lương Văn Duy</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12/02/2004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Nghệ</a:t>
                      </a:r>
                      <a:r>
                        <a:rPr lang="en-US" sz="1800" b="0" i="0" u="none" strike="noStrike" dirty="0">
                          <a:solidFill>
                            <a:srgbClr val="000000"/>
                          </a:solidFill>
                          <a:effectLst/>
                          <a:latin typeface="Times New Roman" panose="02020603050405020304" pitchFamily="18" charset="0"/>
                        </a:rPr>
                        <a:t> An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54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22520320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Ngô Minh Bảo Duy</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28/05/2004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84271">
                <a:tc>
                  <a:txBody>
                    <a:bodyPr/>
                    <a:lstStyle/>
                    <a:p>
                      <a:pPr algn="ctr" fontAlgn="b"/>
                      <a:r>
                        <a:rPr lang="en-US" sz="1800" b="0" i="0" u="none" strike="noStrike">
                          <a:solidFill>
                            <a:srgbClr val="000000"/>
                          </a:solidFill>
                          <a:effectLst/>
                          <a:latin typeface="Times New Roman" panose="02020603050405020304" pitchFamily="18" charset="0"/>
                        </a:rPr>
                        <a:t>55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22520345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Trần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Duy</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12/05/2004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Tĩnh</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5688">
                <a:tc>
                  <a:txBody>
                    <a:bodyPr/>
                    <a:lstStyle/>
                    <a:p>
                      <a:pPr algn="ctr" fontAlgn="b"/>
                      <a:r>
                        <a:rPr lang="en-US" sz="1800" b="0" i="0" u="none" strike="noStrike">
                          <a:solidFill>
                            <a:srgbClr val="000000"/>
                          </a:solidFill>
                          <a:effectLst/>
                          <a:latin typeface="Times New Roman" panose="02020603050405020304" pitchFamily="18" charset="0"/>
                        </a:rPr>
                        <a:t>56</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22520348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Cáp</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Mỹ</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Duyên</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17/01/2004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630">
                <a:tc>
                  <a:txBody>
                    <a:bodyPr/>
                    <a:lstStyle/>
                    <a:p>
                      <a:pPr algn="ctr" fontAlgn="b"/>
                      <a:r>
                        <a:rPr lang="en-US" sz="1800" b="0" i="0" u="none" strike="noStrike">
                          <a:solidFill>
                            <a:srgbClr val="000000"/>
                          </a:solidFill>
                          <a:effectLst/>
                          <a:latin typeface="Times New Roman" panose="02020603050405020304" pitchFamily="18" charset="0"/>
                        </a:rPr>
                        <a:t>57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22520355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Hoàng Trường Giang</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04/12/1998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4712">
                <a:tc>
                  <a:txBody>
                    <a:bodyPr/>
                    <a:lstStyle/>
                    <a:p>
                      <a:pPr algn="ctr" fontAlgn="b"/>
                      <a:r>
                        <a:rPr lang="en-US" sz="1800" b="0" i="0" u="none" strike="noStrike">
                          <a:solidFill>
                            <a:srgbClr val="000000"/>
                          </a:solidFill>
                          <a:effectLst/>
                          <a:latin typeface="Times New Roman" panose="02020603050405020304" pitchFamily="18" charset="0"/>
                        </a:rPr>
                        <a:t>58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22520356</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Huỳnh Giang</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04/05/2004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Yên</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46591210"/>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5211593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D49E9C22-BE46-4298-B2CB-C07F5C38F319}"/>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5</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544820983"/>
              </p:ext>
            </p:extLst>
          </p:nvPr>
        </p:nvGraphicFramePr>
        <p:xfrm>
          <a:off x="838202" y="1806498"/>
          <a:ext cx="10515596" cy="4672554"/>
        </p:xfrm>
        <a:graphic>
          <a:graphicData uri="http://schemas.openxmlformats.org/drawingml/2006/table">
            <a:tbl>
              <a:tblPr/>
              <a:tblGrid>
                <a:gridCol w="801027"/>
                <a:gridCol w="657922"/>
                <a:gridCol w="613317"/>
                <a:gridCol w="925552"/>
                <a:gridCol w="1048214"/>
                <a:gridCol w="2665142"/>
                <a:gridCol w="1182029"/>
                <a:gridCol w="847493"/>
                <a:gridCol w="1774900"/>
              </a:tblGrid>
              <a:tr h="146366">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a</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93722">
                <a:tc>
                  <a:txBody>
                    <a:bodyPr/>
                    <a:lstStyle/>
                    <a:p>
                      <a:pPr algn="ctr" fontAlgn="b"/>
                      <a:r>
                        <a:rPr lang="en-US" sz="1800" b="0" i="0" u="none" strike="noStrike">
                          <a:solidFill>
                            <a:srgbClr val="000000"/>
                          </a:solidFill>
                          <a:effectLst/>
                          <a:latin typeface="Times New Roman" panose="02020603050405020304" pitchFamily="18" charset="0"/>
                        </a:rPr>
                        <a:t>59</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22520361</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Trần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Cẩm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20/03/2004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Bình Định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22520363</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Văn Giáp</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11/02/2004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Nghệ</a:t>
                      </a:r>
                      <a:r>
                        <a:rPr lang="en-US" sz="1800" b="0" i="0" u="none" strike="noStrike" dirty="0">
                          <a:solidFill>
                            <a:srgbClr val="000000"/>
                          </a:solidFill>
                          <a:effectLst/>
                          <a:latin typeface="Times New Roman" panose="02020603050405020304" pitchFamily="18" charset="0"/>
                        </a:rPr>
                        <a:t> An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61</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22520364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Văn Giáp</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01/11/2004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62</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22520368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Chu Minh Nhật Hạ</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15/06/2004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93722">
                <a:tc>
                  <a:txBody>
                    <a:bodyPr/>
                    <a:lstStyle/>
                    <a:p>
                      <a:pPr algn="ctr" fontAlgn="b"/>
                      <a:r>
                        <a:rPr lang="en-US" sz="1800" b="0" i="0" u="none" strike="noStrike">
                          <a:solidFill>
                            <a:srgbClr val="000000"/>
                          </a:solidFill>
                          <a:effectLst/>
                          <a:latin typeface="Times New Roman" panose="02020603050405020304" pitchFamily="18" charset="0"/>
                        </a:rPr>
                        <a:t>63</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22520375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Vương Dương Thái Hà</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28/05/2004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93722">
                <a:tc>
                  <a:txBody>
                    <a:bodyPr/>
                    <a:lstStyle/>
                    <a:p>
                      <a:pPr algn="ctr" fontAlgn="b"/>
                      <a:r>
                        <a:rPr lang="en-US" sz="1800" b="0" i="0" u="none" strike="noStrike">
                          <a:solidFill>
                            <a:srgbClr val="000000"/>
                          </a:solidFill>
                          <a:effectLst/>
                          <a:latin typeface="Times New Roman" panose="02020603050405020304" pitchFamily="18" charset="0"/>
                        </a:rPr>
                        <a:t>64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22520377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Bùi Nguyễn Kim Hải</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18/05/2004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Tiền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22520379</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Đào Minh Hải</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12/12/2004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Nai</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66</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22520380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Hồ Ngọc Hải</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25/10/2004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Ngãi</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22520382</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Hồng Phúc Hải</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16/03/2004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93722">
                <a:tc>
                  <a:txBody>
                    <a:bodyPr/>
                    <a:lstStyle/>
                    <a:p>
                      <a:pPr algn="ctr" fontAlgn="b"/>
                      <a:r>
                        <a:rPr lang="en-US" sz="1800" b="0" i="0" u="none" strike="noStrike">
                          <a:solidFill>
                            <a:srgbClr val="000000"/>
                          </a:solidFill>
                          <a:effectLst/>
                          <a:latin typeface="Times New Roman" panose="02020603050405020304" pitchFamily="18" charset="0"/>
                        </a:rPr>
                        <a:t>68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22520390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Phan Thanh Hải</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25/04/2004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smtClean="0">
                          <a:solidFill>
                            <a:srgbClr val="000000"/>
                          </a:solidFill>
                          <a:effectLst/>
                          <a:latin typeface="Times New Roman" panose="02020603050405020304" pitchFamily="18" charset="0"/>
                        </a:rPr>
                        <a:t>Hồ</a:t>
                      </a:r>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69</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22520394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Tăng Gia Hân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10/03/2004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70</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22520395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Tăng Mỹ Hân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10/03/2004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71</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22520398</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Lâm Trần Phúc Hảo</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16/04/2004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smtClean="0">
                          <a:solidFill>
                            <a:srgbClr val="000000"/>
                          </a:solidFill>
                          <a:effectLst/>
                          <a:latin typeface="Times New Roman" panose="02020603050405020304" pitchFamily="18" charset="0"/>
                        </a:rPr>
                        <a:t>Đà</a:t>
                      </a:r>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Nẵng</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4921">
                <a:tc>
                  <a:txBody>
                    <a:bodyPr/>
                    <a:lstStyle/>
                    <a:p>
                      <a:pPr algn="ctr" fontAlgn="b"/>
                      <a:r>
                        <a:rPr lang="en-US" sz="1800" b="0" i="0" u="none" strike="noStrike">
                          <a:solidFill>
                            <a:srgbClr val="000000"/>
                          </a:solidFill>
                          <a:effectLst/>
                          <a:latin typeface="Times New Roman" panose="02020603050405020304" pitchFamily="18" charset="0"/>
                        </a:rPr>
                        <a:t>72</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22520414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Hồ Trọng Hiển</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28/05/2004</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7286" marR="7286" marT="728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582964665"/>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0344260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5DBB422A-3C2A-421C-82EA-B8EB32891F12}"/>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6</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718140687"/>
              </p:ext>
            </p:extLst>
          </p:nvPr>
        </p:nvGraphicFramePr>
        <p:xfrm>
          <a:off x="838197" y="1862257"/>
          <a:ext cx="11138214" cy="4672358"/>
        </p:xfrm>
        <a:graphic>
          <a:graphicData uri="http://schemas.openxmlformats.org/drawingml/2006/table">
            <a:tbl>
              <a:tblPr/>
              <a:tblGrid>
                <a:gridCol w="724328"/>
                <a:gridCol w="726278"/>
                <a:gridCol w="749706"/>
                <a:gridCol w="819991"/>
                <a:gridCol w="983990"/>
                <a:gridCol w="2647398"/>
                <a:gridCol w="1276843"/>
                <a:gridCol w="913705"/>
                <a:gridCol w="2295975"/>
              </a:tblGrid>
              <a:tr h="267125">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35716">
                <a:tc>
                  <a:txBody>
                    <a:bodyPr/>
                    <a:lstStyle/>
                    <a:p>
                      <a:pPr algn="ctr" fontAlgn="b"/>
                      <a:r>
                        <a:rPr lang="en-US" sz="1800" b="0" i="0" u="none" strike="noStrike" dirty="0">
                          <a:solidFill>
                            <a:srgbClr val="000000"/>
                          </a:solidFill>
                          <a:effectLst/>
                          <a:latin typeface="Times New Roman" panose="02020603050405020304" pitchFamily="18" charset="0"/>
                        </a:rPr>
                        <a:t>73</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22520424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Thái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Hiển</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10/08/2004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Gia Lai</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125">
                <a:tc>
                  <a:txBody>
                    <a:bodyPr/>
                    <a:lstStyle/>
                    <a:p>
                      <a:pPr algn="ctr" fontAlgn="b"/>
                      <a:r>
                        <a:rPr lang="en-US" sz="1800" b="0" i="0" u="none" strike="noStrike">
                          <a:solidFill>
                            <a:srgbClr val="000000"/>
                          </a:solidFill>
                          <a:effectLst/>
                          <a:latin typeface="Times New Roman" panose="02020603050405020304" pitchFamily="18" charset="0"/>
                        </a:rPr>
                        <a:t>74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22520431</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Đỗ</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Hiếu</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09/10/2004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Thành phố Cần Thơ</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5716">
                <a:tc>
                  <a:txBody>
                    <a:bodyPr/>
                    <a:lstStyle/>
                    <a:p>
                      <a:pPr algn="ctr" fontAlgn="b"/>
                      <a:r>
                        <a:rPr lang="en-US" sz="1800" b="0" i="0" u="none" strike="noStrike">
                          <a:solidFill>
                            <a:srgbClr val="000000"/>
                          </a:solidFill>
                          <a:effectLst/>
                          <a:latin typeface="Times New Roman" panose="02020603050405020304" pitchFamily="18" charset="0"/>
                        </a:rPr>
                        <a:t>75</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22520440</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Minh </a:t>
                      </a:r>
                      <a:r>
                        <a:rPr lang="en-US" sz="1800" b="0" i="0" u="none" strike="noStrike" dirty="0" err="1">
                          <a:solidFill>
                            <a:srgbClr val="000000"/>
                          </a:solidFill>
                          <a:effectLst/>
                          <a:latin typeface="Times New Roman" panose="02020603050405020304" pitchFamily="18" charset="0"/>
                        </a:rPr>
                        <a:t>Hiếu</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14/09/2004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5716">
                <a:tc>
                  <a:txBody>
                    <a:bodyPr/>
                    <a:lstStyle/>
                    <a:p>
                      <a:pPr algn="ctr" fontAlgn="b"/>
                      <a:r>
                        <a:rPr lang="en-US" sz="1800" b="0" i="0" u="none" strike="noStrike">
                          <a:solidFill>
                            <a:srgbClr val="000000"/>
                          </a:solidFill>
                          <a:effectLst/>
                          <a:latin typeface="Times New Roman" panose="02020603050405020304" pitchFamily="18" charset="0"/>
                        </a:rPr>
                        <a:t>76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22520452</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Nguyễn Hoàng Hiệp</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26/04/2004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999</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125">
                <a:tc>
                  <a:txBody>
                    <a:bodyPr/>
                    <a:lstStyle/>
                    <a:p>
                      <a:pPr algn="ctr" fontAlgn="b"/>
                      <a:r>
                        <a:rPr lang="en-US" sz="1800" b="0" i="0" u="none" strike="noStrike">
                          <a:solidFill>
                            <a:srgbClr val="000000"/>
                          </a:solidFill>
                          <a:effectLst/>
                          <a:latin typeface="Times New Roman" panose="02020603050405020304" pitchFamily="18" charset="0"/>
                        </a:rPr>
                        <a:t>77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22520459</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Đoàn Văn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12/12/2004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Tỉnh Bình Phước</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125">
                <a:tc>
                  <a:txBody>
                    <a:bodyPr/>
                    <a:lstStyle/>
                    <a:p>
                      <a:pPr algn="ctr" fontAlgn="b"/>
                      <a:r>
                        <a:rPr lang="en-US" sz="1800" b="0" i="0" u="none" strike="noStrike">
                          <a:solidFill>
                            <a:srgbClr val="000000"/>
                          </a:solidFill>
                          <a:effectLst/>
                          <a:latin typeface="Times New Roman" panose="02020603050405020304" pitchFamily="18" charset="0"/>
                        </a:rPr>
                        <a:t>78</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22520460</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Hà Huy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05/10/2004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125">
                <a:tc>
                  <a:txBody>
                    <a:bodyPr/>
                    <a:lstStyle/>
                    <a:p>
                      <a:pPr algn="ctr" fontAlgn="b"/>
                      <a:r>
                        <a:rPr lang="en-US" sz="1800" b="0" i="0" u="none" strike="noStrike">
                          <a:solidFill>
                            <a:srgbClr val="000000"/>
                          </a:solidFill>
                          <a:effectLst/>
                          <a:latin typeface="Times New Roman" panose="02020603050405020304" pitchFamily="18" charset="0"/>
                        </a:rPr>
                        <a:t>79</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22520465</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Văn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02/08/2004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5716">
                <a:tc>
                  <a:txBody>
                    <a:bodyPr/>
                    <a:lstStyle/>
                    <a:p>
                      <a:pPr algn="ctr" fontAlgn="b"/>
                      <a:r>
                        <a:rPr lang="en-US" sz="1800" b="0" i="0" u="none" strike="noStrike">
                          <a:solidFill>
                            <a:srgbClr val="000000"/>
                          </a:solidFill>
                          <a:effectLst/>
                          <a:latin typeface="Times New Roman" panose="02020603050405020304" pitchFamily="18" charset="0"/>
                        </a:rPr>
                        <a:t>80</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22520467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Duy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19/08/2004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Nội</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5716">
                <a:tc>
                  <a:txBody>
                    <a:bodyPr/>
                    <a:lstStyle/>
                    <a:p>
                      <a:pPr algn="ctr" fontAlgn="b"/>
                      <a:r>
                        <a:rPr lang="en-US" sz="1800" b="0" i="0" u="none" strike="noStrike">
                          <a:solidFill>
                            <a:srgbClr val="000000"/>
                          </a:solidFill>
                          <a:effectLst/>
                          <a:latin typeface="Times New Roman" panose="02020603050405020304" pitchFamily="18" charset="0"/>
                        </a:rPr>
                        <a:t>81</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22520472</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Đăng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15/01/2004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Nông</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75060">
                <a:tc>
                  <a:txBody>
                    <a:bodyPr/>
                    <a:lstStyle/>
                    <a:p>
                      <a:pPr algn="ctr" fontAlgn="b"/>
                      <a:r>
                        <a:rPr lang="en-US" sz="1800" b="0" i="0" u="none" strike="noStrike">
                          <a:solidFill>
                            <a:srgbClr val="000000"/>
                          </a:solidFill>
                          <a:effectLst/>
                          <a:latin typeface="Times New Roman" panose="02020603050405020304" pitchFamily="18" charset="0"/>
                        </a:rPr>
                        <a:t>82</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22520474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Đức Huy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19/09/2004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5716">
                <a:tc>
                  <a:txBody>
                    <a:bodyPr/>
                    <a:lstStyle/>
                    <a:p>
                      <a:pPr algn="ctr" fontAlgn="b"/>
                      <a:r>
                        <a:rPr lang="en-US" sz="1800" b="0" i="0" u="none" strike="noStrike">
                          <a:solidFill>
                            <a:srgbClr val="000000"/>
                          </a:solidFill>
                          <a:effectLst/>
                          <a:latin typeface="Times New Roman" panose="02020603050405020304" pitchFamily="18" charset="0"/>
                        </a:rPr>
                        <a:t>83</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22520477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Thạch Minh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01/03/2004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Vinh</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125">
                <a:tc>
                  <a:txBody>
                    <a:bodyPr/>
                    <a:lstStyle/>
                    <a:p>
                      <a:pPr algn="ctr" fontAlgn="b"/>
                      <a:r>
                        <a:rPr lang="en-US" sz="1800" b="0" i="0" u="none" strike="noStrike">
                          <a:solidFill>
                            <a:srgbClr val="000000"/>
                          </a:solidFill>
                          <a:effectLst/>
                          <a:latin typeface="Times New Roman" panose="02020603050405020304" pitchFamily="18" charset="0"/>
                        </a:rPr>
                        <a:t>84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22520480</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Văn Tiến Hoàng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03/04/2004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Nông</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7125">
                <a:tc>
                  <a:txBody>
                    <a:bodyPr/>
                    <a:lstStyle/>
                    <a:p>
                      <a:pPr algn="ctr" fontAlgn="b"/>
                      <a:r>
                        <a:rPr lang="en-US" sz="1800" b="0" i="0" u="none" strike="noStrike">
                          <a:solidFill>
                            <a:srgbClr val="000000"/>
                          </a:solidFill>
                          <a:effectLst/>
                          <a:latin typeface="Times New Roman" panose="02020603050405020304" pitchFamily="18" charset="0"/>
                        </a:rPr>
                        <a:t>85</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22520490</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Đặng Vĩnh Hội</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14/11/2004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Yên</a:t>
                      </a:r>
                      <a:endParaRPr lang="en-US" sz="1800" b="0" i="0" u="none" strike="noStrike" dirty="0">
                        <a:solidFill>
                          <a:srgbClr val="000000"/>
                        </a:solidFill>
                        <a:effectLst/>
                        <a:latin typeface="Times New Roman" panose="02020603050405020304" pitchFamily="18" charset="0"/>
                      </a:endParaRP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5904">
                <a:tc>
                  <a:txBody>
                    <a:bodyPr/>
                    <a:lstStyle/>
                    <a:p>
                      <a:pPr algn="ctr" fontAlgn="b"/>
                      <a:r>
                        <a:rPr lang="en-US" sz="1800" b="0" i="0" u="none" strike="noStrike">
                          <a:solidFill>
                            <a:srgbClr val="000000"/>
                          </a:solidFill>
                          <a:effectLst/>
                          <a:latin typeface="Times New Roman" panose="02020603050405020304" pitchFamily="18" charset="0"/>
                        </a:rPr>
                        <a:t>86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22520507</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Lê Nguyễn Hưng</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06/09/2004</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742517056"/>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9384907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6B287173-535D-48F6-AE78-1109E15E3FB5}"/>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7</a:t>
            </a:r>
            <a:endParaRPr lang="vi-VN" b="1" dirty="0">
              <a:solidFill>
                <a:srgbClr val="FFFF66"/>
              </a:solidFill>
            </a:endParaRP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734917298"/>
              </p:ext>
            </p:extLst>
          </p:nvPr>
        </p:nvGraphicFramePr>
        <p:xfrm>
          <a:off x="838198" y="1690687"/>
          <a:ext cx="10993249" cy="4609752"/>
        </p:xfrm>
        <a:graphic>
          <a:graphicData uri="http://schemas.openxmlformats.org/drawingml/2006/table">
            <a:tbl>
              <a:tblPr/>
              <a:tblGrid>
                <a:gridCol w="656065"/>
                <a:gridCol w="602166"/>
                <a:gridCol w="535259"/>
                <a:gridCol w="981307"/>
                <a:gridCol w="1115122"/>
                <a:gridCol w="2532103"/>
                <a:gridCol w="1070337"/>
                <a:gridCol w="835745"/>
                <a:gridCol w="2665145"/>
              </a:tblGrid>
              <a:tr h="145292">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err="1">
                          <a:solidFill>
                            <a:srgbClr val="000000"/>
                          </a:solidFill>
                          <a:effectLst/>
                          <a:latin typeface="Times New Roman" panose="02020603050405020304" pitchFamily="18" charset="0"/>
                        </a:rPr>
                        <a:t>Khoa</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err="1">
                          <a:solidFill>
                            <a:srgbClr val="000000"/>
                          </a:solidFill>
                          <a:effectLst/>
                          <a:latin typeface="Times New Roman" panose="02020603050405020304" pitchFamily="18" charset="0"/>
                        </a:rPr>
                        <a:t>Mssv</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Họ</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tên</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ngaysinh</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gioitinh</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90838">
                <a:tc>
                  <a:txBody>
                    <a:bodyPr/>
                    <a:lstStyle/>
                    <a:p>
                      <a:pPr algn="ctr" fontAlgn="b"/>
                      <a:r>
                        <a:rPr lang="en-US" sz="1800" b="0" i="0" u="none" strike="noStrike">
                          <a:solidFill>
                            <a:srgbClr val="000000"/>
                          </a:solidFill>
                          <a:effectLst/>
                          <a:latin typeface="Times New Roman" panose="02020603050405020304" pitchFamily="18" charset="0"/>
                        </a:rPr>
                        <a:t>87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22520516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Quốc Hưng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09/11/2004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Hà Tĩnh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90838">
                <a:tc>
                  <a:txBody>
                    <a:bodyPr/>
                    <a:lstStyle/>
                    <a:p>
                      <a:pPr algn="ctr" fontAlgn="b"/>
                      <a:r>
                        <a:rPr lang="en-US" sz="1800" b="0" i="0" u="none" strike="noStrike">
                          <a:solidFill>
                            <a:srgbClr val="000000"/>
                          </a:solidFill>
                          <a:effectLst/>
                          <a:latin typeface="Times New Roman" panose="02020603050405020304" pitchFamily="18" charset="0"/>
                        </a:rPr>
                        <a:t>88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Thanh Hùng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06/02/2004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Ngãi</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7006">
                <a:tc>
                  <a:txBody>
                    <a:bodyPr/>
                    <a:lstStyle/>
                    <a:p>
                      <a:pPr algn="ctr" fontAlgn="b"/>
                      <a:r>
                        <a:rPr lang="en-US" sz="1800" b="0" i="0" u="none" strike="noStrike">
                          <a:solidFill>
                            <a:srgbClr val="000000"/>
                          </a:solidFill>
                          <a:effectLst/>
                          <a:latin typeface="Times New Roman" panose="02020603050405020304" pitchFamily="18" charset="0"/>
                        </a:rPr>
                        <a:t>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22520520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Văn Dương Hùng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06/02/2004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Nghệ</a:t>
                      </a:r>
                      <a:r>
                        <a:rPr lang="en-US" sz="1800" b="0" i="0" u="none" strike="noStrike" dirty="0">
                          <a:solidFill>
                            <a:srgbClr val="000000"/>
                          </a:solidFill>
                          <a:effectLst/>
                          <a:latin typeface="Times New Roman" panose="02020603050405020304" pitchFamily="18" charset="0"/>
                        </a:rPr>
                        <a:t> An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2234">
                <a:tc>
                  <a:txBody>
                    <a:bodyPr/>
                    <a:lstStyle/>
                    <a:p>
                      <a:pPr algn="ctr" fontAlgn="b"/>
                      <a:r>
                        <a:rPr lang="en-US" sz="1800" b="0" i="0" u="none" strike="noStrike">
                          <a:solidFill>
                            <a:srgbClr val="000000"/>
                          </a:solidFill>
                          <a:effectLst/>
                          <a:latin typeface="Times New Roman" panose="02020603050405020304" pitchFamily="18" charset="0"/>
                        </a:rPr>
                        <a:t>90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Phạm Đông Hưng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08/11/2004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2234">
                <a:tc>
                  <a:txBody>
                    <a:bodyPr/>
                    <a:lstStyle/>
                    <a:p>
                      <a:pPr algn="ctr" fontAlgn="b"/>
                      <a:r>
                        <a:rPr lang="en-US" sz="1800" b="0" i="0" u="none" strike="noStrike">
                          <a:solidFill>
                            <a:srgbClr val="000000"/>
                          </a:solidFill>
                          <a:effectLst/>
                          <a:latin typeface="Times New Roman" panose="02020603050405020304" pitchFamily="18" charset="0"/>
                        </a:rPr>
                        <a:t>91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Hoàng Thị Thu Hường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26/06/2004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Tỉnh Bình Phước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2981">
                <a:tc>
                  <a:txBody>
                    <a:bodyPr/>
                    <a:lstStyle/>
                    <a:p>
                      <a:pPr algn="ctr" fontAlgn="b"/>
                      <a:r>
                        <a:rPr lang="en-US" sz="1800" b="0" i="0" u="none" strike="noStrike">
                          <a:solidFill>
                            <a:srgbClr val="000000"/>
                          </a:solidFill>
                          <a:effectLst/>
                          <a:latin typeface="Times New Roman" panose="02020603050405020304" pitchFamily="18" charset="0"/>
                        </a:rPr>
                        <a:t>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22520540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Dương Việt Huy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11/03/2004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Nẵng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2981">
                <a:tc>
                  <a:txBody>
                    <a:bodyPr/>
                    <a:lstStyle/>
                    <a:p>
                      <a:pPr algn="ctr" fontAlgn="b"/>
                      <a:r>
                        <a:rPr lang="en-US" sz="1800" b="0" i="0" u="none" strike="noStrike">
                          <a:solidFill>
                            <a:srgbClr val="000000"/>
                          </a:solidFill>
                          <a:effectLst/>
                          <a:latin typeface="Times New Roman" panose="02020603050405020304" pitchFamily="18" charset="0"/>
                        </a:rPr>
                        <a:t>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Lương Anh Huy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02/02/2004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2981">
                <a:tc>
                  <a:txBody>
                    <a:bodyPr/>
                    <a:lstStyle/>
                    <a:p>
                      <a:pPr algn="ctr" fontAlgn="b"/>
                      <a:r>
                        <a:rPr lang="en-US" sz="1800" b="0" i="0" u="none" strike="noStrike">
                          <a:solidFill>
                            <a:srgbClr val="000000"/>
                          </a:solidFill>
                          <a:effectLst/>
                          <a:latin typeface="Times New Roman" panose="02020603050405020304" pitchFamily="18" charset="0"/>
                        </a:rPr>
                        <a:t>94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22520558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Đình Huy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16/10/2004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4263">
                <a:tc>
                  <a:txBody>
                    <a:bodyPr/>
                    <a:lstStyle/>
                    <a:p>
                      <a:pPr algn="ctr" fontAlgn="b"/>
                      <a:r>
                        <a:rPr lang="en-US" sz="1800" b="0" i="0" u="none" strike="noStrike">
                          <a:solidFill>
                            <a:srgbClr val="000000"/>
                          </a:solidFill>
                          <a:effectLst/>
                          <a:latin typeface="Times New Roman" panose="02020603050405020304" pitchFamily="18" charset="0"/>
                        </a:rPr>
                        <a:t>95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22520564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Quang Huy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04/04/2004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2981">
                <a:tc>
                  <a:txBody>
                    <a:bodyPr/>
                    <a:lstStyle/>
                    <a:p>
                      <a:pPr algn="ctr" fontAlgn="b"/>
                      <a:r>
                        <a:rPr lang="en-US" sz="1800" b="0" i="0" u="none" strike="noStrike">
                          <a:solidFill>
                            <a:srgbClr val="000000"/>
                          </a:solidFill>
                          <a:effectLst/>
                          <a:latin typeface="Times New Roman" panose="02020603050405020304" pitchFamily="18" charset="0"/>
                        </a:rPr>
                        <a:t>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22520567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Tiến Huy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06/05/2004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Nai</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2981">
                <a:tc>
                  <a:txBody>
                    <a:bodyPr/>
                    <a:lstStyle/>
                    <a:p>
                      <a:pPr algn="ctr" fontAlgn="b"/>
                      <a:r>
                        <a:rPr lang="en-US" sz="1800" b="0" i="0" u="none" strike="noStrike">
                          <a:solidFill>
                            <a:srgbClr val="000000"/>
                          </a:solidFill>
                          <a:effectLst/>
                          <a:latin typeface="Times New Roman" panose="02020603050405020304" pitchFamily="18" charset="0"/>
                        </a:rPr>
                        <a:t>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22520581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Triệu Tấn Huy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01/04/2004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8456">
                <a:tc>
                  <a:txBody>
                    <a:bodyPr/>
                    <a:lstStyle/>
                    <a:p>
                      <a:pPr algn="ctr" fontAlgn="b"/>
                      <a:r>
                        <a:rPr lang="en-US" sz="1800" b="0" i="0" u="none" strike="noStrike">
                          <a:solidFill>
                            <a:srgbClr val="000000"/>
                          </a:solidFill>
                          <a:effectLst/>
                          <a:latin typeface="Times New Roman" panose="02020603050405020304" pitchFamily="18" charset="0"/>
                        </a:rPr>
                        <a:t>98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22520588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Bùi Thanh Huyền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27/06/2003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Cà</a:t>
                      </a:r>
                      <a:r>
                        <a:rPr lang="en-US" sz="1800" b="0" i="0" u="none" strike="noStrike" dirty="0">
                          <a:solidFill>
                            <a:srgbClr val="000000"/>
                          </a:solidFill>
                          <a:effectLst/>
                          <a:latin typeface="Times New Roman" panose="02020603050405020304" pitchFamily="18" charset="0"/>
                        </a:rPr>
                        <a:t> Mau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62981">
                <a:tc>
                  <a:txBody>
                    <a:bodyPr/>
                    <a:lstStyle/>
                    <a:p>
                      <a:pPr algn="ctr" fontAlgn="b"/>
                      <a:r>
                        <a:rPr lang="en-US" sz="1800" b="0" i="0" u="none" strike="noStrike">
                          <a:solidFill>
                            <a:srgbClr val="000000"/>
                          </a:solidFill>
                          <a:effectLst/>
                          <a:latin typeface="Times New Roman" panose="02020603050405020304" pitchFamily="18" charset="0"/>
                        </a:rPr>
                        <a:t>99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22520593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Thanh Hỷ</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01/08/2004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99193">
                <a:tc>
                  <a:txBody>
                    <a:bodyPr/>
                    <a:lstStyle/>
                    <a:p>
                      <a:pPr algn="ctr" fontAlgn="b"/>
                      <a:r>
                        <a:rPr lang="en-US" sz="1800" b="0" i="0" u="none" strike="noStrike">
                          <a:solidFill>
                            <a:srgbClr val="000000"/>
                          </a:solidFill>
                          <a:effectLst/>
                          <a:latin typeface="Times New Roman" panose="02020603050405020304" pitchFamily="18" charset="0"/>
                        </a:rPr>
                        <a:t>100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22520619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Duy Khang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08/06/2004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Rịa</a:t>
                      </a:r>
                      <a:r>
                        <a:rPr lang="en-US" sz="1800" b="0" i="0" u="none" strike="noStrike" dirty="0">
                          <a:solidFill>
                            <a:srgbClr val="000000"/>
                          </a:solidFill>
                          <a:effectLst/>
                          <a:latin typeface="Times New Roman" panose="02020603050405020304" pitchFamily="18" charset="0"/>
                        </a:rPr>
                        <a:t> - </a:t>
                      </a:r>
                      <a:r>
                        <a:rPr lang="en-US" sz="1800" b="0" i="0" u="none" strike="noStrike" dirty="0" err="1">
                          <a:solidFill>
                            <a:srgbClr val="000000"/>
                          </a:solidFill>
                          <a:effectLst/>
                          <a:latin typeface="Times New Roman" panose="02020603050405020304" pitchFamily="18" charset="0"/>
                        </a:rPr>
                        <a:t>Vũng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Tàu</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231741962"/>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4212783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2683CEFA-4F00-4F8E-80E4-3B12A5A25FC5}"/>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8</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068709117"/>
              </p:ext>
            </p:extLst>
          </p:nvPr>
        </p:nvGraphicFramePr>
        <p:xfrm>
          <a:off x="278779" y="1817653"/>
          <a:ext cx="11574967" cy="4853285"/>
        </p:xfrm>
        <a:graphic>
          <a:graphicData uri="http://schemas.openxmlformats.org/drawingml/2006/table">
            <a:tbl>
              <a:tblPr/>
              <a:tblGrid>
                <a:gridCol w="583925"/>
                <a:gridCol w="644465"/>
                <a:gridCol w="656181"/>
                <a:gridCol w="1124883"/>
                <a:gridCol w="1359233"/>
                <a:gridCol w="2600827"/>
                <a:gridCol w="1170878"/>
                <a:gridCol w="875406"/>
                <a:gridCol w="2559169"/>
              </a:tblGrid>
              <a:tr h="280670">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42281">
                <a:tc>
                  <a:txBody>
                    <a:bodyPr/>
                    <a:lstStyle/>
                    <a:p>
                      <a:pPr algn="ctr" fontAlgn="b"/>
                      <a:r>
                        <a:rPr lang="en-US" sz="1800" b="0" i="0" u="none" strike="noStrike">
                          <a:solidFill>
                            <a:srgbClr val="000000"/>
                          </a:solidFill>
                          <a:effectLst/>
                          <a:latin typeface="Times New Roman" panose="02020603050405020304" pitchFamily="18" charset="0"/>
                        </a:rPr>
                        <a:t>101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22520623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Nguyên Khang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19/10/2004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An Giang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80655">
                <a:tc>
                  <a:txBody>
                    <a:bodyPr/>
                    <a:lstStyle/>
                    <a:p>
                      <a:pPr algn="ctr" fontAlgn="b"/>
                      <a:r>
                        <a:rPr lang="en-US" sz="1800" b="0" i="0" u="none" strike="noStrike">
                          <a:solidFill>
                            <a:srgbClr val="000000"/>
                          </a:solidFill>
                          <a:effectLst/>
                          <a:latin typeface="Times New Roman" panose="02020603050405020304" pitchFamily="18" charset="0"/>
                        </a:rPr>
                        <a:t>102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22520626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Phùng Vũ Nguyên Khang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27/08/2004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Lắk</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0670">
                <a:tc>
                  <a:txBody>
                    <a:bodyPr/>
                    <a:lstStyle/>
                    <a:p>
                      <a:pPr algn="ctr" fontAlgn="b"/>
                      <a:r>
                        <a:rPr lang="en-US" sz="1800" b="0" i="0" u="none" strike="noStrike">
                          <a:solidFill>
                            <a:srgbClr val="000000"/>
                          </a:solidFill>
                          <a:effectLst/>
                          <a:latin typeface="Times New Roman" panose="02020603050405020304" pitchFamily="18" charset="0"/>
                        </a:rPr>
                        <a:t>103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22520630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Bùi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20/02/2004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Bạc Liêu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2281">
                <a:tc>
                  <a:txBody>
                    <a:bodyPr/>
                    <a:lstStyle/>
                    <a:p>
                      <a:pPr algn="ctr" fontAlgn="b"/>
                      <a:r>
                        <a:rPr lang="en-US" sz="1800" b="0" i="0" u="none" strike="noStrike">
                          <a:solidFill>
                            <a:srgbClr val="000000"/>
                          </a:solidFill>
                          <a:effectLst/>
                          <a:latin typeface="Times New Roman" panose="02020603050405020304" pitchFamily="18" charset="0"/>
                        </a:rPr>
                        <a:t>104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22520638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Trần Quốc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11/07/2004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Lâm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0670">
                <a:tc>
                  <a:txBody>
                    <a:bodyPr/>
                    <a:lstStyle/>
                    <a:p>
                      <a:pPr algn="ctr" fontAlgn="b"/>
                      <a:r>
                        <a:rPr lang="en-US" sz="1800" b="0" i="0" u="none" strike="noStrike">
                          <a:solidFill>
                            <a:srgbClr val="000000"/>
                          </a:solidFill>
                          <a:effectLst/>
                          <a:latin typeface="Times New Roman" panose="02020603050405020304" pitchFamily="18" charset="0"/>
                        </a:rPr>
                        <a:t>105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22520641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Tĩnh</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2281">
                <a:tc>
                  <a:txBody>
                    <a:bodyPr/>
                    <a:lstStyle/>
                    <a:p>
                      <a:pPr algn="ctr" fontAlgn="b"/>
                      <a:r>
                        <a:rPr lang="en-US" sz="1800" b="0" i="0" u="none" strike="noStrike">
                          <a:solidFill>
                            <a:srgbClr val="000000"/>
                          </a:solidFill>
                          <a:effectLst/>
                          <a:latin typeface="Times New Roman" panose="02020603050405020304" pitchFamily="18" charset="0"/>
                        </a:rPr>
                        <a:t>106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22520646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Quốc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13/01/2003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2281">
                <a:tc>
                  <a:txBody>
                    <a:bodyPr/>
                    <a:lstStyle/>
                    <a:p>
                      <a:pPr algn="ctr" fontAlgn="b"/>
                      <a:r>
                        <a:rPr lang="en-US" sz="1800" b="0" i="0" u="none" strike="noStrike">
                          <a:solidFill>
                            <a:srgbClr val="000000"/>
                          </a:solidFill>
                          <a:effectLst/>
                          <a:latin typeface="Times New Roman" panose="02020603050405020304" pitchFamily="18" charset="0"/>
                        </a:rPr>
                        <a:t>107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22520656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Trương Quốc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09/03/2004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Nẵng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0670">
                <a:tc>
                  <a:txBody>
                    <a:bodyPr/>
                    <a:lstStyle/>
                    <a:p>
                      <a:pPr algn="ctr" fontAlgn="b"/>
                      <a:r>
                        <a:rPr lang="en-US" sz="1800" b="0" i="0" u="none" strike="noStrike">
                          <a:solidFill>
                            <a:srgbClr val="000000"/>
                          </a:solidFill>
                          <a:effectLst/>
                          <a:latin typeface="Times New Roman" panose="02020603050405020304" pitchFamily="18" charset="0"/>
                        </a:rPr>
                        <a:t>108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22520658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Văn Quốc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30/07/2004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Trị</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0670">
                <a:tc>
                  <a:txBody>
                    <a:bodyPr/>
                    <a:lstStyle/>
                    <a:p>
                      <a:pPr algn="ctr" fontAlgn="b"/>
                      <a:r>
                        <a:rPr lang="en-US" sz="1800" b="0" i="0" u="none" strike="noStrike">
                          <a:solidFill>
                            <a:srgbClr val="000000"/>
                          </a:solidFill>
                          <a:effectLst/>
                          <a:latin typeface="Times New Roman" panose="02020603050405020304" pitchFamily="18" charset="0"/>
                        </a:rPr>
                        <a:t>109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Đình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11/06/2004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2281">
                <a:tc>
                  <a:txBody>
                    <a:bodyPr/>
                    <a:lstStyle/>
                    <a:p>
                      <a:pPr algn="ctr" fontAlgn="b"/>
                      <a:r>
                        <a:rPr lang="en-US" sz="1800" b="0" i="0" u="none" strike="noStrike">
                          <a:solidFill>
                            <a:srgbClr val="000000"/>
                          </a:solidFill>
                          <a:effectLst/>
                          <a:latin typeface="Times New Roman" panose="02020603050405020304" pitchFamily="18" charset="0"/>
                        </a:rPr>
                        <a:t>110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Đức Định Khánh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05/04/2004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0670">
                <a:tc>
                  <a:txBody>
                    <a:bodyPr/>
                    <a:lstStyle/>
                    <a:p>
                      <a:pPr algn="ctr" fontAlgn="b"/>
                      <a:r>
                        <a:rPr lang="en-US" sz="1800" b="0" i="0" u="none" strike="noStrike">
                          <a:solidFill>
                            <a:srgbClr val="000000"/>
                          </a:solidFill>
                          <a:effectLst/>
                          <a:latin typeface="Times New Roman" panose="02020603050405020304" pitchFamily="18" charset="0"/>
                        </a:rPr>
                        <a:t>111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22520665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Bùi Minh Khoa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18/07/2004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2281">
                <a:tc>
                  <a:txBody>
                    <a:bodyPr/>
                    <a:lstStyle/>
                    <a:p>
                      <a:pPr algn="ctr" fontAlgn="b"/>
                      <a:r>
                        <a:rPr lang="en-US" sz="1800" b="0" i="0" u="none" strike="noStrike">
                          <a:solidFill>
                            <a:srgbClr val="000000"/>
                          </a:solidFill>
                          <a:effectLst/>
                          <a:latin typeface="Times New Roman" panose="02020603050405020304" pitchFamily="18" charset="0"/>
                        </a:rPr>
                        <a:t>112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22520669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Đăng Khoa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25/11/2004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454254">
                <a:tc>
                  <a:txBody>
                    <a:bodyPr/>
                    <a:lstStyle/>
                    <a:p>
                      <a:pPr algn="ctr" fontAlgn="b"/>
                      <a:r>
                        <a:rPr lang="en-US" sz="1800" b="0" i="0" u="none" strike="noStrike">
                          <a:solidFill>
                            <a:srgbClr val="000000"/>
                          </a:solidFill>
                          <a:effectLst/>
                          <a:latin typeface="Times New Roman" panose="02020603050405020304" pitchFamily="18" charset="0"/>
                        </a:rPr>
                        <a:t>113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22520670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Tống Đăng Khoa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04/04/2004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80670">
                <a:tc>
                  <a:txBody>
                    <a:bodyPr/>
                    <a:lstStyle/>
                    <a:p>
                      <a:pPr algn="ctr" fontAlgn="b"/>
                      <a:r>
                        <a:rPr lang="en-US" sz="1800" b="0" i="0" u="none" strike="noStrike">
                          <a:solidFill>
                            <a:srgbClr val="000000"/>
                          </a:solidFill>
                          <a:effectLst/>
                          <a:latin typeface="Times New Roman" panose="02020603050405020304" pitchFamily="18" charset="0"/>
                        </a:rPr>
                        <a:t>114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22520673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Hữu Khoa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13/06/2002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Nẵng</a:t>
                      </a:r>
                      <a:endParaRPr lang="en-US" sz="1800" b="0" i="0" u="none" strike="noStrike" dirty="0">
                        <a:solidFill>
                          <a:srgbClr val="000000"/>
                        </a:solidFill>
                        <a:effectLst/>
                        <a:latin typeface="Times New Roman" panose="02020603050405020304" pitchFamily="18"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031200417"/>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2466752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145C5635-090A-471E-ACCF-C1BF9E25AE9F}"/>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9</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927688865"/>
              </p:ext>
            </p:extLst>
          </p:nvPr>
        </p:nvGraphicFramePr>
        <p:xfrm>
          <a:off x="579865" y="1690688"/>
          <a:ext cx="11251581" cy="4732414"/>
        </p:xfrm>
        <a:graphic>
          <a:graphicData uri="http://schemas.openxmlformats.org/drawingml/2006/table">
            <a:tbl>
              <a:tblPr/>
              <a:tblGrid>
                <a:gridCol w="735979"/>
                <a:gridCol w="702527"/>
                <a:gridCol w="724829"/>
                <a:gridCol w="936702"/>
                <a:gridCol w="1014761"/>
                <a:gridCol w="2609386"/>
                <a:gridCol w="1182029"/>
                <a:gridCol w="857699"/>
                <a:gridCol w="2487669"/>
              </a:tblGrid>
              <a:tr h="127669">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gioitinh</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43429">
                <a:tc>
                  <a:txBody>
                    <a:bodyPr/>
                    <a:lstStyle/>
                    <a:p>
                      <a:pPr algn="ctr" fontAlgn="b"/>
                      <a:r>
                        <a:rPr lang="en-US" sz="1800" b="0" i="0" u="none" strike="noStrike" dirty="0">
                          <a:solidFill>
                            <a:srgbClr val="000000"/>
                          </a:solidFill>
                          <a:effectLst/>
                          <a:latin typeface="Times New Roman" panose="02020603050405020304" pitchFamily="18" charset="0"/>
                        </a:rPr>
                        <a:t>115</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22520683</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Võ Anh Khoa</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08/11/2004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31080">
                <a:tc>
                  <a:txBody>
                    <a:bodyPr/>
                    <a:lstStyle/>
                    <a:p>
                      <a:pPr algn="ctr" fontAlgn="b"/>
                      <a:r>
                        <a:rPr lang="en-US" sz="1800" b="0" i="0" u="none" strike="noStrike">
                          <a:solidFill>
                            <a:srgbClr val="000000"/>
                          </a:solidFill>
                          <a:effectLst/>
                          <a:latin typeface="Times New Roman" panose="02020603050405020304" pitchFamily="18" charset="0"/>
                        </a:rPr>
                        <a:t>116</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22520691</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Nhật Khoa</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16/12/2004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Cà Mau</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3429">
                <a:tc>
                  <a:txBody>
                    <a:bodyPr/>
                    <a:lstStyle/>
                    <a:p>
                      <a:pPr algn="ctr" fontAlgn="b"/>
                      <a:r>
                        <a:rPr lang="en-US" sz="1800" b="0" i="0" u="none" strike="noStrike">
                          <a:solidFill>
                            <a:srgbClr val="000000"/>
                          </a:solidFill>
                          <a:effectLst/>
                          <a:latin typeface="Times New Roman" panose="02020603050405020304" pitchFamily="18" charset="0"/>
                        </a:rPr>
                        <a:t>117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22520710</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Phan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Trung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Kiên</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18/05/2002</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Bà Rịa - Vũng Tàu</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31080">
                <a:tc>
                  <a:txBody>
                    <a:bodyPr/>
                    <a:lstStyle/>
                    <a:p>
                      <a:pPr algn="ctr" fontAlgn="b"/>
                      <a:r>
                        <a:rPr lang="en-US" sz="1800" b="0" i="0" u="none" strike="noStrike">
                          <a:solidFill>
                            <a:srgbClr val="000000"/>
                          </a:solidFill>
                          <a:effectLst/>
                          <a:latin typeface="Times New Roman" panose="02020603050405020304" pitchFamily="18" charset="0"/>
                        </a:rPr>
                        <a:t>118</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22520717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Chấn Kiệt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18/04/2004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Thuận</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31080">
                <a:tc>
                  <a:txBody>
                    <a:bodyPr/>
                    <a:lstStyle/>
                    <a:p>
                      <a:pPr algn="ctr" fontAlgn="b"/>
                      <a:r>
                        <a:rPr lang="en-US" sz="1800" b="0" i="0" u="none" strike="noStrike">
                          <a:solidFill>
                            <a:srgbClr val="000000"/>
                          </a:solidFill>
                          <a:effectLst/>
                          <a:latin typeface="Times New Roman" panose="02020603050405020304" pitchFamily="18" charset="0"/>
                        </a:rPr>
                        <a:t>119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22520739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Quang Lâm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28/12/2004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Nai</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3429">
                <a:tc>
                  <a:txBody>
                    <a:bodyPr/>
                    <a:lstStyle/>
                    <a:p>
                      <a:pPr algn="ctr" fontAlgn="b"/>
                      <a:r>
                        <a:rPr lang="en-US" sz="1800" b="0" i="0" u="none" strike="noStrike">
                          <a:solidFill>
                            <a:srgbClr val="000000"/>
                          </a:solidFill>
                          <a:effectLst/>
                          <a:latin typeface="Times New Roman" panose="02020603050405020304" pitchFamily="18" charset="0"/>
                        </a:rPr>
                        <a:t>120</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22520750</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Trương Quang Lập</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20/01/2004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9840">
                <a:tc>
                  <a:txBody>
                    <a:bodyPr/>
                    <a:lstStyle/>
                    <a:p>
                      <a:pPr algn="ctr" fontAlgn="b"/>
                      <a:r>
                        <a:rPr lang="en-US" sz="1800" b="0" i="0" u="none" strike="noStrike">
                          <a:solidFill>
                            <a:srgbClr val="000000"/>
                          </a:solidFill>
                          <a:effectLst/>
                          <a:latin typeface="Times New Roman" panose="02020603050405020304" pitchFamily="18" charset="0"/>
                        </a:rPr>
                        <a:t>121</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22520766</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Lý</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Nguyên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Thùy</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Linh</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04/02/2002</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3429">
                <a:tc>
                  <a:txBody>
                    <a:bodyPr/>
                    <a:lstStyle/>
                    <a:p>
                      <a:pPr algn="ctr" fontAlgn="b"/>
                      <a:r>
                        <a:rPr lang="en-US" sz="1800" b="0" i="0" u="none" strike="noStrike">
                          <a:solidFill>
                            <a:srgbClr val="000000"/>
                          </a:solidFill>
                          <a:effectLst/>
                          <a:latin typeface="Times New Roman" panose="02020603050405020304" pitchFamily="18" charset="0"/>
                        </a:rPr>
                        <a:t>122</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22520775</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Xuân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Linh</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23/01/2004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Tỉnh Bình Phước</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31080">
                <a:tc>
                  <a:txBody>
                    <a:bodyPr/>
                    <a:lstStyle/>
                    <a:p>
                      <a:pPr algn="ctr" fontAlgn="b"/>
                      <a:r>
                        <a:rPr lang="en-US" sz="1800" b="0" i="0" u="none" strike="noStrike">
                          <a:solidFill>
                            <a:srgbClr val="000000"/>
                          </a:solidFill>
                          <a:effectLst/>
                          <a:latin typeface="Times New Roman" panose="02020603050405020304" pitchFamily="18" charset="0"/>
                        </a:rPr>
                        <a:t>123</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22520777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Hồ Trúc Linh</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23/06/2004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Long An</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31080">
                <a:tc>
                  <a:txBody>
                    <a:bodyPr/>
                    <a:lstStyle/>
                    <a:p>
                      <a:pPr algn="ctr" fontAlgn="b"/>
                      <a:r>
                        <a:rPr lang="en-US" sz="1800" b="0" i="0" u="none" strike="noStrike">
                          <a:solidFill>
                            <a:srgbClr val="000000"/>
                          </a:solidFill>
                          <a:effectLst/>
                          <a:latin typeface="Times New Roman" panose="02020603050405020304" pitchFamily="18" charset="0"/>
                        </a:rPr>
                        <a:t>124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22520779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Qui Linh</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05/12/2004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Bạc Liêu</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31080">
                <a:tc>
                  <a:txBody>
                    <a:bodyPr/>
                    <a:lstStyle/>
                    <a:p>
                      <a:pPr algn="ctr" fontAlgn="b"/>
                      <a:r>
                        <a:rPr lang="en-US" sz="1800" b="0" i="0" u="none" strike="noStrike">
                          <a:solidFill>
                            <a:srgbClr val="000000"/>
                          </a:solidFill>
                          <a:effectLst/>
                          <a:latin typeface="Times New Roman" panose="02020603050405020304" pitchFamily="18" charset="0"/>
                        </a:rPr>
                        <a:t>125</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22520791</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Minh Lộc</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05/01/2004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Nai</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3429">
                <a:tc>
                  <a:txBody>
                    <a:bodyPr/>
                    <a:lstStyle/>
                    <a:p>
                      <a:pPr algn="ctr" fontAlgn="b"/>
                      <a:r>
                        <a:rPr lang="en-US" sz="1800" b="0" i="0" u="none" strike="noStrike">
                          <a:solidFill>
                            <a:srgbClr val="000000"/>
                          </a:solidFill>
                          <a:effectLst/>
                          <a:latin typeface="Times New Roman" panose="02020603050405020304" pitchFamily="18" charset="0"/>
                        </a:rPr>
                        <a:t>126</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22520808</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Hoàng Phạm Bảo Long</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30/11/2004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3429">
                <a:tc>
                  <a:txBody>
                    <a:bodyPr/>
                    <a:lstStyle/>
                    <a:p>
                      <a:pPr algn="ctr" fontAlgn="b"/>
                      <a:r>
                        <a:rPr lang="en-US" sz="1800" b="0" i="0" u="none" strike="noStrike">
                          <a:solidFill>
                            <a:srgbClr val="000000"/>
                          </a:solidFill>
                          <a:effectLst/>
                          <a:latin typeface="Times New Roman" panose="02020603050405020304" pitchFamily="18" charset="0"/>
                        </a:rPr>
                        <a:t>127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22520811</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Ngọc Bảo Long</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01/09/2002</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423">
                <a:tc>
                  <a:txBody>
                    <a:bodyPr/>
                    <a:lstStyle/>
                    <a:p>
                      <a:pPr algn="ctr" fontAlgn="b"/>
                      <a:r>
                        <a:rPr lang="en-US" sz="1800" b="0" i="0" u="none" strike="noStrike">
                          <a:solidFill>
                            <a:srgbClr val="000000"/>
                          </a:solidFill>
                          <a:effectLst/>
                          <a:latin typeface="Times New Roman" panose="02020603050405020304" pitchFamily="18" charset="0"/>
                        </a:rPr>
                        <a:t>128</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22520817</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Hữu Hoàng Long</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17/10/2004</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Trị</a:t>
                      </a:r>
                      <a:endParaRPr lang="en-US" sz="1800" b="0" i="0" u="none" strike="noStrike" dirty="0">
                        <a:solidFill>
                          <a:srgbClr val="000000"/>
                        </a:solidFill>
                        <a:effectLst/>
                        <a:latin typeface="Times New Roman" panose="02020603050405020304" pitchFamily="18" charset="0"/>
                      </a:endParaRPr>
                    </a:p>
                  </a:txBody>
                  <a:tcPr marL="6191" marR="6191" marT="619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786815252"/>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324611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E604F868-67D9-4DE6-89B3-D464837AB1CD}"/>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10</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798796795"/>
              </p:ext>
            </p:extLst>
          </p:nvPr>
        </p:nvGraphicFramePr>
        <p:xfrm>
          <a:off x="234176" y="1690687"/>
          <a:ext cx="11719930" cy="5111648"/>
        </p:xfrm>
        <a:graphic>
          <a:graphicData uri="http://schemas.openxmlformats.org/drawingml/2006/table">
            <a:tbl>
              <a:tblPr/>
              <a:tblGrid>
                <a:gridCol w="602165"/>
                <a:gridCol w="579864"/>
                <a:gridCol w="524107"/>
                <a:gridCol w="947854"/>
                <a:gridCol w="1003610"/>
                <a:gridCol w="3055434"/>
                <a:gridCol w="1360449"/>
                <a:gridCol w="1055221"/>
                <a:gridCol w="2591226"/>
              </a:tblGrid>
              <a:tr h="128438">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dirty="0">
                          <a:solidFill>
                            <a:srgbClr val="000000"/>
                          </a:solidFill>
                          <a:effectLst/>
                          <a:latin typeface="Times New Roman" panose="02020603050405020304" pitchFamily="18" charset="0"/>
                        </a:rPr>
                        <a:t>129</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22520828</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Hiển Luân</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26/01/2004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22520833</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Trần Xuân Lương</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06/01/2004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Ngãi</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1421">
                <a:tc>
                  <a:txBody>
                    <a:bodyPr/>
                    <a:lstStyle/>
                    <a:p>
                      <a:pPr algn="ctr" fontAlgn="b"/>
                      <a:r>
                        <a:rPr lang="en-US" sz="1800" b="0" i="0" u="none" strike="noStrike">
                          <a:solidFill>
                            <a:srgbClr val="000000"/>
                          </a:solidFill>
                          <a:effectLst/>
                          <a:latin typeface="Times New Roman" panose="02020603050405020304" pitchFamily="18" charset="0"/>
                        </a:rPr>
                        <a:t>131</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22520834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Võ Đại Lượng</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25/10/2004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1421">
                <a:tc>
                  <a:txBody>
                    <a:bodyPr/>
                    <a:lstStyle/>
                    <a:p>
                      <a:pPr algn="ctr" fontAlgn="b"/>
                      <a:r>
                        <a:rPr lang="en-US" sz="1800" b="0" i="0" u="none" strike="noStrike">
                          <a:solidFill>
                            <a:srgbClr val="000000"/>
                          </a:solidFill>
                          <a:effectLst/>
                          <a:latin typeface="Times New Roman" panose="02020603050405020304" pitchFamily="18" charset="0"/>
                        </a:rPr>
                        <a:t>132</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22520837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Thị Lý</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28/03/2004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133</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22520842</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Nguyễn Quỳnh Mai</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29/02/2004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Nai</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476557">
                <a:tc>
                  <a:txBody>
                    <a:bodyPr/>
                    <a:lstStyle/>
                    <a:p>
                      <a:pPr algn="ctr" fontAlgn="b"/>
                      <a:r>
                        <a:rPr lang="en-US" sz="1800" b="0" i="0" u="none" strike="noStrike">
                          <a:solidFill>
                            <a:srgbClr val="000000"/>
                          </a:solidFill>
                          <a:effectLst/>
                          <a:latin typeface="Times New Roman" panose="02020603050405020304" pitchFamily="18" charset="0"/>
                        </a:rPr>
                        <a:t>134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22520847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Đặng Đức Mạnh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24/04/2004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An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135</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22520858</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Đỗ Hoàng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17/01/2003</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136</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22520862</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Nhật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19/09/2004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Rịa</a:t>
                      </a:r>
                      <a:r>
                        <a:rPr lang="en-US" sz="1800" b="0" i="0" u="none" strike="noStrike" dirty="0">
                          <a:solidFill>
                            <a:srgbClr val="000000"/>
                          </a:solidFill>
                          <a:effectLst/>
                          <a:latin typeface="Times New Roman" panose="02020603050405020304" pitchFamily="18" charset="0"/>
                        </a:rPr>
                        <a:t> - </a:t>
                      </a:r>
                      <a:r>
                        <a:rPr lang="en-US" sz="1800" b="0" i="0" u="none" strike="noStrike" dirty="0" err="1">
                          <a:solidFill>
                            <a:srgbClr val="000000"/>
                          </a:solidFill>
                          <a:effectLst/>
                          <a:latin typeface="Times New Roman" panose="02020603050405020304" pitchFamily="18" charset="0"/>
                        </a:rPr>
                        <a:t>Vũng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Tàu</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22520864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Làu Trường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08/08/2004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138</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22520870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Bình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24/04/2004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Cà</a:t>
                      </a:r>
                      <a:r>
                        <a:rPr lang="en-US" sz="1800" b="0" i="0" u="none" strike="noStrike" dirty="0">
                          <a:solidFill>
                            <a:srgbClr val="000000"/>
                          </a:solidFill>
                          <a:effectLst/>
                          <a:latin typeface="Times New Roman" panose="02020603050405020304" pitchFamily="18" charset="0"/>
                        </a:rPr>
                        <a:t> Mau</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139</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22520880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Viết Anh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23/09/2004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Kon</a:t>
                      </a:r>
                      <a:r>
                        <a:rPr lang="en-US" sz="1800" b="0" i="0" u="none" strike="noStrike" dirty="0">
                          <a:solidFill>
                            <a:srgbClr val="000000"/>
                          </a:solidFill>
                          <a:effectLst/>
                          <a:latin typeface="Times New Roman" panose="02020603050405020304" pitchFamily="18" charset="0"/>
                        </a:rPr>
                        <a:t> Tum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58989">
                <a:tc>
                  <a:txBody>
                    <a:bodyPr/>
                    <a:lstStyle/>
                    <a:p>
                      <a:pPr algn="ctr" fontAlgn="b"/>
                      <a:r>
                        <a:rPr lang="en-US" sz="1800" b="0" i="0" u="none" strike="noStrike">
                          <a:solidFill>
                            <a:srgbClr val="000000"/>
                          </a:solidFill>
                          <a:effectLst/>
                          <a:latin typeface="Times New Roman" panose="02020603050405020304" pitchFamily="18" charset="0"/>
                        </a:rPr>
                        <a:t>140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22520884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Phan Công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21/01/2004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Vĩnh</a:t>
                      </a:r>
                      <a:r>
                        <a:rPr lang="en-US" sz="1800" b="0" i="0" u="none" strike="noStrike" dirty="0">
                          <a:solidFill>
                            <a:srgbClr val="000000"/>
                          </a:solidFill>
                          <a:effectLst/>
                          <a:latin typeface="Times New Roman" panose="02020603050405020304" pitchFamily="18" charset="0"/>
                        </a:rPr>
                        <a:t> Long</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1421">
                <a:tc>
                  <a:txBody>
                    <a:bodyPr/>
                    <a:lstStyle/>
                    <a:p>
                      <a:pPr algn="ctr" fontAlgn="b"/>
                      <a:r>
                        <a:rPr lang="en-US" sz="1800" b="0" i="0" u="none" strike="noStrike">
                          <a:solidFill>
                            <a:srgbClr val="000000"/>
                          </a:solidFill>
                          <a:effectLst/>
                          <a:latin typeface="Times New Roman" panose="02020603050405020304" pitchFamily="18" charset="0"/>
                        </a:rPr>
                        <a:t>141</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22520888</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Gia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02/09/2004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Lâm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endParaRPr lang="en-US" sz="1800" b="0" i="0" u="none" strike="noStrike" dirty="0">
                        <a:solidFill>
                          <a:srgbClr val="000000"/>
                        </a:solidFill>
                        <a:effectLst/>
                        <a:latin typeface="Times New Roman" panose="02020603050405020304" pitchFamily="18" charset="0"/>
                      </a:endParaRP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241421">
                <a:tc>
                  <a:txBody>
                    <a:bodyPr/>
                    <a:lstStyle/>
                    <a:p>
                      <a:pPr algn="ctr" fontAlgn="b"/>
                      <a:r>
                        <a:rPr lang="en-US" sz="1800" b="0" i="0" u="none" strike="noStrike">
                          <a:solidFill>
                            <a:srgbClr val="000000"/>
                          </a:solidFill>
                          <a:effectLst/>
                          <a:latin typeface="Times New Roman" panose="02020603050405020304" pitchFamily="18" charset="0"/>
                        </a:rPr>
                        <a:t>142</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27</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22520891</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Tiến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04/09/2004</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6518" marR="6518" marT="651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08120166"/>
              </p:ext>
            </p:extLst>
          </p:nvPr>
        </p:nvGraphicFramePr>
        <p:xfrm>
          <a:off x="893284" y="376143"/>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27</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964548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xmlns="" id="{92408B2C-3DF9-4745-A324-BC256F44C00C}"/>
              </a:ext>
            </a:extLst>
          </p:cNvPr>
          <p:cNvSpPr>
            <a:spLocks noGrp="1"/>
          </p:cNvSpPr>
          <p:nvPr>
            <p:ph type="title"/>
          </p:nvPr>
        </p:nvSpPr>
        <p:spPr>
          <a:xfrm>
            <a:off x="838200" y="365126"/>
            <a:ext cx="10515600" cy="1273894"/>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1</a:t>
            </a:r>
            <a:endParaRPr lang="vi-VN" b="1" dirty="0">
              <a:solidFill>
                <a:srgbClr val="FFFF66"/>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3201294707"/>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graphicFrame>
        <p:nvGraphicFramePr>
          <p:cNvPr id="5" name="Content Placeholder 4"/>
          <p:cNvGraphicFramePr>
            <a:graphicFrameLocks noGrp="1"/>
          </p:cNvGraphicFramePr>
          <p:nvPr>
            <p:ph idx="1"/>
            <p:extLst>
              <p:ext uri="{D42A27DB-BD31-4B8C-83A1-F6EECF244321}">
                <p14:modId xmlns:p14="http://schemas.microsoft.com/office/powerpoint/2010/main" val="1714405885"/>
              </p:ext>
            </p:extLst>
          </p:nvPr>
        </p:nvGraphicFramePr>
        <p:xfrm>
          <a:off x="838200" y="1639028"/>
          <a:ext cx="10614101" cy="4917888"/>
        </p:xfrm>
        <a:graphic>
          <a:graphicData uri="http://schemas.openxmlformats.org/drawingml/2006/table">
            <a:tbl>
              <a:tblPr/>
              <a:tblGrid>
                <a:gridCol w="570280"/>
                <a:gridCol w="570280"/>
                <a:gridCol w="570280"/>
                <a:gridCol w="752181"/>
                <a:gridCol w="1101232"/>
                <a:gridCol w="2757995"/>
                <a:gridCol w="1106147"/>
                <a:gridCol w="943913"/>
                <a:gridCol w="2241793"/>
              </a:tblGrid>
              <a:tr h="307368">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22520896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Cao Huyền My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Bình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22520905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Bùi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Thanh</a:t>
                      </a:r>
                      <a:r>
                        <a:rPr lang="en-US" sz="1800" b="0" i="0" u="none" strike="noStrike" dirty="0">
                          <a:solidFill>
                            <a:srgbClr val="000000"/>
                          </a:solidFill>
                          <a:effectLst/>
                          <a:latin typeface="Times New Roman" panose="02020603050405020304" pitchFamily="18" charset="0"/>
                        </a:rPr>
                        <a:t>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29/07/2004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smtClean="0">
                          <a:solidFill>
                            <a:srgbClr val="000000"/>
                          </a:solidFill>
                          <a:effectLst/>
                          <a:latin typeface="Times New Roman" panose="02020603050405020304" pitchFamily="18" charset="0"/>
                        </a:rPr>
                        <a:t>Hồ</a:t>
                      </a:r>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Đặng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Văn</a:t>
                      </a:r>
                      <a:r>
                        <a:rPr lang="en-US" sz="1800" b="0" i="0" u="none" strike="noStrike" dirty="0">
                          <a:solidFill>
                            <a:srgbClr val="000000"/>
                          </a:solidFill>
                          <a:effectLst/>
                          <a:latin typeface="Times New Roman" panose="02020603050405020304" pitchFamily="18" charset="0"/>
                        </a:rPr>
                        <a:t>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Vĩnh Phúc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Hải</a:t>
                      </a:r>
                      <a:r>
                        <a:rPr lang="en-US" sz="1800" b="0" i="0" u="none" strike="noStrike" dirty="0">
                          <a:solidFill>
                            <a:srgbClr val="000000"/>
                          </a:solidFill>
                          <a:effectLst/>
                          <a:latin typeface="Times New Roman" panose="02020603050405020304" pitchFamily="18" charset="0"/>
                        </a:rPr>
                        <a:t>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29/03/2004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Đà Nẵng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09/05/2004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Đà Nẵng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Hữu</a:t>
                      </a:r>
                      <a:r>
                        <a:rPr lang="en-US" sz="1800" b="0" i="0" u="none" strike="noStrike" dirty="0">
                          <a:solidFill>
                            <a:srgbClr val="000000"/>
                          </a:solidFill>
                          <a:effectLst/>
                          <a:latin typeface="Times New Roman" panose="02020603050405020304" pitchFamily="18" charset="0"/>
                        </a:rPr>
                        <a:t>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29/04/2004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Phú Thọ</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Hồ Thúy Nga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01/06/2004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Bình Định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Đặng Thanh Ngân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31/01/2004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Bà Rịa - Vũng Tàu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Phan Phương Ngân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Long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Thị Phụng Nghi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Tháp</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Trung Nghĩa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05/05/2003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Cà</a:t>
                      </a:r>
                      <a:r>
                        <a:rPr lang="en-US" sz="1800" b="0" i="0" u="none" strike="noStrike" dirty="0">
                          <a:solidFill>
                            <a:srgbClr val="000000"/>
                          </a:solidFill>
                          <a:effectLst/>
                          <a:latin typeface="Times New Roman" panose="02020603050405020304" pitchFamily="18" charset="0"/>
                        </a:rPr>
                        <a:t> Mau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Tín Nghĩa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Phạm Mỹ Ngọc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03/07/2004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An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Minh Ngọc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Nai</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7368">
                <a:tc>
                  <a:txBody>
                    <a:bodyPr/>
                    <a:lstStyle/>
                    <a:p>
                      <a:pPr algn="ctr" fontAlgn="b"/>
                      <a:r>
                        <a:rPr lang="en-US" sz="1800" b="0" i="0" u="none" strike="noStrike">
                          <a:solidFill>
                            <a:srgbClr val="000000"/>
                          </a:solidFill>
                          <a:effectLst/>
                          <a:latin typeface="Times New Roman" panose="02020603050405020304" pitchFamily="18"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Hà Ngũ Long Nguyên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spTree>
    <p:extLst>
      <p:ext uri="{BB962C8B-B14F-4D97-AF65-F5344CB8AC3E}">
        <p14:creationId xmlns:p14="http://schemas.microsoft.com/office/powerpoint/2010/main" val="5260181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647E5757-27F5-4B0B-B0D0-8E210CA278E2}"/>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2</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624651017"/>
              </p:ext>
            </p:extLst>
          </p:nvPr>
        </p:nvGraphicFramePr>
        <p:xfrm>
          <a:off x="838200" y="1851098"/>
          <a:ext cx="10703314" cy="5105775"/>
        </p:xfrm>
        <a:graphic>
          <a:graphicData uri="http://schemas.openxmlformats.org/drawingml/2006/table">
            <a:tbl>
              <a:tblPr/>
              <a:tblGrid>
                <a:gridCol w="575074"/>
                <a:gridCol w="575074"/>
                <a:gridCol w="575074"/>
                <a:gridCol w="758503"/>
                <a:gridCol w="1110488"/>
                <a:gridCol w="2781176"/>
                <a:gridCol w="1115444"/>
                <a:gridCol w="951846"/>
                <a:gridCol w="2260635"/>
              </a:tblGrid>
              <a:tr h="303174">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22520967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Hồng Khải Nguyên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21/06/2004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22520968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Lâm Hưng Nguyên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Tỉnh Bình Dương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Lê</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Nguyên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Lê</a:t>
                      </a:r>
                      <a:r>
                        <a:rPr lang="en-US" sz="1800" b="0" i="0" u="none" strike="noStrike" dirty="0">
                          <a:solidFill>
                            <a:srgbClr val="000000"/>
                          </a:solidFill>
                          <a:effectLst/>
                          <a:latin typeface="Times New Roman" panose="02020603050405020304" pitchFamily="18" charset="0"/>
                        </a:rPr>
                        <a:t> Cao </a:t>
                      </a:r>
                      <a:r>
                        <a:rPr lang="en-US" sz="1800" b="0" i="0" u="none" strike="noStrike" dirty="0" err="1">
                          <a:solidFill>
                            <a:srgbClr val="000000"/>
                          </a:solidFill>
                          <a:effectLst/>
                          <a:latin typeface="Times New Roman" panose="02020603050405020304" pitchFamily="18" charset="0"/>
                        </a:rPr>
                        <a:t>Nguyên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smtClean="0">
                          <a:solidFill>
                            <a:srgbClr val="000000"/>
                          </a:solidFill>
                          <a:effectLst/>
                          <a:latin typeface="Times New Roman" panose="02020603050405020304" pitchFamily="18" charset="0"/>
                        </a:rPr>
                        <a:t>Hồ</a:t>
                      </a:r>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Hữu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Nguyên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Tây Ninh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Phạm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Hoàng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Lê</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Nguyên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25/09/2004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Tỉnh Bình Phước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Trần Thị Phương Nguyên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15/02/2004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Chí Nhân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16/07/2004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Cà Mau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Nguyễn Anh Nhân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Sóc Trăng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22520999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Quý Nhân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Gia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Trọng Nhân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24/04/2004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Thành Nhân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smtClean="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Thanh Nhàn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22/02/2004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Bến</a:t>
                      </a:r>
                      <a:r>
                        <a:rPr lang="en-US" sz="1800" b="0" i="0" u="none" strike="noStrike" dirty="0">
                          <a:solidFill>
                            <a:srgbClr val="000000"/>
                          </a:solidFill>
                          <a:effectLst/>
                          <a:latin typeface="Times New Roman" panose="02020603050405020304" pitchFamily="18" charset="0"/>
                        </a:rPr>
                        <a:t> 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Văn Nhật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03/12/2004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3174">
                <a:tc>
                  <a:txBody>
                    <a:bodyPr/>
                    <a:lstStyle/>
                    <a:p>
                      <a:pPr algn="ctr" fontAlgn="b"/>
                      <a:r>
                        <a:rPr lang="en-US" sz="1800" b="0" i="0" u="none" strike="noStrike">
                          <a:solidFill>
                            <a:srgbClr val="000000"/>
                          </a:solidFill>
                          <a:effectLst/>
                          <a:latin typeface="Times New Roman" panose="02020603050405020304" pitchFamily="18"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Cảnh Nhật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01/01/2003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Thừa</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Thiên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Huế</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5563915"/>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2317937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2DF0E994-F50F-4066-B931-F4F3C891182A}"/>
              </a:ext>
            </a:extLst>
          </p:cNvPr>
          <p:cNvSpPr>
            <a:spLocks noGrp="1"/>
          </p:cNvSpPr>
          <p:nvPr>
            <p:ph type="title"/>
          </p:nvPr>
        </p:nvSpPr>
        <p:spPr>
          <a:xfrm>
            <a:off x="838200" y="121154"/>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3</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912973482"/>
              </p:ext>
            </p:extLst>
          </p:nvPr>
        </p:nvGraphicFramePr>
        <p:xfrm>
          <a:off x="517794" y="1531349"/>
          <a:ext cx="11204152" cy="5111820"/>
        </p:xfrm>
        <a:graphic>
          <a:graphicData uri="http://schemas.openxmlformats.org/drawingml/2006/table">
            <a:tbl>
              <a:tblPr/>
              <a:tblGrid>
                <a:gridCol w="601983"/>
                <a:gridCol w="601983"/>
                <a:gridCol w="601983"/>
                <a:gridCol w="793995"/>
                <a:gridCol w="1162451"/>
                <a:gridCol w="2911315"/>
                <a:gridCol w="1167639"/>
                <a:gridCol w="996386"/>
                <a:gridCol w="2366417"/>
              </a:tblGrid>
              <a:tr h="340788">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dirty="0">
                          <a:solidFill>
                            <a:srgbClr val="000000"/>
                          </a:solidFill>
                          <a:effectLst/>
                          <a:latin typeface="Times New Roman" panose="02020603050405020304" pitchFamily="18" charset="0"/>
                        </a:rPr>
                        <a:t>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Đình Nhật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Hà Tĩnh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Tăng Nhất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Tô Hoàng Nhật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Vũ Nhật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16/08/2004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Bình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22521035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Yến Nhi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08/10/2004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22521058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Nhung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Lâm Đồng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Lê</a:t>
                      </a:r>
                      <a:r>
                        <a:rPr lang="en-US" sz="1800" b="0" i="0" u="none" strike="noStrike" dirty="0">
                          <a:solidFill>
                            <a:srgbClr val="000000"/>
                          </a:solidFill>
                          <a:effectLst/>
                          <a:latin typeface="Times New Roman" panose="02020603050405020304" pitchFamily="18" charset="0"/>
                        </a:rPr>
                        <a:t> Minh </a:t>
                      </a:r>
                      <a:r>
                        <a:rPr lang="en-US" sz="1800" b="0" i="0" u="none" strike="noStrike" dirty="0" err="1">
                          <a:solidFill>
                            <a:srgbClr val="000000"/>
                          </a:solidFill>
                          <a:effectLst/>
                          <a:latin typeface="Times New Roman" panose="02020603050405020304" pitchFamily="18" charset="0"/>
                        </a:rPr>
                        <a:t>Nhựt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Bến 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Phạm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Quang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Nhựt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Thành phố Cần Thơ</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Đặng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Hữu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Phát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Bình Định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Hữu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Phát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03/11/2004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Lâm Đồng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Lưu Đoàn Ngọc Phát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25/10/2004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Hồng Phát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Tỉnh Bình Dương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43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Hùng Phát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09/08/2004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40788">
                <a:tc>
                  <a:txBody>
                    <a:bodyPr/>
                    <a:lstStyle/>
                    <a:p>
                      <a:pPr algn="ctr" fontAlgn="b"/>
                      <a:r>
                        <a:rPr lang="en-US" sz="1800" b="0" i="0" u="none" strike="noStrike">
                          <a:solidFill>
                            <a:srgbClr val="000000"/>
                          </a:solidFill>
                          <a:effectLst/>
                          <a:latin typeface="Times New Roman" panose="02020603050405020304" pitchFamily="18" charset="0"/>
                        </a:rPr>
                        <a:t>44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Bùi Nhật Phi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09/09/2004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Lắk</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226391697"/>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1888196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F845B261-BBEA-4603-86C8-DE9522EA7E6F}"/>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4</a:t>
            </a:r>
            <a:endParaRPr lang="vi-VN" b="1" dirty="0">
              <a:solidFill>
                <a:srgbClr val="FFFF66"/>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97414116"/>
              </p:ext>
            </p:extLst>
          </p:nvPr>
        </p:nvGraphicFramePr>
        <p:xfrm>
          <a:off x="572879" y="1916939"/>
          <a:ext cx="11270255" cy="4649115"/>
        </p:xfrm>
        <a:graphic>
          <a:graphicData uri="http://schemas.openxmlformats.org/drawingml/2006/table">
            <a:tbl>
              <a:tblPr/>
              <a:tblGrid>
                <a:gridCol w="605534"/>
                <a:gridCol w="605534"/>
                <a:gridCol w="605534"/>
                <a:gridCol w="798679"/>
                <a:gridCol w="1169309"/>
                <a:gridCol w="2928492"/>
                <a:gridCol w="1174529"/>
                <a:gridCol w="1002265"/>
                <a:gridCol w="2380379"/>
              </a:tblGrid>
              <a:tr h="309941">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dirty="0">
                          <a:solidFill>
                            <a:srgbClr val="000000"/>
                          </a:solidFill>
                          <a:effectLst/>
                          <a:latin typeface="Times New Roman" panose="02020603050405020304" pitchFamily="18" charset="0"/>
                        </a:rPr>
                        <a:t>45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Từ Minh Phi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Phan Nguyễn Hữu Phong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22/12/2004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Thừa Thiên Huế</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22521092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Trần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Anh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Phong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Lắk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48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Quang Thiên Phúc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23/07/2004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Bà Rịa - Vũng Tàu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22521129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Hoàng Phúc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An Giang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22521134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Nguyễn Thượng Phúc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Phúc</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Đồng Nai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Đinh Hữu Phước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20/10/2004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Phan Hoàng Phước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09/06/2004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Tây Ninh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Thu Phương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Thái Bình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Võ Nhất Phương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Đồng Minh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Hoàng Ngọc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30/08/2004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Trị</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58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Đình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31/01/2004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Tĩnh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796171384"/>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6833585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D49E9C22-BE46-4298-B2CB-C07F5C38F319}"/>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5</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55870589"/>
              </p:ext>
            </p:extLst>
          </p:nvPr>
        </p:nvGraphicFramePr>
        <p:xfrm>
          <a:off x="440675" y="1690695"/>
          <a:ext cx="11380424" cy="4952475"/>
        </p:xfrm>
        <a:graphic>
          <a:graphicData uri="http://schemas.openxmlformats.org/drawingml/2006/table">
            <a:tbl>
              <a:tblPr/>
              <a:tblGrid>
                <a:gridCol w="611454"/>
                <a:gridCol w="611454"/>
                <a:gridCol w="611454"/>
                <a:gridCol w="806487"/>
                <a:gridCol w="1180739"/>
                <a:gridCol w="2957118"/>
                <a:gridCol w="1186010"/>
                <a:gridCol w="1012062"/>
                <a:gridCol w="2403646"/>
              </a:tblGrid>
              <a:tr h="330165">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dirty="0">
                          <a:solidFill>
                            <a:srgbClr val="000000"/>
                          </a:solidFill>
                          <a:effectLst/>
                          <a:latin typeface="Times New Roman" panose="02020603050405020304" pitchFamily="18" charset="0"/>
                        </a:rPr>
                        <a:t>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Phú Minh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24/07/2004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Đồng Nai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Thái Ngọc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14/10/2004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22521191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Minh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22521193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Đình Minh Quân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Đồng Nai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Đỗ</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Đăng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Quang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Gia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22521199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Đoàn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Quang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14/02/2004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Trọng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Duy</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Quang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13/02/2004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Đà Nẵng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Thọ Quang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21/12/2004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Hữu Sang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21/08/2004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Bình Thuận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22521246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Bùi Hồng Sơn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Minh Sơn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20/10/2004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Trần Hà Sơn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24/11/2004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Yên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Trần Thượng Trường Sơn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30165">
                <a:tc>
                  <a:txBody>
                    <a:bodyPr/>
                    <a:lstStyle/>
                    <a:p>
                      <a:pPr algn="ctr" fontAlgn="b"/>
                      <a:r>
                        <a:rPr lang="en-US" sz="1800" b="0" i="0" u="none" strike="noStrike">
                          <a:solidFill>
                            <a:srgbClr val="000000"/>
                          </a:solidFill>
                          <a:effectLst/>
                          <a:latin typeface="Times New Roman" panose="02020603050405020304" pitchFamily="18" charset="0"/>
                        </a:rPr>
                        <a:t>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22521261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Trịnh Thái Sơn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15/09/2003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62440727"/>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21398923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5DBB422A-3C2A-421C-82EA-B8EB32891F12}"/>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6</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309668854"/>
              </p:ext>
            </p:extLst>
          </p:nvPr>
        </p:nvGraphicFramePr>
        <p:xfrm>
          <a:off x="484741" y="1690689"/>
          <a:ext cx="11182121" cy="4919430"/>
        </p:xfrm>
        <a:graphic>
          <a:graphicData uri="http://schemas.openxmlformats.org/drawingml/2006/table">
            <a:tbl>
              <a:tblPr/>
              <a:tblGrid>
                <a:gridCol w="600799"/>
                <a:gridCol w="600799"/>
                <a:gridCol w="600799"/>
                <a:gridCol w="792433"/>
                <a:gridCol w="1160165"/>
                <a:gridCol w="2905592"/>
                <a:gridCol w="1165344"/>
                <a:gridCol w="994427"/>
                <a:gridCol w="2361763"/>
              </a:tblGrid>
              <a:tr h="327962">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dirty="0">
                          <a:solidFill>
                            <a:srgbClr val="000000"/>
                          </a:solidFill>
                          <a:effectLst/>
                          <a:latin typeface="Times New Roman" panose="02020603050405020304" pitchFamily="18" charset="0"/>
                        </a:rPr>
                        <a:t>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Giang Sử</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Kon Tum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dirty="0">
                          <a:solidFill>
                            <a:srgbClr val="000000"/>
                          </a:solidFill>
                          <a:effectLst/>
                          <a:latin typeface="Times New Roman" panose="02020603050405020304" pitchFamily="18" charset="0"/>
                        </a:rPr>
                        <a:t>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22521269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Cao Văn Tài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18/05/2003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Nông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Đoàn Công Tài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13/02/2003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Bình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22521280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Phú Tài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25/02/2004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22521290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Đặng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Lê</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Tâm</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24/02/2004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22521293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Vũ Khai Tâm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Hà Nội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22521301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Mai </a:t>
                      </a:r>
                      <a:r>
                        <a:rPr lang="en-US" sz="1800" b="0" i="0" u="none" strike="noStrike" dirty="0" err="1">
                          <a:solidFill>
                            <a:srgbClr val="000000"/>
                          </a:solidFill>
                          <a:effectLst/>
                          <a:latin typeface="Times New Roman" panose="02020603050405020304" pitchFamily="18" charset="0"/>
                        </a:rPr>
                        <a:t>Văn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Tân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20/08/2004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Duy</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Tân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14/01/2004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Đồng Nai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Phạm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Huỳnh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Nhật</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Tân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07/11/2004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Tiền Giang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Văn Thái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Đồng Tháp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Văn Thân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Bình Định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Đỗ Quốc Thắng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Khánh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Hòa</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Dương Quốc Thắng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27962">
                <a:tc>
                  <a:txBody>
                    <a:bodyPr/>
                    <a:lstStyle/>
                    <a:p>
                      <a:pPr algn="ctr" fontAlgn="b"/>
                      <a:r>
                        <a:rPr lang="en-US" sz="1800" b="0" i="0" u="none" strike="noStrike">
                          <a:solidFill>
                            <a:srgbClr val="000000"/>
                          </a:solidFill>
                          <a:effectLst/>
                          <a:latin typeface="Times New Roman" panose="02020603050405020304" pitchFamily="18" charset="0"/>
                        </a:rPr>
                        <a:t>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Duy Thắng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Tỉnh Bình Phước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691565093"/>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444720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6B287173-535D-48F6-AE78-1109E15E3FB5}"/>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7</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700801866"/>
              </p:ext>
            </p:extLst>
          </p:nvPr>
        </p:nvGraphicFramePr>
        <p:xfrm>
          <a:off x="308472" y="1828800"/>
          <a:ext cx="11523645" cy="4649115"/>
        </p:xfrm>
        <a:graphic>
          <a:graphicData uri="http://schemas.openxmlformats.org/drawingml/2006/table">
            <a:tbl>
              <a:tblPr/>
              <a:tblGrid>
                <a:gridCol w="619149"/>
                <a:gridCol w="619149"/>
                <a:gridCol w="619149"/>
                <a:gridCol w="816635"/>
                <a:gridCol w="1195598"/>
                <a:gridCol w="2994333"/>
                <a:gridCol w="1200936"/>
                <a:gridCol w="1024799"/>
                <a:gridCol w="2433897"/>
              </a:tblGrid>
              <a:tr h="309941">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Vũ Công Thắng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Lắk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22521357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Phúc</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Thành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Khánh Hòa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Phạm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Thanh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Thảo</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03/03/2004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Bà Rịa - Vũng Tàu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Lê Dương Minh Thiên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Phú 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22521389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Hữu Thiện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Khánh Hòa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22521391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Minh Thiện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Ninh Thuận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22521392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Trần Duy Thiên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22/12/2004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An Giang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Đào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Lê</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Duy</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Thừa Thiên Huế</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Đinh Quốc Thịnh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Hà Phú Thịnh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03/03/2004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Lê Cường Thịnh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Duy Thịnh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30/11/2004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Tiền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Huỳnh Văn Thoại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Phú</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Yên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09941">
                <a:tc>
                  <a:txBody>
                    <a:bodyPr/>
                    <a:lstStyle/>
                    <a:p>
                      <a:pPr algn="ctr" fontAlgn="b"/>
                      <a:r>
                        <a:rPr lang="en-US" sz="1800" b="0" i="0" u="none" strike="noStrike">
                          <a:solidFill>
                            <a:srgbClr val="000000"/>
                          </a:solidFill>
                          <a:effectLst/>
                          <a:latin typeface="Times New Roman" panose="02020603050405020304" pitchFamily="18" charset="0"/>
                        </a:rPr>
                        <a:t>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Văn Thuật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Thái</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533212869"/>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36148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2683CEFA-4F00-4F8E-80E4-3B12A5A25FC5}"/>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8</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740092755"/>
              </p:ext>
            </p:extLst>
          </p:nvPr>
        </p:nvGraphicFramePr>
        <p:xfrm>
          <a:off x="264405" y="1839821"/>
          <a:ext cx="11369407" cy="4748265"/>
        </p:xfrm>
        <a:graphic>
          <a:graphicData uri="http://schemas.openxmlformats.org/drawingml/2006/table">
            <a:tbl>
              <a:tblPr/>
              <a:tblGrid>
                <a:gridCol w="610862"/>
                <a:gridCol w="610862"/>
                <a:gridCol w="610862"/>
                <a:gridCol w="805706"/>
                <a:gridCol w="1179596"/>
                <a:gridCol w="2954255"/>
                <a:gridCol w="1184862"/>
                <a:gridCol w="1011082"/>
                <a:gridCol w="2401320"/>
              </a:tblGrid>
              <a:tr h="316551">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dirty="0">
                          <a:solidFill>
                            <a:srgbClr val="000000"/>
                          </a:solidFill>
                          <a:effectLst/>
                          <a:latin typeface="Times New Roman" panose="02020603050405020304" pitchFamily="18" charset="0"/>
                        </a:rPr>
                        <a:t>101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22521462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Đinh Đức Tiến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Lắk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22521463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Đoàn Nhật Tiến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Phú Yên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Huỳnh Dương Tiến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17/10/2003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Ngãi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22521467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Thành Tiến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07/01/2004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An Giang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22521492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Vẹn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Toàn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09/11/2004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Vĩnh Long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Trần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Quang</a:t>
                      </a:r>
                      <a:r>
                        <a:rPr lang="en-US" sz="1800" b="0" i="0" u="none" strike="noStrike" dirty="0">
                          <a:solidFill>
                            <a:srgbClr val="000000"/>
                          </a:solidFill>
                          <a:effectLst/>
                          <a:latin typeface="Times New Roman" panose="02020603050405020304" pitchFamily="18" charset="0"/>
                        </a:rPr>
                        <a:t> Minh </a:t>
                      </a:r>
                      <a:r>
                        <a:rPr lang="en-US" sz="1800" b="0" i="0" u="none" strike="noStrike" dirty="0" err="1">
                          <a:solidFill>
                            <a:srgbClr val="000000"/>
                          </a:solidFill>
                          <a:effectLst/>
                          <a:latin typeface="Times New Roman" panose="02020603050405020304" pitchFamily="18" charset="0"/>
                        </a:rPr>
                        <a:t>Toàn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25/09/2004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22521498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Thị Ngọc Trâm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28/02/2004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Vĩnh Long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Phan Huỳnh Ngọc Trâm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22/09/2004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Thành phố Cần Thơ</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Dương Thành Trí</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10/11/2004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Bà Rịa - Vũng Tàu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Đại Trình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30/03/2004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Trị</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111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Hoàng Thanh Trúc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Đắk</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Nông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112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22521550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Công Trúc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02/02/2004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Quảng</a:t>
                      </a:r>
                      <a:r>
                        <a:rPr lang="en-US" sz="1800" b="0" i="0" u="none" strike="noStrike" dirty="0">
                          <a:solidFill>
                            <a:srgbClr val="000000"/>
                          </a:solidFill>
                          <a:effectLst/>
                          <a:latin typeface="Times New Roman" panose="02020603050405020304" pitchFamily="18" charset="0"/>
                        </a:rPr>
                        <a:t> 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113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Thạch Thanh Trúc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22521559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Ngô Nguyễn Nam Trung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29/08/2004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Thành phố Cần Thơ</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743928534"/>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28060309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145C5635-090A-471E-ACCF-C1BF9E25AE9F}"/>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9</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307237841"/>
              </p:ext>
            </p:extLst>
          </p:nvPr>
        </p:nvGraphicFramePr>
        <p:xfrm>
          <a:off x="517793" y="1795754"/>
          <a:ext cx="11325338" cy="4704195"/>
        </p:xfrm>
        <a:graphic>
          <a:graphicData uri="http://schemas.openxmlformats.org/drawingml/2006/table">
            <a:tbl>
              <a:tblPr/>
              <a:tblGrid>
                <a:gridCol w="608494"/>
                <a:gridCol w="608494"/>
                <a:gridCol w="608494"/>
                <a:gridCol w="802583"/>
                <a:gridCol w="1175024"/>
                <a:gridCol w="2942804"/>
                <a:gridCol w="1180269"/>
                <a:gridCol w="1007163"/>
                <a:gridCol w="2392013"/>
              </a:tblGrid>
              <a:tr h="313613">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dirty="0">
                          <a:solidFill>
                            <a:srgbClr val="000000"/>
                          </a:solidFill>
                          <a:effectLst/>
                          <a:latin typeface="Times New Roman" panose="02020603050405020304" pitchFamily="18" charset="0"/>
                        </a:rPr>
                        <a:t>115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22521560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Ngô Thành Trung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Thành phố Hồ Chí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dirty="0">
                          <a:solidFill>
                            <a:srgbClr val="000000"/>
                          </a:solidFill>
                          <a:effectLst/>
                          <a:latin typeface="Times New Roman" panose="02020603050405020304" pitchFamily="18" charset="0"/>
                        </a:rPr>
                        <a:t>116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Trần Lê Nguyên Trung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29/09/2004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Gia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Võ Đình Trung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06/05/2004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Ninh Thuận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118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Đinh Nhật Trường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Bà Rịa - Vũng Tàu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Lê Trọng Đại Trường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18/01/2004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Trị</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22521581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Nguyễn Thanh Trường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04/10/2004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Tiền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22521582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Phan Khắc Trường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11/04/2004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Quảng Trị</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22521586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Trần Võ Lâm Trường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15/09/2004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Bình Định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Trương Phúc Trường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13/04/2004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Tiền Giang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22521599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Đào</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Văn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Tuân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10/01/2004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Thanh Hóa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Nguyễn</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Anh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Tuấn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05/08/2004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Long 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Phạm Nguyễn Anh Tuấn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26/12/2003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Nông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Vũ Anh Tuấn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02/01/2004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Lâm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3613">
                <a:tc>
                  <a:txBody>
                    <a:bodyPr/>
                    <a:lstStyle/>
                    <a:p>
                      <a:pPr algn="ctr" fontAlgn="b"/>
                      <a:r>
                        <a:rPr lang="en-US" sz="1800" b="0" i="0" u="none" strike="noStrike">
                          <a:solidFill>
                            <a:srgbClr val="000000"/>
                          </a:solidFill>
                          <a:effectLst/>
                          <a:latin typeface="Times New Roman" panose="02020603050405020304" pitchFamily="18" charset="0"/>
                        </a:rPr>
                        <a:t>128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Thanh Tùng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29/01/2004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Rịa</a:t>
                      </a:r>
                      <a:r>
                        <a:rPr lang="en-US" sz="1800" b="0" i="0" u="none" strike="noStrike" dirty="0">
                          <a:solidFill>
                            <a:srgbClr val="000000"/>
                          </a:solidFill>
                          <a:effectLst/>
                          <a:latin typeface="Times New Roman" panose="02020603050405020304" pitchFamily="18" charset="0"/>
                        </a:rPr>
                        <a:t> - </a:t>
                      </a:r>
                      <a:r>
                        <a:rPr lang="en-US" sz="1800" b="0" i="0" u="none" strike="noStrike" dirty="0" err="1">
                          <a:solidFill>
                            <a:srgbClr val="000000"/>
                          </a:solidFill>
                          <a:effectLst/>
                          <a:latin typeface="Times New Roman" panose="02020603050405020304" pitchFamily="18" charset="0"/>
                        </a:rPr>
                        <a:t>Vũng</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Tàu</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716260486"/>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14157932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E604F868-67D9-4DE6-89B3-D464837AB1CD}"/>
              </a:ext>
            </a:extLst>
          </p:cNvPr>
          <p:cNvSpPr>
            <a:spLocks noGrp="1"/>
          </p:cNvSpPr>
          <p:nvPr>
            <p:ph type="title"/>
          </p:nvPr>
        </p:nvSpPr>
        <p:spPr>
          <a:xfrm>
            <a:off x="838200" y="365125"/>
            <a:ext cx="10515600" cy="1325563"/>
          </a:xfrm>
          <a:solidFill>
            <a:srgbClr val="FF0000"/>
          </a:solidFill>
        </p:spPr>
        <p:txBody>
          <a:bodyPr/>
          <a:lstStyle/>
          <a:p>
            <a:pPr algn="ctr"/>
            <a:r>
              <a:rPr lang="en-US" b="1" dirty="0" err="1">
                <a:solidFill>
                  <a:srgbClr val="FFFF66"/>
                </a:solidFill>
              </a:rPr>
              <a:t>Tiểu</a:t>
            </a:r>
            <a:r>
              <a:rPr lang="en-US" b="1" dirty="0">
                <a:solidFill>
                  <a:srgbClr val="FFFF66"/>
                </a:solidFill>
              </a:rPr>
              <a:t> </a:t>
            </a:r>
            <a:r>
              <a:rPr lang="en-US" b="1" dirty="0" err="1">
                <a:solidFill>
                  <a:srgbClr val="FFFF66"/>
                </a:solidFill>
              </a:rPr>
              <a:t>đội</a:t>
            </a:r>
            <a:r>
              <a:rPr lang="en-US" b="1" dirty="0">
                <a:solidFill>
                  <a:srgbClr val="FFFF66"/>
                </a:solidFill>
              </a:rPr>
              <a:t> 10</a:t>
            </a:r>
            <a:endParaRPr lang="vi-VN" b="1" dirty="0">
              <a:solidFill>
                <a:srgbClr val="FFFF66"/>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610498416"/>
              </p:ext>
            </p:extLst>
          </p:nvPr>
        </p:nvGraphicFramePr>
        <p:xfrm>
          <a:off x="451691" y="1817789"/>
          <a:ext cx="11391442" cy="4748265"/>
        </p:xfrm>
        <a:graphic>
          <a:graphicData uri="http://schemas.openxmlformats.org/drawingml/2006/table">
            <a:tbl>
              <a:tblPr/>
              <a:tblGrid>
                <a:gridCol w="612046"/>
                <a:gridCol w="612046"/>
                <a:gridCol w="612046"/>
                <a:gridCol w="807267"/>
                <a:gridCol w="1181882"/>
                <a:gridCol w="2959982"/>
                <a:gridCol w="1187158"/>
                <a:gridCol w="1013042"/>
                <a:gridCol w="2405973"/>
              </a:tblGrid>
              <a:tr h="316551">
                <a:tc>
                  <a:txBody>
                    <a:bodyPr/>
                    <a:lstStyle/>
                    <a:p>
                      <a:pPr algn="ctr" fontAlgn="b"/>
                      <a:r>
                        <a:rPr lang="en-US" sz="1800" b="0" i="0" u="none" strike="noStrike" dirty="0" err="1">
                          <a:solidFill>
                            <a:srgbClr val="000000"/>
                          </a:solidFill>
                          <a:effectLst/>
                          <a:latin typeface="Times New Roman" panose="02020603050405020304" pitchFamily="18" charset="0"/>
                        </a:rPr>
                        <a:t>Stt</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Khoa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Mssv</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Họ và tên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ngaysinh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gioitinh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noisinh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dirty="0">
                          <a:solidFill>
                            <a:srgbClr val="000000"/>
                          </a:solidFill>
                          <a:effectLst/>
                          <a:latin typeface="Times New Roman" panose="02020603050405020304" pitchFamily="18" charset="0"/>
                        </a:rPr>
                        <a:t>129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22521624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Bùi Công Khánh Tường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17/10/2004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Đắk Lắk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22521626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dirty="0">
                          <a:solidFill>
                            <a:srgbClr val="000000"/>
                          </a:solidFill>
                          <a:effectLst/>
                          <a:latin typeface="Times New Roman" panose="02020603050405020304" pitchFamily="18" charset="0"/>
                        </a:rPr>
                        <a:t>Nguyễn Mạnh Tường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Tỉnh Thừa Thiên Huế</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dirty="0">
                          <a:solidFill>
                            <a:srgbClr val="000000"/>
                          </a:solidFill>
                          <a:effectLst/>
                          <a:latin typeface="Times New Roman" panose="02020603050405020304" pitchFamily="18" charset="0"/>
                        </a:rPr>
                        <a:t>22521627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Thị</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Thanh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Tuyền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a:solidFill>
                            <a:srgbClr val="000000"/>
                          </a:solidFill>
                          <a:effectLst/>
                          <a:latin typeface="Times New Roman" panose="02020603050405020304" pitchFamily="18" charset="0"/>
                        </a:rPr>
                        <a:t>24/06/2004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Nữ</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Thị Thanh Tuyền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26/02/2004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Thuận</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Từ Thuận Văn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27/04/2004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22521653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Châu</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Thế</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Vĩ</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07/04/2004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Vĩnh</a:t>
                      </a:r>
                      <a:r>
                        <a:rPr lang="en-US" sz="1800" b="0" i="0" u="none" strike="noStrike" dirty="0">
                          <a:solidFill>
                            <a:srgbClr val="000000"/>
                          </a:solidFill>
                          <a:effectLst/>
                          <a:latin typeface="Times New Roman" panose="02020603050405020304" pitchFamily="18" charset="0"/>
                        </a:rPr>
                        <a:t> Long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22521671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Lưu Khánh Vinh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12/01/2004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Lâm</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Đồng</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22521674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Quốc Vinh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07/07/2004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Bình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Định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22521676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Thành Vinh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08/06/2004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Nội</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22521677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Thế Vĩnh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01/03/2004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Hà</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Tĩnh</a:t>
                      </a:r>
                      <a:endParaRPr lang="en-US" sz="1800" b="0" i="0" u="none" strike="noStrike" dirty="0">
                        <a:solidFill>
                          <a:srgbClr val="000000"/>
                        </a:solidFill>
                        <a:effectLst/>
                        <a:latin typeface="Times New Roman" panose="02020603050405020304" pitchFamily="18"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Trương Quốc Vinh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28/03/2004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22521692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Nguyễn Đình Vũ</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06/02/2004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Nam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Vĩnh</a:t>
                      </a:r>
                      <a:r>
                        <a:rPr lang="en-US" sz="1800" b="0" i="0" u="none" strike="noStrike" dirty="0">
                          <a:solidFill>
                            <a:srgbClr val="000000"/>
                          </a:solidFill>
                          <a:effectLst/>
                          <a:latin typeface="Times New Roman" panose="02020603050405020304" pitchFamily="18" charset="0"/>
                        </a:rPr>
                        <a:t> Long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22521705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Lê Hoài Yến Vy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19/10/2004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Thành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phố</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Hồ</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Chí</a:t>
                      </a:r>
                      <a:r>
                        <a:rPr lang="en-US" sz="1800" b="0" i="0" u="none" strike="noStrike" dirty="0">
                          <a:solidFill>
                            <a:srgbClr val="000000"/>
                          </a:solidFill>
                          <a:effectLst/>
                          <a:latin typeface="Times New Roman" panose="02020603050405020304" pitchFamily="18" charset="0"/>
                        </a:rPr>
                        <a:t> Minh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r h="316551">
                <a:tc>
                  <a:txBody>
                    <a:bodyPr/>
                    <a:lstStyle/>
                    <a:p>
                      <a:pPr algn="ctr" fontAlgn="b"/>
                      <a:r>
                        <a:rPr lang="en-US" sz="1800" b="0" i="0" u="none" strike="noStrike">
                          <a:solidFill>
                            <a:srgbClr val="000000"/>
                          </a:solidFill>
                          <a:effectLst/>
                          <a:latin typeface="Times New Roman" panose="02020603050405020304" pitchFamily="18" charset="0"/>
                        </a:rPr>
                        <a:t>142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KHMT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ctr" fontAlgn="b"/>
                      <a:r>
                        <a:rPr lang="en-US" sz="1800" b="0" i="0" u="none" strike="noStrike">
                          <a:solidFill>
                            <a:srgbClr val="000000"/>
                          </a:solidFill>
                          <a:effectLst/>
                          <a:latin typeface="Times New Roman" panose="02020603050405020304" pitchFamily="18" charset="0"/>
                        </a:rPr>
                        <a:t>22521716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vi-VN" sz="1800" b="0" i="0" u="none" strike="noStrike">
                          <a:solidFill>
                            <a:srgbClr val="000000"/>
                          </a:solidFill>
                          <a:effectLst/>
                          <a:latin typeface="Times New Roman" panose="02020603050405020304" pitchFamily="18" charset="0"/>
                        </a:rPr>
                        <a:t>Phương Hoàng Yến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05/04/2004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a:solidFill>
                            <a:srgbClr val="000000"/>
                          </a:solidFill>
                          <a:effectLst/>
                          <a:latin typeface="Times New Roman" panose="02020603050405020304" pitchFamily="18" charset="0"/>
                        </a:rPr>
                        <a:t>Nữ</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c>
                  <a:txBody>
                    <a:bodyPr/>
                    <a:lstStyle/>
                    <a:p>
                      <a:pPr algn="l" fontAlgn="b"/>
                      <a:r>
                        <a:rPr lang="en-US" sz="1800" b="0" i="0" u="none" strike="noStrike" dirty="0" err="1">
                          <a:solidFill>
                            <a:srgbClr val="000000"/>
                          </a:solidFill>
                          <a:effectLst/>
                          <a:latin typeface="Times New Roman" panose="02020603050405020304" pitchFamily="18" charset="0"/>
                        </a:rPr>
                        <a:t>Tỉnh</a:t>
                      </a:r>
                      <a:r>
                        <a:rPr lang="en-US" sz="1800" b="0" i="0" u="none" strike="noStrike" dirty="0">
                          <a:solidFill>
                            <a:srgbClr val="000000"/>
                          </a:solidFill>
                          <a:effectLst/>
                          <a:latin typeface="Times New Roman" panose="02020603050405020304" pitchFamily="18" charset="0"/>
                        </a:rPr>
                        <a:t> </a:t>
                      </a:r>
                      <a:r>
                        <a:rPr lang="en-US" sz="1800" b="0" i="0" u="none" strike="noStrike" dirty="0" err="1">
                          <a:solidFill>
                            <a:srgbClr val="000000"/>
                          </a:solidFill>
                          <a:effectLst/>
                          <a:latin typeface="Times New Roman" panose="02020603050405020304" pitchFamily="18" charset="0"/>
                        </a:rPr>
                        <a:t>Gia</a:t>
                      </a:r>
                      <a:r>
                        <a:rPr lang="en-US" sz="1800" b="0" i="0" u="none" strike="noStrike" dirty="0">
                          <a:solidFill>
                            <a:srgbClr val="000000"/>
                          </a:solidFill>
                          <a:effectLst/>
                          <a:latin typeface="Times New Roman" panose="02020603050405020304" pitchFamily="18" charset="0"/>
                        </a:rPr>
                        <a:t> Lai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tcPr>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612623642"/>
              </p:ext>
            </p:extLst>
          </p:nvPr>
        </p:nvGraphicFramePr>
        <p:xfrm>
          <a:off x="928414" y="420121"/>
          <a:ext cx="1751724" cy="396240"/>
        </p:xfrm>
        <a:graphic>
          <a:graphicData uri="http://schemas.openxmlformats.org/drawingml/2006/table">
            <a:tbl>
              <a:tblPr firstRow="1" bandRow="1">
                <a:tableStyleId>{5C22544A-7EE6-4342-B048-85BDC9FD1C3A}</a:tableStyleId>
              </a:tblPr>
              <a:tblGrid>
                <a:gridCol w="1751724">
                  <a:extLst>
                    <a:ext uri="{9D8B030D-6E8A-4147-A177-3AD203B41FA5}">
                      <a16:colId xmlns:a16="http://schemas.microsoft.com/office/drawing/2014/main" xmlns="" val="20000"/>
                    </a:ext>
                  </a:extLst>
                </a:gridCol>
              </a:tblGrid>
              <a:tr h="370840">
                <a:tc>
                  <a:txBody>
                    <a:bodyPr/>
                    <a:lstStyle/>
                    <a:p>
                      <a:r>
                        <a:rPr lang="en-US" sz="2000" dirty="0" smtClean="0"/>
                        <a:t>ĐẠI</a:t>
                      </a:r>
                      <a:r>
                        <a:rPr lang="en-US" sz="2000" baseline="0" dirty="0" smtClean="0"/>
                        <a:t> ĐỘI 28</a:t>
                      </a:r>
                      <a:endParaRPr lang="en-US" sz="2000"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8533258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sz="quarter" idx="4294967295"/>
          </p:nvPr>
        </p:nvSpPr>
        <p:spPr>
          <a:xfrm>
            <a:off x="549214" y="431321"/>
            <a:ext cx="11458755" cy="3278037"/>
          </a:xfrm>
          <a:prstGeom prst="rect">
            <a:avLst/>
          </a:prstGeom>
        </p:spPr>
        <p:txBody>
          <a:bodyPr>
            <a:normAutofit lnSpcReduction="10000"/>
          </a:bodyPr>
          <a:lstStyle/>
          <a:p>
            <a:pPr marL="45720" indent="0" algn="ctr">
              <a:buNone/>
            </a:pPr>
            <a:endParaRPr lang="en-US" sz="2400" b="1" dirty="0" smtClean="0">
              <a:solidFill>
                <a:srgbClr val="FF0000"/>
              </a:solidFill>
              <a:latin typeface="Arial" pitchFamily="34" charset="0"/>
              <a:cs typeface="Arial" pitchFamily="34" charset="0"/>
            </a:endParaRPr>
          </a:p>
          <a:p>
            <a:pPr marL="45720" indent="0" algn="ctr">
              <a:buNone/>
            </a:pPr>
            <a:r>
              <a:rPr lang="en-US" sz="2400" b="1" dirty="0" err="1" smtClean="0">
                <a:solidFill>
                  <a:srgbClr val="FF0000"/>
                </a:solidFill>
                <a:latin typeface="Arial" pitchFamily="34" charset="0"/>
                <a:cs typeface="Arial" pitchFamily="34" charset="0"/>
              </a:rPr>
              <a:t>Danh</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sách</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cán</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bộ</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đại</a:t>
            </a:r>
            <a:r>
              <a:rPr lang="en-US" sz="2400" b="1" dirty="0" smtClean="0">
                <a:solidFill>
                  <a:srgbClr val="FF0000"/>
                </a:solidFill>
                <a:latin typeface="Arial" pitchFamily="34" charset="0"/>
                <a:cs typeface="Arial" pitchFamily="34" charset="0"/>
              </a:rPr>
              <a:t> </a:t>
            </a:r>
            <a:r>
              <a:rPr lang="en-US" sz="2400" b="1" dirty="0" err="1" smtClean="0">
                <a:solidFill>
                  <a:srgbClr val="FF0000"/>
                </a:solidFill>
                <a:latin typeface="Arial" pitchFamily="34" charset="0"/>
                <a:cs typeface="Arial" pitchFamily="34" charset="0"/>
              </a:rPr>
              <a:t>đội</a:t>
            </a:r>
            <a:endParaRPr lang="en-US" sz="2400" b="1" dirty="0" smtClean="0">
              <a:solidFill>
                <a:srgbClr val="FF0000"/>
              </a:solidFill>
              <a:latin typeface="Arial" pitchFamily="34" charset="0"/>
              <a:cs typeface="Arial" pitchFamily="34" charset="0"/>
            </a:endParaRPr>
          </a:p>
          <a:p>
            <a:pPr marL="45720" indent="0">
              <a:buNone/>
            </a:pPr>
            <a:r>
              <a:rPr lang="en-US" sz="2000" b="1" dirty="0" err="1">
                <a:solidFill>
                  <a:srgbClr val="0070C0"/>
                </a:solidFill>
                <a:latin typeface="Arial" pitchFamily="34" charset="0"/>
                <a:cs typeface="Arial" pitchFamily="34" charset="0"/>
              </a:rPr>
              <a:t>C</a:t>
            </a:r>
            <a:r>
              <a:rPr lang="en-US" sz="2000" b="1" dirty="0" err="1" smtClean="0">
                <a:solidFill>
                  <a:srgbClr val="0070C0"/>
                </a:solidFill>
                <a:latin typeface="Arial" pitchFamily="34" charset="0"/>
                <a:cs typeface="Arial" pitchFamily="34" charset="0"/>
              </a:rPr>
              <a:t>án</a:t>
            </a:r>
            <a:r>
              <a:rPr lang="en-US" sz="2000" b="1" dirty="0" smtClean="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bộ</a:t>
            </a:r>
            <a:r>
              <a:rPr lang="en-US" sz="2000" b="1" dirty="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đại</a:t>
            </a:r>
            <a:r>
              <a:rPr lang="en-US" sz="2000" b="1" dirty="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đội</a:t>
            </a:r>
            <a:r>
              <a:rPr lang="en-US" sz="2000" b="1" dirty="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gửi</a:t>
            </a:r>
            <a:r>
              <a:rPr lang="en-US" sz="2000" b="1" dirty="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đầy</a:t>
            </a:r>
            <a:r>
              <a:rPr lang="en-US" sz="2000" b="1" dirty="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đủ</a:t>
            </a:r>
            <a:r>
              <a:rPr lang="en-US" sz="2000" b="1" dirty="0">
                <a:solidFill>
                  <a:srgbClr val="0070C0"/>
                </a:solidFill>
                <a:latin typeface="Arial" pitchFamily="34" charset="0"/>
                <a:cs typeface="Arial" pitchFamily="34" charset="0"/>
              </a:rPr>
              <a:t> </a:t>
            </a:r>
            <a:r>
              <a:rPr lang="en-US" sz="2000" b="1" dirty="0" err="1">
                <a:solidFill>
                  <a:srgbClr val="0070C0"/>
                </a:solidFill>
                <a:latin typeface="Arial" pitchFamily="34" charset="0"/>
                <a:cs typeface="Arial" pitchFamily="34" charset="0"/>
              </a:rPr>
              <a:t>thông</a:t>
            </a:r>
            <a:r>
              <a:rPr lang="en-US" sz="2000" b="1" dirty="0">
                <a:solidFill>
                  <a:srgbClr val="0070C0"/>
                </a:solidFill>
                <a:latin typeface="Arial" pitchFamily="34" charset="0"/>
                <a:cs typeface="Arial" pitchFamily="34" charset="0"/>
              </a:rPr>
              <a:t> tin </a:t>
            </a:r>
            <a:r>
              <a:rPr lang="en-US" sz="2000" b="1" dirty="0" err="1" smtClean="0">
                <a:solidFill>
                  <a:srgbClr val="0070C0"/>
                </a:solidFill>
                <a:latin typeface="Arial" pitchFamily="34" charset="0"/>
                <a:cs typeface="Arial" pitchFamily="34" charset="0"/>
              </a:rPr>
              <a:t>gồm</a:t>
            </a:r>
            <a:r>
              <a:rPr lang="en-US" sz="2000" b="1" dirty="0" smtClean="0">
                <a:solidFill>
                  <a:srgbClr val="0070C0"/>
                </a:solidFill>
                <a:latin typeface="Arial" pitchFamily="34" charset="0"/>
                <a:cs typeface="Arial" pitchFamily="34" charset="0"/>
              </a:rPr>
              <a:t>: </a:t>
            </a:r>
          </a:p>
          <a:p>
            <a:pPr>
              <a:buFont typeface="Wingdings" pitchFamily="2" charset="2"/>
              <a:buChar char="ü"/>
            </a:pPr>
            <a:r>
              <a:rPr lang="en-US" sz="2000" dirty="0" err="1" smtClean="0">
                <a:solidFill>
                  <a:srgbClr val="FF0000"/>
                </a:solidFill>
                <a:latin typeface="Arial" pitchFamily="34" charset="0"/>
                <a:cs typeface="Arial" pitchFamily="34" charset="0"/>
              </a:rPr>
              <a:t>Họ</a:t>
            </a:r>
            <a:r>
              <a:rPr lang="en-US" sz="2000" dirty="0" smtClean="0">
                <a:solidFill>
                  <a:srgbClr val="FF0000"/>
                </a:solidFill>
                <a:latin typeface="Arial" pitchFamily="34" charset="0"/>
                <a:cs typeface="Arial" pitchFamily="34" charset="0"/>
              </a:rPr>
              <a:t> </a:t>
            </a:r>
            <a:r>
              <a:rPr lang="en-US" sz="2000" dirty="0" err="1">
                <a:solidFill>
                  <a:srgbClr val="FF0000"/>
                </a:solidFill>
                <a:latin typeface="Arial" pitchFamily="34" charset="0"/>
                <a:cs typeface="Arial" pitchFamily="34" charset="0"/>
              </a:rPr>
              <a:t>và</a:t>
            </a:r>
            <a:r>
              <a:rPr lang="en-US" sz="2000" dirty="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tên</a:t>
            </a:r>
            <a:r>
              <a:rPr lang="en-US" sz="2000" dirty="0" smtClean="0">
                <a:solidFill>
                  <a:srgbClr val="FF0000"/>
                </a:solidFill>
                <a:latin typeface="Arial" pitchFamily="34" charset="0"/>
                <a:cs typeface="Arial" pitchFamily="34" charset="0"/>
              </a:rPr>
              <a:t> </a:t>
            </a:r>
          </a:p>
          <a:p>
            <a:pPr>
              <a:buFont typeface="Wingdings" pitchFamily="2" charset="2"/>
              <a:buChar char="ü"/>
            </a:pPr>
            <a:r>
              <a:rPr lang="en-US" sz="2000" dirty="0" smtClean="0">
                <a:solidFill>
                  <a:srgbClr val="FF0000"/>
                </a:solidFill>
                <a:latin typeface="Arial" pitchFamily="34" charset="0"/>
                <a:cs typeface="Arial" pitchFamily="34" charset="0"/>
              </a:rPr>
              <a:t>MSSV</a:t>
            </a:r>
          </a:p>
          <a:p>
            <a:pPr>
              <a:buFont typeface="Wingdings" pitchFamily="2" charset="2"/>
              <a:buChar char="ü"/>
            </a:pPr>
            <a:r>
              <a:rPr lang="en-US" sz="2000" dirty="0" err="1" smtClean="0">
                <a:solidFill>
                  <a:srgbClr val="FF0000"/>
                </a:solidFill>
                <a:latin typeface="Arial" pitchFamily="34" charset="0"/>
                <a:cs typeface="Arial" pitchFamily="34" charset="0"/>
              </a:rPr>
              <a:t>Số</a:t>
            </a:r>
            <a:r>
              <a:rPr lang="en-US" sz="2000" dirty="0" smtClean="0">
                <a:solidFill>
                  <a:srgbClr val="FF0000"/>
                </a:solidFill>
                <a:latin typeface="Arial" pitchFamily="34" charset="0"/>
                <a:cs typeface="Arial" pitchFamily="34" charset="0"/>
              </a:rPr>
              <a:t> </a:t>
            </a:r>
            <a:r>
              <a:rPr lang="en-US" sz="2000" dirty="0" err="1">
                <a:solidFill>
                  <a:srgbClr val="FF0000"/>
                </a:solidFill>
                <a:latin typeface="Arial" pitchFamily="34" charset="0"/>
                <a:cs typeface="Arial" pitchFamily="34" charset="0"/>
              </a:rPr>
              <a:t>điện</a:t>
            </a:r>
            <a:r>
              <a:rPr lang="en-US" sz="2000" dirty="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thoại</a:t>
            </a:r>
            <a:r>
              <a:rPr lang="en-US" sz="2000" dirty="0" smtClean="0">
                <a:solidFill>
                  <a:srgbClr val="FF0000"/>
                </a:solidFill>
                <a:latin typeface="Arial" pitchFamily="34" charset="0"/>
                <a:cs typeface="Arial" pitchFamily="34" charset="0"/>
              </a:rPr>
              <a:t> </a:t>
            </a:r>
          </a:p>
          <a:p>
            <a:pPr>
              <a:buFont typeface="Wingdings" pitchFamily="2" charset="2"/>
              <a:buChar char="ü"/>
            </a:pPr>
            <a:r>
              <a:rPr lang="en-US" sz="2000" dirty="0" err="1">
                <a:solidFill>
                  <a:srgbClr val="FF0000"/>
                </a:solidFill>
                <a:latin typeface="Arial" pitchFamily="34" charset="0"/>
                <a:cs typeface="Arial" pitchFamily="34" charset="0"/>
              </a:rPr>
              <a:t>C</a:t>
            </a:r>
            <a:r>
              <a:rPr lang="en-US" sz="2000" dirty="0" err="1" smtClean="0">
                <a:solidFill>
                  <a:srgbClr val="FF0000"/>
                </a:solidFill>
                <a:latin typeface="Arial" pitchFamily="34" charset="0"/>
                <a:cs typeface="Arial" pitchFamily="34" charset="0"/>
              </a:rPr>
              <a:t>hức</a:t>
            </a:r>
            <a:r>
              <a:rPr lang="en-US" sz="2000" dirty="0" smtClean="0">
                <a:solidFill>
                  <a:srgbClr val="FF0000"/>
                </a:solidFill>
                <a:latin typeface="Arial" pitchFamily="34" charset="0"/>
                <a:cs typeface="Arial" pitchFamily="34" charset="0"/>
              </a:rPr>
              <a:t> </a:t>
            </a:r>
            <a:r>
              <a:rPr lang="en-US" sz="2000" dirty="0" err="1" smtClean="0">
                <a:solidFill>
                  <a:srgbClr val="FF0000"/>
                </a:solidFill>
                <a:latin typeface="Arial" pitchFamily="34" charset="0"/>
                <a:cs typeface="Arial" pitchFamily="34" charset="0"/>
              </a:rPr>
              <a:t>vụ</a:t>
            </a:r>
            <a:endParaRPr lang="en-US" sz="2000" dirty="0">
              <a:solidFill>
                <a:srgbClr val="FF0000"/>
              </a:solidFill>
              <a:latin typeface="Arial" pitchFamily="34" charset="0"/>
              <a:cs typeface="Arial" pitchFamily="34" charset="0"/>
            </a:endParaRPr>
          </a:p>
          <a:p>
            <a:pPr marL="45720" indent="0">
              <a:buNone/>
            </a:pPr>
            <a:r>
              <a:rPr lang="en-US" sz="2000" dirty="0" smtClean="0">
                <a:latin typeface="Arial" pitchFamily="34" charset="0"/>
                <a:cs typeface="Arial" pitchFamily="34" charset="0"/>
              </a:rPr>
              <a:t> </a:t>
            </a:r>
            <a:r>
              <a:rPr lang="en-US" sz="2000" dirty="0" err="1">
                <a:solidFill>
                  <a:srgbClr val="0070C0"/>
                </a:solidFill>
                <a:latin typeface="Arial" pitchFamily="34" charset="0"/>
                <a:cs typeface="Arial" pitchFamily="34" charset="0"/>
              </a:rPr>
              <a:t>L</a:t>
            </a:r>
            <a:r>
              <a:rPr lang="en-US" sz="2000" dirty="0" err="1" smtClean="0">
                <a:solidFill>
                  <a:srgbClr val="0070C0"/>
                </a:solidFill>
                <a:latin typeface="Arial" pitchFamily="34" charset="0"/>
                <a:cs typeface="Arial" pitchFamily="34" charset="0"/>
              </a:rPr>
              <a:t>àm</a:t>
            </a:r>
            <a:r>
              <a:rPr lang="en-US" sz="2000" dirty="0" smtClean="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cơ</a:t>
            </a:r>
            <a:r>
              <a:rPr lang="en-US" sz="2000" dirty="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sở</a:t>
            </a:r>
            <a:r>
              <a:rPr lang="en-US" sz="2000" dirty="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Phòng</a:t>
            </a:r>
            <a:r>
              <a:rPr lang="en-US" sz="2000" dirty="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đào</a:t>
            </a:r>
            <a:r>
              <a:rPr lang="en-US" sz="2000" dirty="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tạo</a:t>
            </a:r>
            <a:r>
              <a:rPr lang="en-US" sz="2000" dirty="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Trung</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tâm</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cộng</a:t>
            </a:r>
            <a:r>
              <a:rPr lang="en-US" sz="2000" dirty="0" smtClean="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điểm</a:t>
            </a:r>
            <a:r>
              <a:rPr lang="en-US" sz="2000" dirty="0">
                <a:solidFill>
                  <a:srgbClr val="0070C0"/>
                </a:solidFill>
                <a:latin typeface="Arial" pitchFamily="34" charset="0"/>
                <a:cs typeface="Arial" pitchFamily="34" charset="0"/>
              </a:rPr>
              <a:t> </a:t>
            </a:r>
            <a:r>
              <a:rPr lang="en-US" sz="2000" dirty="0" err="1">
                <a:solidFill>
                  <a:srgbClr val="0070C0"/>
                </a:solidFill>
                <a:latin typeface="Arial" pitchFamily="34" charset="0"/>
                <a:cs typeface="Arial" pitchFamily="34" charset="0"/>
              </a:rPr>
              <a:t>thi</a:t>
            </a:r>
            <a:r>
              <a:rPr lang="en-US" sz="2000" dirty="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các</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học</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phần</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theo</a:t>
            </a:r>
            <a:r>
              <a:rPr lang="en-US" sz="2000" dirty="0" smtClean="0">
                <a:solidFill>
                  <a:srgbClr val="0070C0"/>
                </a:solidFill>
                <a:latin typeface="Arial" pitchFamily="34" charset="0"/>
                <a:cs typeface="Arial" pitchFamily="34" charset="0"/>
              </a:rPr>
              <a:t> </a:t>
            </a:r>
            <a:r>
              <a:rPr lang="en-US" sz="2000" dirty="0" err="1" smtClean="0">
                <a:solidFill>
                  <a:srgbClr val="0070C0"/>
                </a:solidFill>
                <a:latin typeface="Arial" pitchFamily="34" charset="0"/>
                <a:cs typeface="Arial" pitchFamily="34" charset="0"/>
              </a:rPr>
              <a:t>mẫu</a:t>
            </a:r>
            <a:r>
              <a:rPr lang="en-US" sz="2000" dirty="0" smtClean="0">
                <a:solidFill>
                  <a:srgbClr val="0070C0"/>
                </a:solidFill>
                <a:latin typeface="Arial" pitchFamily="34" charset="0"/>
                <a:cs typeface="Arial" pitchFamily="34" charset="0"/>
              </a:rPr>
              <a:t>)</a:t>
            </a:r>
            <a:endParaRPr lang="en-US" sz="2000" dirty="0">
              <a:solidFill>
                <a:srgbClr val="0070C0"/>
              </a:solidFill>
              <a:latin typeface="Arial" pitchFamily="34" charset="0"/>
              <a:cs typeface="Arial" pitchFamily="34" charset="0"/>
            </a:endParaRPr>
          </a:p>
        </p:txBody>
      </p:sp>
      <p:graphicFrame>
        <p:nvGraphicFramePr>
          <p:cNvPr id="7" name="Table 6"/>
          <p:cNvGraphicFramePr>
            <a:graphicFrameLocks noGrp="1"/>
          </p:cNvGraphicFramePr>
          <p:nvPr>
            <p:extLst>
              <p:ext uri="{D42A27DB-BD31-4B8C-83A1-F6EECF244321}">
                <p14:modId xmlns:p14="http://schemas.microsoft.com/office/powerpoint/2010/main" val="452234559"/>
              </p:ext>
            </p:extLst>
          </p:nvPr>
        </p:nvGraphicFramePr>
        <p:xfrm>
          <a:off x="797626" y="3519352"/>
          <a:ext cx="9260774" cy="2824350"/>
        </p:xfrm>
        <a:graphic>
          <a:graphicData uri="http://schemas.openxmlformats.org/drawingml/2006/table">
            <a:tbl>
              <a:tblPr firstRow="1" bandRow="1">
                <a:tableStyleId>{E8B1032C-EA38-4F05-BA0D-38AFFFC7BED3}</a:tableStyleId>
              </a:tblPr>
              <a:tblGrid>
                <a:gridCol w="541732">
                  <a:extLst>
                    <a:ext uri="{9D8B030D-6E8A-4147-A177-3AD203B41FA5}">
                      <a16:colId xmlns:a16="http://schemas.microsoft.com/office/drawing/2014/main" xmlns="" val="20000"/>
                    </a:ext>
                  </a:extLst>
                </a:gridCol>
                <a:gridCol w="919766">
                  <a:extLst>
                    <a:ext uri="{9D8B030D-6E8A-4147-A177-3AD203B41FA5}">
                      <a16:colId xmlns:a16="http://schemas.microsoft.com/office/drawing/2014/main" xmlns="" val="20001"/>
                    </a:ext>
                  </a:extLst>
                </a:gridCol>
                <a:gridCol w="852211">
                  <a:extLst>
                    <a:ext uri="{9D8B030D-6E8A-4147-A177-3AD203B41FA5}">
                      <a16:colId xmlns:a16="http://schemas.microsoft.com/office/drawing/2014/main" xmlns="" val="20002"/>
                    </a:ext>
                  </a:extLst>
                </a:gridCol>
                <a:gridCol w="1567543">
                  <a:extLst>
                    <a:ext uri="{9D8B030D-6E8A-4147-A177-3AD203B41FA5}">
                      <a16:colId xmlns:a16="http://schemas.microsoft.com/office/drawing/2014/main" xmlns="" val="20003"/>
                    </a:ext>
                  </a:extLst>
                </a:gridCol>
                <a:gridCol w="1923803">
                  <a:extLst>
                    <a:ext uri="{9D8B030D-6E8A-4147-A177-3AD203B41FA5}">
                      <a16:colId xmlns:a16="http://schemas.microsoft.com/office/drawing/2014/main" xmlns="" val="20004"/>
                    </a:ext>
                  </a:extLst>
                </a:gridCol>
                <a:gridCol w="1413163">
                  <a:extLst>
                    <a:ext uri="{9D8B030D-6E8A-4147-A177-3AD203B41FA5}">
                      <a16:colId xmlns:a16="http://schemas.microsoft.com/office/drawing/2014/main" xmlns="" val="20005"/>
                    </a:ext>
                  </a:extLst>
                </a:gridCol>
                <a:gridCol w="2042556">
                  <a:extLst>
                    <a:ext uri="{9D8B030D-6E8A-4147-A177-3AD203B41FA5}">
                      <a16:colId xmlns:a16="http://schemas.microsoft.com/office/drawing/2014/main" xmlns="" val="20006"/>
                    </a:ext>
                  </a:extLst>
                </a:gridCol>
              </a:tblGrid>
              <a:tr h="637012">
                <a:tc>
                  <a:txBody>
                    <a:bodyPr/>
                    <a:lstStyle/>
                    <a:p>
                      <a:pPr algn="ctr"/>
                      <a:r>
                        <a:rPr lang="en-US" sz="1900" dirty="0" err="1" smtClean="0"/>
                        <a:t>Stt</a:t>
                      </a:r>
                      <a:endParaRPr lang="en-US" sz="1900" dirty="0">
                        <a:solidFill>
                          <a:srgbClr val="FF0000"/>
                        </a:solidFill>
                        <a:latin typeface="Arial" pitchFamily="34" charset="0"/>
                        <a:cs typeface="Arial" pitchFamily="34" charset="0"/>
                      </a:endParaRPr>
                    </a:p>
                  </a:txBody>
                  <a:tcPr/>
                </a:tc>
                <a:tc>
                  <a:txBody>
                    <a:bodyPr/>
                    <a:lstStyle/>
                    <a:p>
                      <a:pPr algn="ctr"/>
                      <a:r>
                        <a:rPr lang="en-US" sz="1900" dirty="0" err="1" smtClean="0">
                          <a:solidFill>
                            <a:srgbClr val="FF0000"/>
                          </a:solidFill>
                          <a:latin typeface="Arial" pitchFamily="34" charset="0"/>
                          <a:cs typeface="Arial" pitchFamily="34" charset="0"/>
                        </a:rPr>
                        <a:t>Đại</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đội</a:t>
                      </a:r>
                      <a:endParaRPr lang="en-US" sz="1900" dirty="0">
                        <a:solidFill>
                          <a:srgbClr val="FF0000"/>
                        </a:solidFill>
                        <a:latin typeface="Arial" pitchFamily="34" charset="0"/>
                        <a:cs typeface="Arial" pitchFamily="34" charset="0"/>
                      </a:endParaRPr>
                    </a:p>
                  </a:txBody>
                  <a:tcPr/>
                </a:tc>
                <a:tc>
                  <a:txBody>
                    <a:bodyPr/>
                    <a:lstStyle/>
                    <a:p>
                      <a:pPr algn="ctr"/>
                      <a:r>
                        <a:rPr lang="en-US" sz="1900" dirty="0" err="1" smtClean="0">
                          <a:solidFill>
                            <a:srgbClr val="FF0000"/>
                          </a:solidFill>
                          <a:latin typeface="Arial" pitchFamily="34" charset="0"/>
                          <a:cs typeface="Arial" pitchFamily="34" charset="0"/>
                        </a:rPr>
                        <a:t>Tiểu</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đội</a:t>
                      </a:r>
                      <a:endParaRPr lang="en-US" sz="1900" dirty="0">
                        <a:solidFill>
                          <a:srgbClr val="FF0000"/>
                        </a:solidFill>
                        <a:latin typeface="Arial" pitchFamily="34" charset="0"/>
                        <a:cs typeface="Arial" pitchFamily="34" charset="0"/>
                      </a:endParaRPr>
                    </a:p>
                  </a:txBody>
                  <a:tcPr/>
                </a:tc>
                <a:tc>
                  <a:txBody>
                    <a:bodyPr/>
                    <a:lstStyle/>
                    <a:p>
                      <a:pPr algn="ctr"/>
                      <a:r>
                        <a:rPr lang="en-US" sz="1900" dirty="0" smtClean="0">
                          <a:solidFill>
                            <a:srgbClr val="FF0000"/>
                          </a:solidFill>
                          <a:latin typeface="Arial" pitchFamily="34" charset="0"/>
                          <a:cs typeface="Arial" pitchFamily="34" charset="0"/>
                        </a:rPr>
                        <a:t>MSSV</a:t>
                      </a:r>
                      <a:endParaRPr lang="en-US" sz="1900" dirty="0">
                        <a:solidFill>
                          <a:srgbClr val="FF0000"/>
                        </a:solidFill>
                        <a:latin typeface="Arial" pitchFamily="34" charset="0"/>
                        <a:cs typeface="Arial" pitchFamily="34" charset="0"/>
                      </a:endParaRPr>
                    </a:p>
                  </a:txBody>
                  <a:tcPr/>
                </a:tc>
                <a:tc>
                  <a:txBody>
                    <a:bodyPr/>
                    <a:lstStyle/>
                    <a:p>
                      <a:pPr algn="ctr"/>
                      <a:r>
                        <a:rPr lang="en-US" sz="1900" dirty="0" err="1" smtClean="0">
                          <a:solidFill>
                            <a:srgbClr val="FF0000"/>
                          </a:solidFill>
                          <a:latin typeface="Arial" pitchFamily="34" charset="0"/>
                          <a:cs typeface="Arial" pitchFamily="34" charset="0"/>
                        </a:rPr>
                        <a:t>Họ</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và</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tên</a:t>
                      </a:r>
                      <a:endParaRPr lang="en-US" sz="1900" dirty="0">
                        <a:solidFill>
                          <a:srgbClr val="FF0000"/>
                        </a:solidFill>
                        <a:latin typeface="Arial" pitchFamily="34" charset="0"/>
                        <a:cs typeface="Arial" pitchFamily="34" charset="0"/>
                      </a:endParaRPr>
                    </a:p>
                  </a:txBody>
                  <a:tcPr/>
                </a:tc>
                <a:tc>
                  <a:txBody>
                    <a:bodyPr/>
                    <a:lstStyle/>
                    <a:p>
                      <a:pPr algn="ctr"/>
                      <a:r>
                        <a:rPr lang="en-US" sz="1900" dirty="0" err="1" smtClean="0">
                          <a:solidFill>
                            <a:srgbClr val="FF0000"/>
                          </a:solidFill>
                          <a:latin typeface="Arial" pitchFamily="34" charset="0"/>
                          <a:cs typeface="Arial" pitchFamily="34" charset="0"/>
                        </a:rPr>
                        <a:t>Chức</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vụ</a:t>
                      </a:r>
                      <a:endParaRPr lang="en-US" sz="1900" dirty="0">
                        <a:solidFill>
                          <a:srgbClr val="FF0000"/>
                        </a:solidFill>
                        <a:latin typeface="Arial" pitchFamily="34" charset="0"/>
                        <a:cs typeface="Arial" pitchFamily="34" charset="0"/>
                      </a:endParaRPr>
                    </a:p>
                  </a:txBody>
                  <a:tcPr/>
                </a:tc>
                <a:tc>
                  <a:txBody>
                    <a:bodyPr/>
                    <a:lstStyle/>
                    <a:p>
                      <a:pPr algn="ctr"/>
                      <a:r>
                        <a:rPr lang="en-US" sz="1900" dirty="0" err="1" smtClean="0">
                          <a:solidFill>
                            <a:srgbClr val="FF0000"/>
                          </a:solidFill>
                          <a:latin typeface="Arial" pitchFamily="34" charset="0"/>
                          <a:cs typeface="Arial" pitchFamily="34" charset="0"/>
                        </a:rPr>
                        <a:t>Số</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điện</a:t>
                      </a:r>
                      <a:r>
                        <a:rPr lang="en-US" sz="1900" baseline="0" dirty="0" smtClean="0">
                          <a:solidFill>
                            <a:srgbClr val="FF0000"/>
                          </a:solidFill>
                          <a:latin typeface="Arial" pitchFamily="34" charset="0"/>
                          <a:cs typeface="Arial" pitchFamily="34" charset="0"/>
                        </a:rPr>
                        <a:t> </a:t>
                      </a:r>
                      <a:r>
                        <a:rPr lang="en-US" sz="1900" baseline="0" dirty="0" err="1" smtClean="0">
                          <a:solidFill>
                            <a:srgbClr val="FF0000"/>
                          </a:solidFill>
                          <a:latin typeface="Arial" pitchFamily="34" charset="0"/>
                          <a:cs typeface="Arial" pitchFamily="34" charset="0"/>
                        </a:rPr>
                        <a:t>thoại</a:t>
                      </a:r>
                      <a:endParaRPr lang="en-US" sz="1900" dirty="0">
                        <a:solidFill>
                          <a:srgbClr val="FF0000"/>
                        </a:solidFill>
                        <a:latin typeface="Arial" pitchFamily="34" charset="0"/>
                        <a:cs typeface="Arial" pitchFamily="34" charset="0"/>
                      </a:endParaRPr>
                    </a:p>
                  </a:txBody>
                  <a:tcPr/>
                </a:tc>
                <a:extLst>
                  <a:ext uri="{0D108BD9-81ED-4DB2-BD59-A6C34878D82A}">
                    <a16:rowId xmlns:a16="http://schemas.microsoft.com/office/drawing/2014/main" xmlns="" val="10000"/>
                  </a:ext>
                </a:extLst>
              </a:tr>
              <a:tr h="453340">
                <a:tc>
                  <a:txBody>
                    <a:bodyPr/>
                    <a:lstStyle/>
                    <a:p>
                      <a:pPr algn="ctr"/>
                      <a:r>
                        <a:rPr lang="en-US" sz="1200" dirty="0" smtClean="0"/>
                        <a:t>1</a:t>
                      </a:r>
                      <a:endParaRPr lang="en-US" sz="1200" dirty="0">
                        <a:latin typeface="Arial" pitchFamily="34" charset="0"/>
                        <a:cs typeface="Arial" pitchFamily="34" charset="0"/>
                      </a:endParaRPr>
                    </a:p>
                  </a:txBody>
                  <a:tcPr/>
                </a:tc>
                <a:tc>
                  <a:txBody>
                    <a:bodyPr/>
                    <a:lstStyle/>
                    <a:p>
                      <a:pPr algn="ctr" fontAlgn="ctr"/>
                      <a:r>
                        <a:rPr lang="en-US" sz="1200" b="0" i="0" u="none" strike="noStrike" dirty="0">
                          <a:solidFill>
                            <a:srgbClr val="000000"/>
                          </a:solidFill>
                          <a:effectLst/>
                          <a:latin typeface="Times New Roman"/>
                        </a:rPr>
                        <a:t>1</a:t>
                      </a:r>
                    </a:p>
                  </a:txBody>
                  <a:tcPr marL="9525" marR="9525" marT="9525" marB="0" anchor="ctr"/>
                </a:tc>
                <a:tc>
                  <a:txBody>
                    <a:bodyPr/>
                    <a:lstStyle/>
                    <a:p>
                      <a:pPr algn="ctr" fontAlgn="ctr"/>
                      <a:r>
                        <a:rPr lang="en-US" sz="1200" b="0" i="0" u="none" strike="noStrike" dirty="0">
                          <a:solidFill>
                            <a:srgbClr val="000000"/>
                          </a:solidFill>
                          <a:effectLst/>
                          <a:latin typeface="Times New Roman"/>
                        </a:rPr>
                        <a:t>1</a:t>
                      </a:r>
                    </a:p>
                  </a:txBody>
                  <a:tcPr marL="9525" marR="9525" marT="9525" marB="0" anchor="ctr"/>
                </a:tc>
                <a:tc>
                  <a:txBody>
                    <a:bodyPr/>
                    <a:lstStyle/>
                    <a:p>
                      <a:pPr algn="ctr" fontAlgn="ctr"/>
                      <a:r>
                        <a:rPr lang="en-US" sz="1200" b="0" i="0" u="none" strike="noStrike" dirty="0">
                          <a:solidFill>
                            <a:srgbClr val="000000"/>
                          </a:solidFill>
                          <a:effectLst/>
                          <a:latin typeface="Times New Roman"/>
                        </a:rPr>
                        <a:t>BABANS22034</a:t>
                      </a:r>
                    </a:p>
                  </a:txBody>
                  <a:tcPr marL="9525" marR="9525" marT="9525" marB="0" anchor="ctr"/>
                </a:tc>
                <a:tc>
                  <a:txBody>
                    <a:bodyPr/>
                    <a:lstStyle/>
                    <a:p>
                      <a:pPr algn="ctr" fontAlgn="ctr"/>
                      <a:r>
                        <a:rPr lang="en-US" sz="1200" b="0" i="0" u="none" strike="noStrike">
                          <a:solidFill>
                            <a:srgbClr val="000000"/>
                          </a:solidFill>
                          <a:effectLst/>
                          <a:latin typeface="Times New Roman"/>
                        </a:rPr>
                        <a:t>Nguyễn Đức Hội</a:t>
                      </a:r>
                    </a:p>
                  </a:txBody>
                  <a:tcPr marL="9525" marR="9525" marT="9525" marB="0" anchor="ctr"/>
                </a:tc>
                <a:tc>
                  <a:txBody>
                    <a:bodyPr/>
                    <a:lstStyle/>
                    <a:p>
                      <a:pPr algn="ctr" fontAlgn="ctr"/>
                      <a:r>
                        <a:rPr lang="en-US" sz="1200" b="0" i="0" u="none" strike="noStrike" dirty="0" smtClean="0">
                          <a:solidFill>
                            <a:schemeClr val="tx1"/>
                          </a:solidFill>
                          <a:effectLst/>
                          <a:latin typeface="Times New Roman"/>
                        </a:rPr>
                        <a:t>Ct</a:t>
                      </a:r>
                      <a:endParaRPr lang="en-US" sz="1200" b="0" i="0" u="none" strike="noStrike" dirty="0">
                        <a:solidFill>
                          <a:schemeClr val="tx1"/>
                        </a:solidFill>
                        <a:effectLst/>
                        <a:latin typeface="Times New Roman"/>
                      </a:endParaRPr>
                    </a:p>
                  </a:txBody>
                  <a:tcPr marL="9525" marR="9525" marT="9525" marB="0" anchor="ctr"/>
                </a:tc>
                <a:tc>
                  <a:txBody>
                    <a:bodyPr/>
                    <a:lstStyle/>
                    <a:p>
                      <a:pPr algn="ctr" fontAlgn="ctr"/>
                      <a:r>
                        <a:rPr lang="en-US" sz="1200" b="0" i="0" u="none" strike="noStrike" dirty="0">
                          <a:solidFill>
                            <a:srgbClr val="000000"/>
                          </a:solidFill>
                          <a:effectLst/>
                          <a:latin typeface="Times New Roman"/>
                        </a:rPr>
                        <a:t>0379147915</a:t>
                      </a:r>
                    </a:p>
                  </a:txBody>
                  <a:tcPr marL="9525" marR="9525" marT="9525" marB="0" anchor="ctr"/>
                </a:tc>
                <a:extLst>
                  <a:ext uri="{0D108BD9-81ED-4DB2-BD59-A6C34878D82A}">
                    <a16:rowId xmlns:a16="http://schemas.microsoft.com/office/drawing/2014/main" xmlns="" val="10001"/>
                  </a:ext>
                </a:extLst>
              </a:tr>
              <a:tr h="320634">
                <a:tc>
                  <a:txBody>
                    <a:bodyPr/>
                    <a:lstStyle/>
                    <a:p>
                      <a:pPr algn="ctr"/>
                      <a:r>
                        <a:rPr lang="en-US" sz="1200" dirty="0" smtClean="0"/>
                        <a:t>2</a:t>
                      </a: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solidFill>
                          <a:srgbClr val="FF0000"/>
                        </a:solidFill>
                        <a:latin typeface="Arial" pitchFamily="34" charset="0"/>
                        <a:cs typeface="Arial" pitchFamily="34" charset="0"/>
                      </a:endParaRPr>
                    </a:p>
                  </a:txBody>
                  <a:tcPr/>
                </a:tc>
                <a:tc>
                  <a:txBody>
                    <a:bodyPr/>
                    <a:lstStyle/>
                    <a:p>
                      <a:pPr algn="ctr"/>
                      <a:r>
                        <a:rPr lang="en-US" sz="1200" dirty="0" err="1" smtClean="0">
                          <a:solidFill>
                            <a:schemeClr val="tx1"/>
                          </a:solidFill>
                          <a:latin typeface="Arial" pitchFamily="34" charset="0"/>
                          <a:cs typeface="Arial" pitchFamily="34" charset="0"/>
                        </a:rPr>
                        <a:t>Cp</a:t>
                      </a:r>
                      <a:endParaRPr lang="en-US" sz="1200" dirty="0">
                        <a:solidFill>
                          <a:schemeClr val="tx1"/>
                        </a:solidFill>
                        <a:latin typeface="Arial" pitchFamily="34" charset="0"/>
                        <a:cs typeface="Arial" pitchFamily="34" charset="0"/>
                      </a:endParaRPr>
                    </a:p>
                  </a:txBody>
                  <a:tcPr/>
                </a:tc>
                <a:tc>
                  <a:txBody>
                    <a:bodyPr/>
                    <a:lstStyle/>
                    <a:p>
                      <a:pPr algn="ctr"/>
                      <a:endParaRPr lang="en-US" sz="1200" dirty="0">
                        <a:solidFill>
                          <a:srgbClr val="FF0000"/>
                        </a:solidFill>
                        <a:latin typeface="Arial" pitchFamily="34" charset="0"/>
                        <a:cs typeface="Arial" pitchFamily="34" charset="0"/>
                      </a:endParaRPr>
                    </a:p>
                  </a:txBody>
                  <a:tcPr/>
                </a:tc>
                <a:extLst>
                  <a:ext uri="{0D108BD9-81ED-4DB2-BD59-A6C34878D82A}">
                    <a16:rowId xmlns:a16="http://schemas.microsoft.com/office/drawing/2014/main" xmlns="" val="10002"/>
                  </a:ext>
                </a:extLst>
              </a:tr>
              <a:tr h="344954">
                <a:tc>
                  <a:txBody>
                    <a:bodyPr/>
                    <a:lstStyle/>
                    <a:p>
                      <a:pPr algn="ctr"/>
                      <a:r>
                        <a:rPr lang="en-US" sz="1200" dirty="0" smtClean="0">
                          <a:latin typeface="+mn-lt"/>
                          <a:cs typeface="+mn-cs"/>
                        </a:rPr>
                        <a:t>3</a:t>
                      </a: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r>
                        <a:rPr lang="en-US" sz="1200" dirty="0" err="1" smtClean="0">
                          <a:solidFill>
                            <a:schemeClr val="tx1"/>
                          </a:solidFill>
                          <a:latin typeface="Arial" pitchFamily="34" charset="0"/>
                          <a:cs typeface="Arial" pitchFamily="34" charset="0"/>
                        </a:rPr>
                        <a:t>Cp</a:t>
                      </a:r>
                      <a:endParaRPr lang="en-US" sz="1200" dirty="0">
                        <a:solidFill>
                          <a:schemeClr val="tx1"/>
                        </a:solidFill>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extLst>
                  <a:ext uri="{0D108BD9-81ED-4DB2-BD59-A6C34878D82A}">
                    <a16:rowId xmlns:a16="http://schemas.microsoft.com/office/drawing/2014/main" xmlns="" val="10003"/>
                  </a:ext>
                </a:extLst>
              </a:tr>
              <a:tr h="344954">
                <a:tc>
                  <a:txBody>
                    <a:bodyPr/>
                    <a:lstStyle/>
                    <a:p>
                      <a:pPr algn="ctr"/>
                      <a:r>
                        <a:rPr lang="en-US" sz="1200" dirty="0" smtClean="0">
                          <a:latin typeface="Arial" pitchFamily="34" charset="0"/>
                          <a:cs typeface="Arial" pitchFamily="34" charset="0"/>
                        </a:rPr>
                        <a:t>4</a:t>
                      </a: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r>
                        <a:rPr lang="en-US" sz="1200" dirty="0" smtClean="0">
                          <a:solidFill>
                            <a:schemeClr val="tx1"/>
                          </a:solidFill>
                          <a:latin typeface="Arial" pitchFamily="34" charset="0"/>
                          <a:cs typeface="Arial" pitchFamily="34" charset="0"/>
                        </a:rPr>
                        <a:t>at1</a:t>
                      </a:r>
                      <a:endParaRPr lang="en-US" sz="1200" dirty="0">
                        <a:solidFill>
                          <a:schemeClr val="tx1"/>
                        </a:solidFill>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extLst>
                  <a:ext uri="{0D108BD9-81ED-4DB2-BD59-A6C34878D82A}">
                    <a16:rowId xmlns:a16="http://schemas.microsoft.com/office/drawing/2014/main" xmlns="" val="10004"/>
                  </a:ext>
                </a:extLst>
              </a:tr>
              <a:tr h="344954">
                <a:tc>
                  <a:txBody>
                    <a:bodyPr/>
                    <a:lstStyle/>
                    <a:p>
                      <a:pPr algn="ctr"/>
                      <a:r>
                        <a:rPr lang="en-US" sz="1200" dirty="0" smtClean="0">
                          <a:latin typeface="Arial" pitchFamily="34" charset="0"/>
                          <a:cs typeface="Arial" pitchFamily="34" charset="0"/>
                        </a:rPr>
                        <a:t>…</a:t>
                      </a: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r>
                        <a:rPr lang="en-US" sz="1200" dirty="0" smtClean="0">
                          <a:solidFill>
                            <a:schemeClr val="tx1"/>
                          </a:solidFill>
                          <a:latin typeface="Arial" pitchFamily="34" charset="0"/>
                          <a:cs typeface="Arial" pitchFamily="34" charset="0"/>
                        </a:rPr>
                        <a:t>…</a:t>
                      </a:r>
                      <a:endParaRPr lang="en-US" sz="1200" dirty="0">
                        <a:solidFill>
                          <a:schemeClr val="tx1"/>
                        </a:solidFill>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extLst>
                  <a:ext uri="{0D108BD9-81ED-4DB2-BD59-A6C34878D82A}">
                    <a16:rowId xmlns:a16="http://schemas.microsoft.com/office/drawing/2014/main" xmlns="" val="10005"/>
                  </a:ext>
                </a:extLst>
              </a:tr>
              <a:tr h="344954">
                <a:tc>
                  <a:txBody>
                    <a:bodyPr/>
                    <a:lstStyle/>
                    <a:p>
                      <a:pPr algn="ctr"/>
                      <a:r>
                        <a:rPr lang="en-US" sz="1200" dirty="0" smtClean="0">
                          <a:latin typeface="Arial" pitchFamily="34" charset="0"/>
                          <a:cs typeface="Arial" pitchFamily="34" charset="0"/>
                        </a:rPr>
                        <a:t>13</a:t>
                      </a: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tc>
                  <a:txBody>
                    <a:bodyPr/>
                    <a:lstStyle/>
                    <a:p>
                      <a:pPr algn="ctr"/>
                      <a:r>
                        <a:rPr lang="en-US" sz="1200" dirty="0" smtClean="0">
                          <a:solidFill>
                            <a:schemeClr val="tx1"/>
                          </a:solidFill>
                          <a:latin typeface="Arial" pitchFamily="34" charset="0"/>
                          <a:cs typeface="Arial" pitchFamily="34" charset="0"/>
                        </a:rPr>
                        <a:t>at10</a:t>
                      </a:r>
                      <a:endParaRPr lang="en-US" sz="1200" dirty="0">
                        <a:solidFill>
                          <a:schemeClr val="tx1"/>
                        </a:solidFill>
                        <a:latin typeface="Arial" pitchFamily="34" charset="0"/>
                        <a:cs typeface="Arial" pitchFamily="34" charset="0"/>
                      </a:endParaRPr>
                    </a:p>
                  </a:txBody>
                  <a:tcPr/>
                </a:tc>
                <a:tc>
                  <a:txBody>
                    <a:bodyPr/>
                    <a:lstStyle/>
                    <a:p>
                      <a:pPr algn="ctr"/>
                      <a:endParaRPr lang="en-US" sz="1200" dirty="0">
                        <a:latin typeface="Arial" pitchFamily="34" charset="0"/>
                        <a:cs typeface="Arial" pitchFamily="34" charset="0"/>
                      </a:endParaRPr>
                    </a:p>
                  </a:txBody>
                  <a:tcPr/>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37300780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498232612"/>
              </p:ext>
            </p:extLst>
          </p:nvPr>
        </p:nvGraphicFramePr>
        <p:xfrm>
          <a:off x="0" y="661436"/>
          <a:ext cx="12192001" cy="6376445"/>
        </p:xfrm>
        <a:graphic>
          <a:graphicData uri="http://schemas.openxmlformats.org/drawingml/2006/table">
            <a:tbl>
              <a:tblPr firstRow="1" bandRow="1">
                <a:tableStyleId>{7DF18680-E054-41AD-8BC1-D1AEF772440D}</a:tableStyleId>
              </a:tblPr>
              <a:tblGrid>
                <a:gridCol w="1102603">
                  <a:extLst>
                    <a:ext uri="{9D8B030D-6E8A-4147-A177-3AD203B41FA5}">
                      <a16:colId xmlns:a16="http://schemas.microsoft.com/office/drawing/2014/main" xmlns="" val="20000"/>
                    </a:ext>
                  </a:extLst>
                </a:gridCol>
                <a:gridCol w="963194">
                  <a:extLst>
                    <a:ext uri="{9D8B030D-6E8A-4147-A177-3AD203B41FA5}">
                      <a16:colId xmlns:a16="http://schemas.microsoft.com/office/drawing/2014/main" xmlns="" val="20001"/>
                    </a:ext>
                  </a:extLst>
                </a:gridCol>
                <a:gridCol w="1153297">
                  <a:extLst>
                    <a:ext uri="{9D8B030D-6E8A-4147-A177-3AD203B41FA5}">
                      <a16:colId xmlns:a16="http://schemas.microsoft.com/office/drawing/2014/main" xmlns="" val="20002"/>
                    </a:ext>
                  </a:extLst>
                </a:gridCol>
                <a:gridCol w="1318054">
                  <a:extLst>
                    <a:ext uri="{9D8B030D-6E8A-4147-A177-3AD203B41FA5}">
                      <a16:colId xmlns:a16="http://schemas.microsoft.com/office/drawing/2014/main" xmlns="" val="20003"/>
                    </a:ext>
                  </a:extLst>
                </a:gridCol>
                <a:gridCol w="2864233">
                  <a:extLst>
                    <a:ext uri="{9D8B030D-6E8A-4147-A177-3AD203B41FA5}">
                      <a16:colId xmlns:a16="http://schemas.microsoft.com/office/drawing/2014/main" xmlns="" val="20004"/>
                    </a:ext>
                  </a:extLst>
                </a:gridCol>
                <a:gridCol w="1698263">
                  <a:extLst>
                    <a:ext uri="{9D8B030D-6E8A-4147-A177-3AD203B41FA5}">
                      <a16:colId xmlns:a16="http://schemas.microsoft.com/office/drawing/2014/main" xmlns="" val="20005"/>
                    </a:ext>
                  </a:extLst>
                </a:gridCol>
                <a:gridCol w="3092357">
                  <a:extLst>
                    <a:ext uri="{9D8B030D-6E8A-4147-A177-3AD203B41FA5}">
                      <a16:colId xmlns:a16="http://schemas.microsoft.com/office/drawing/2014/main" xmlns="" val="20006"/>
                    </a:ext>
                  </a:extLst>
                </a:gridCol>
              </a:tblGrid>
              <a:tr h="456285">
                <a:tc>
                  <a:txBody>
                    <a:bodyPr/>
                    <a:lstStyle/>
                    <a:p>
                      <a:pPr algn="ctr"/>
                      <a:r>
                        <a:rPr lang="en-US" sz="1600" dirty="0" smtClean="0"/>
                        <a:t>STT</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mn-lt"/>
                          <a:cs typeface="+mn-cs"/>
                        </a:rPr>
                        <a:t>Đại</a:t>
                      </a:r>
                      <a:r>
                        <a:rPr lang="en-US" sz="1600" baseline="0" dirty="0" smtClean="0">
                          <a:latin typeface="+mn-lt"/>
                          <a:cs typeface="+mn-cs"/>
                        </a:rPr>
                        <a:t> </a:t>
                      </a:r>
                      <a:r>
                        <a:rPr lang="en-US" sz="1600" baseline="0" dirty="0" err="1" smtClean="0">
                          <a:latin typeface="+mn-lt"/>
                          <a:cs typeface="+mn-cs"/>
                        </a:rPr>
                        <a:t>đội</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mn-lt"/>
                          <a:cs typeface="+mn-cs"/>
                        </a:rPr>
                        <a:t>Tiểu</a:t>
                      </a:r>
                      <a:r>
                        <a:rPr lang="en-US" sz="1600" baseline="0" dirty="0" smtClean="0">
                          <a:latin typeface="+mn-lt"/>
                          <a:cs typeface="+mn-cs"/>
                        </a:rPr>
                        <a:t> </a:t>
                      </a:r>
                      <a:r>
                        <a:rPr lang="en-US" sz="1600" baseline="0" dirty="0" err="1" smtClean="0">
                          <a:latin typeface="+mn-lt"/>
                          <a:cs typeface="+mn-cs"/>
                        </a:rPr>
                        <a:t>đội</a:t>
                      </a:r>
                      <a:endParaRPr lang="en-US" sz="1600" dirty="0">
                        <a:latin typeface="Arial" pitchFamily="34" charset="0"/>
                        <a:cs typeface="Arial" pitchFamily="34" charset="0"/>
                      </a:endParaRPr>
                    </a:p>
                  </a:txBody>
                  <a:tcPr marT="60960" marB="60960"/>
                </a:tc>
                <a:tc>
                  <a:txBody>
                    <a:bodyPr/>
                    <a:lstStyle/>
                    <a:p>
                      <a:pPr algn="ctr"/>
                      <a:r>
                        <a:rPr lang="en-US" sz="1600" dirty="0" smtClean="0"/>
                        <a:t>MSSV</a:t>
                      </a:r>
                      <a:endParaRPr lang="en-US" sz="1600" dirty="0">
                        <a:latin typeface="Arial" pitchFamily="34" charset="0"/>
                        <a:cs typeface="Arial" pitchFamily="34" charset="0"/>
                      </a:endParaRPr>
                    </a:p>
                  </a:txBody>
                  <a:tcPr marT="60960" marB="60960"/>
                </a:tc>
                <a:tc>
                  <a:txBody>
                    <a:bodyPr/>
                    <a:lstStyle/>
                    <a:p>
                      <a:pPr algn="ctr"/>
                      <a:r>
                        <a:rPr lang="en-US" sz="1600" dirty="0" err="1" smtClean="0"/>
                        <a:t>Họ</a:t>
                      </a:r>
                      <a:r>
                        <a:rPr lang="en-US" sz="1600" baseline="0" dirty="0" smtClean="0"/>
                        <a:t> </a:t>
                      </a:r>
                      <a:r>
                        <a:rPr lang="en-US" sz="1600" baseline="0" dirty="0" err="1" smtClean="0"/>
                        <a:t>và</a:t>
                      </a:r>
                      <a:r>
                        <a:rPr lang="en-US" sz="1600" baseline="0" dirty="0" smtClean="0"/>
                        <a:t> </a:t>
                      </a:r>
                      <a:r>
                        <a:rPr lang="en-US" sz="1600" baseline="0" dirty="0" err="1" smtClean="0"/>
                        <a:t>tên</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Arial" pitchFamily="34" charset="0"/>
                          <a:cs typeface="Arial" pitchFamily="34" charset="0"/>
                        </a:rPr>
                        <a:t>Chức</a:t>
                      </a:r>
                      <a:r>
                        <a:rPr lang="en-US" sz="1600" baseline="0" dirty="0" smtClean="0">
                          <a:latin typeface="Arial" pitchFamily="34" charset="0"/>
                          <a:cs typeface="Arial" pitchFamily="34" charset="0"/>
                        </a:rPr>
                        <a:t> </a:t>
                      </a:r>
                      <a:r>
                        <a:rPr lang="en-US" sz="1600" baseline="0" dirty="0" err="1" smtClean="0">
                          <a:latin typeface="Arial" pitchFamily="34" charset="0"/>
                          <a:cs typeface="Arial" pitchFamily="34" charset="0"/>
                        </a:rPr>
                        <a:t>vụ</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Arial" pitchFamily="34" charset="0"/>
                          <a:cs typeface="Arial" pitchFamily="34" charset="0"/>
                        </a:rPr>
                        <a:t>Số</a:t>
                      </a:r>
                      <a:r>
                        <a:rPr lang="en-US" sz="1600" baseline="0" dirty="0" smtClean="0">
                          <a:latin typeface="Arial" pitchFamily="34" charset="0"/>
                          <a:cs typeface="Arial" pitchFamily="34" charset="0"/>
                        </a:rPr>
                        <a:t> </a:t>
                      </a:r>
                      <a:r>
                        <a:rPr lang="en-US" sz="1600" baseline="0" dirty="0" err="1" smtClean="0">
                          <a:latin typeface="Arial" pitchFamily="34" charset="0"/>
                          <a:cs typeface="Arial" pitchFamily="34" charset="0"/>
                        </a:rPr>
                        <a:t>điện</a:t>
                      </a:r>
                      <a:r>
                        <a:rPr lang="en-US" sz="1600" baseline="0" dirty="0" smtClean="0">
                          <a:latin typeface="Arial" pitchFamily="34" charset="0"/>
                          <a:cs typeface="Arial" pitchFamily="34" charset="0"/>
                        </a:rPr>
                        <a:t> </a:t>
                      </a:r>
                      <a:r>
                        <a:rPr lang="en-US" sz="1600" baseline="0" dirty="0" err="1" smtClean="0">
                          <a:latin typeface="Arial" pitchFamily="34" charset="0"/>
                          <a:cs typeface="Arial" pitchFamily="34" charset="0"/>
                        </a:rPr>
                        <a:t>thoại</a:t>
                      </a:r>
                      <a:endParaRPr lang="en-US" sz="1600" dirty="0">
                        <a:latin typeface="Arial" pitchFamily="34" charset="0"/>
                        <a:cs typeface="Arial" pitchFamily="34" charset="0"/>
                      </a:endParaRPr>
                    </a:p>
                  </a:txBody>
                  <a:tcPr marT="60960" marB="60960"/>
                </a:tc>
                <a:extLst>
                  <a:ext uri="{0D108BD9-81ED-4DB2-BD59-A6C34878D82A}">
                    <a16:rowId xmlns:a16="http://schemas.microsoft.com/office/drawing/2014/main" xmlns="" val="10000"/>
                  </a:ext>
                </a:extLst>
              </a:tr>
              <a:tr h="324176">
                <a:tc>
                  <a:txBody>
                    <a:bodyPr/>
                    <a:lstStyle/>
                    <a:p>
                      <a:pPr algn="ctr"/>
                      <a:r>
                        <a:rPr lang="en-US" sz="1400" dirty="0" smtClean="0"/>
                        <a:t>1</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vi-VN" sz="1400" dirty="0" smtClean="0"/>
                        <a:t>ct</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1"/>
                  </a:ext>
                </a:extLst>
              </a:tr>
              <a:tr h="324176">
                <a:tc>
                  <a:txBody>
                    <a:bodyPr/>
                    <a:lstStyle/>
                    <a:p>
                      <a:pPr algn="ctr"/>
                      <a:r>
                        <a:rPr lang="en-US" sz="1400" dirty="0" smtClean="0">
                          <a:latin typeface="Arial" pitchFamily="34" charset="0"/>
                          <a:cs typeface="Arial" pitchFamily="34" charset="0"/>
                        </a:rPr>
                        <a:t>2</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en-US" sz="1400" dirty="0" err="1" smtClean="0">
                          <a:latin typeface="Arial" pitchFamily="34" charset="0"/>
                          <a:cs typeface="Arial" pitchFamily="34" charset="0"/>
                        </a:rPr>
                        <a:t>cp</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2"/>
                  </a:ext>
                </a:extLst>
              </a:tr>
              <a:tr h="324176">
                <a:tc>
                  <a:txBody>
                    <a:bodyPr/>
                    <a:lstStyle/>
                    <a:p>
                      <a:pPr algn="ctr"/>
                      <a:r>
                        <a:rPr lang="en-US" sz="1400" dirty="0" smtClean="0">
                          <a:latin typeface="Arial" pitchFamily="34" charset="0"/>
                          <a:cs typeface="Arial" pitchFamily="34" charset="0"/>
                        </a:rPr>
                        <a:t>3</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en-US" sz="1400" dirty="0" err="1" smtClean="0">
                          <a:latin typeface="Arial" pitchFamily="34" charset="0"/>
                          <a:cs typeface="Arial" pitchFamily="34" charset="0"/>
                        </a:rPr>
                        <a:t>cp</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3"/>
                  </a:ext>
                </a:extLst>
              </a:tr>
              <a:tr h="324176">
                <a:tc>
                  <a:txBody>
                    <a:bodyPr/>
                    <a:lstStyle/>
                    <a:p>
                      <a:pPr algn="ctr"/>
                      <a:r>
                        <a:rPr lang="en-US" sz="1400" dirty="0" smtClean="0">
                          <a:latin typeface="+mn-lt"/>
                          <a:cs typeface="+mn-cs"/>
                        </a:rPr>
                        <a:t>4</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vi-VN" sz="1400" dirty="0" smtClean="0"/>
                        <a:t>at1</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4"/>
                  </a:ext>
                </a:extLst>
              </a:tr>
              <a:tr h="324176">
                <a:tc>
                  <a:txBody>
                    <a:bodyPr/>
                    <a:lstStyle/>
                    <a:p>
                      <a:pPr algn="ctr"/>
                      <a:r>
                        <a:rPr lang="en-US" sz="1400" dirty="0" smtClean="0">
                          <a:latin typeface="+mn-lt"/>
                          <a:cs typeface="+mn-cs"/>
                        </a:rPr>
                        <a:t>5</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at2</a:t>
                      </a: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extLst>
                  <a:ext uri="{0D108BD9-81ED-4DB2-BD59-A6C34878D82A}">
                    <a16:rowId xmlns:a16="http://schemas.microsoft.com/office/drawing/2014/main" xmlns="" val="10005"/>
                  </a:ext>
                </a:extLst>
              </a:tr>
              <a:tr h="530470">
                <a:tc>
                  <a:txBody>
                    <a:bodyPr/>
                    <a:lstStyle/>
                    <a:p>
                      <a:pPr algn="ctr"/>
                      <a:r>
                        <a:rPr lang="en-US" sz="1400" dirty="0" smtClean="0">
                          <a:latin typeface="+mn-lt"/>
                          <a:cs typeface="+mn-cs"/>
                        </a:rPr>
                        <a:t>6</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at3</a:t>
                      </a:r>
                      <a:endParaRPr lang="en-US" sz="1400" dirty="0" smtClean="0"/>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extLst>
                  <a:ext uri="{0D108BD9-81ED-4DB2-BD59-A6C34878D82A}">
                    <a16:rowId xmlns:a16="http://schemas.microsoft.com/office/drawing/2014/main" xmlns="" val="10006"/>
                  </a:ext>
                </a:extLst>
              </a:tr>
              <a:tr h="530470">
                <a:tc>
                  <a:txBody>
                    <a:bodyPr/>
                    <a:lstStyle/>
                    <a:p>
                      <a:pPr algn="ctr"/>
                      <a:r>
                        <a:rPr lang="en-US" sz="1400" dirty="0" smtClean="0">
                          <a:latin typeface="+mn-lt"/>
                          <a:cs typeface="+mn-cs"/>
                        </a:rPr>
                        <a:t>7</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at4</a:t>
                      </a:r>
                      <a:endParaRPr lang="en-US" sz="1400" dirty="0" smtClean="0"/>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extLst>
                  <a:ext uri="{0D108BD9-81ED-4DB2-BD59-A6C34878D82A}">
                    <a16:rowId xmlns:a16="http://schemas.microsoft.com/office/drawing/2014/main" xmlns="" val="10007"/>
                  </a:ext>
                </a:extLst>
              </a:tr>
              <a:tr h="530470">
                <a:tc>
                  <a:txBody>
                    <a:bodyPr/>
                    <a:lstStyle/>
                    <a:p>
                      <a:pPr algn="ctr"/>
                      <a:r>
                        <a:rPr lang="en-US" sz="1400" dirty="0" smtClean="0">
                          <a:latin typeface="+mn-lt"/>
                          <a:cs typeface="+mn-cs"/>
                        </a:rPr>
                        <a:t>8</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at5</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8"/>
                  </a:ext>
                </a:extLst>
              </a:tr>
              <a:tr h="530470">
                <a:tc>
                  <a:txBody>
                    <a:bodyPr/>
                    <a:lstStyle/>
                    <a:p>
                      <a:pPr algn="ctr"/>
                      <a:r>
                        <a:rPr lang="en-US" sz="1400" dirty="0" smtClean="0">
                          <a:latin typeface="+mn-lt"/>
                          <a:cs typeface="+mn-cs"/>
                        </a:rPr>
                        <a:t>9</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at6</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9"/>
                  </a:ext>
                </a:extLst>
              </a:tr>
              <a:tr h="530470">
                <a:tc>
                  <a:txBody>
                    <a:bodyPr/>
                    <a:lstStyle/>
                    <a:p>
                      <a:pPr algn="ctr"/>
                      <a:r>
                        <a:rPr lang="en-US" sz="1400" dirty="0" smtClean="0">
                          <a:latin typeface="+mn-lt"/>
                          <a:cs typeface="+mn-cs"/>
                        </a:rPr>
                        <a:t>10</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at7</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0"/>
                  </a:ext>
                </a:extLst>
              </a:tr>
              <a:tr h="530470">
                <a:tc>
                  <a:txBody>
                    <a:bodyPr/>
                    <a:lstStyle/>
                    <a:p>
                      <a:pPr algn="ctr"/>
                      <a:r>
                        <a:rPr lang="en-US" sz="1400" dirty="0" smtClean="0">
                          <a:latin typeface="+mn-lt"/>
                          <a:cs typeface="+mn-cs"/>
                        </a:rPr>
                        <a:t>11</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at8</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1"/>
                  </a:ext>
                </a:extLst>
              </a:tr>
              <a:tr h="530470">
                <a:tc>
                  <a:txBody>
                    <a:bodyPr/>
                    <a:lstStyle/>
                    <a:p>
                      <a:pPr algn="ctr"/>
                      <a:r>
                        <a:rPr lang="en-US" sz="1400" dirty="0" smtClean="0"/>
                        <a:t>12</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at9</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2"/>
                  </a:ext>
                </a:extLst>
              </a:tr>
              <a:tr h="530470">
                <a:tc>
                  <a:txBody>
                    <a:bodyPr/>
                    <a:lstStyle/>
                    <a:p>
                      <a:pPr algn="ctr"/>
                      <a:r>
                        <a:rPr lang="en-US" sz="1400" dirty="0" smtClean="0"/>
                        <a:t>13</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at10</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3"/>
                  </a:ext>
                </a:extLst>
              </a:tr>
            </a:tbl>
          </a:graphicData>
        </a:graphic>
      </p:graphicFrame>
      <p:sp>
        <p:nvSpPr>
          <p:cNvPr id="7" name="Tiêu đề 1">
            <a:extLst>
              <a:ext uri="{FF2B5EF4-FFF2-40B4-BE49-F238E27FC236}">
                <a16:creationId xmlns:a16="http://schemas.microsoft.com/office/drawing/2014/main" xmlns="" id="{E604F868-67D9-4DE6-89B3-D464837AB1CD}"/>
              </a:ext>
            </a:extLst>
          </p:cNvPr>
          <p:cNvSpPr>
            <a:spLocks noGrp="1"/>
          </p:cNvSpPr>
          <p:nvPr>
            <p:ph type="title"/>
          </p:nvPr>
        </p:nvSpPr>
        <p:spPr>
          <a:xfrm>
            <a:off x="0" y="0"/>
            <a:ext cx="12192000" cy="599089"/>
          </a:xfrm>
          <a:solidFill>
            <a:srgbClr val="FF0000"/>
          </a:solidFill>
        </p:spPr>
        <p:txBody>
          <a:bodyPr>
            <a:normAutofit fontScale="90000"/>
          </a:bodyPr>
          <a:lstStyle/>
          <a:p>
            <a:pPr algn="ctr"/>
            <a:r>
              <a:rPr lang="en-US" b="1" dirty="0" smtClean="0">
                <a:solidFill>
                  <a:srgbClr val="FFFF00"/>
                </a:solidFill>
                <a:latin typeface="Arial" pitchFamily="34" charset="0"/>
                <a:cs typeface="Arial" pitchFamily="34" charset="0"/>
              </a:rPr>
              <a:t>DANH SÁCH CÁN BỘ ĐẠI ĐỘI 27</a:t>
            </a:r>
            <a:endParaRPr lang="en-US"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08833685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3315149710"/>
              </p:ext>
            </p:extLst>
          </p:nvPr>
        </p:nvGraphicFramePr>
        <p:xfrm>
          <a:off x="0" y="661436"/>
          <a:ext cx="12192001" cy="6376445"/>
        </p:xfrm>
        <a:graphic>
          <a:graphicData uri="http://schemas.openxmlformats.org/drawingml/2006/table">
            <a:tbl>
              <a:tblPr firstRow="1" bandRow="1">
                <a:tableStyleId>{7DF18680-E054-41AD-8BC1-D1AEF772440D}</a:tableStyleId>
              </a:tblPr>
              <a:tblGrid>
                <a:gridCol w="1102603">
                  <a:extLst>
                    <a:ext uri="{9D8B030D-6E8A-4147-A177-3AD203B41FA5}">
                      <a16:colId xmlns:a16="http://schemas.microsoft.com/office/drawing/2014/main" xmlns="" val="20000"/>
                    </a:ext>
                  </a:extLst>
                </a:gridCol>
                <a:gridCol w="963194">
                  <a:extLst>
                    <a:ext uri="{9D8B030D-6E8A-4147-A177-3AD203B41FA5}">
                      <a16:colId xmlns:a16="http://schemas.microsoft.com/office/drawing/2014/main" xmlns="" val="20001"/>
                    </a:ext>
                  </a:extLst>
                </a:gridCol>
                <a:gridCol w="1153297">
                  <a:extLst>
                    <a:ext uri="{9D8B030D-6E8A-4147-A177-3AD203B41FA5}">
                      <a16:colId xmlns:a16="http://schemas.microsoft.com/office/drawing/2014/main" xmlns="" val="20002"/>
                    </a:ext>
                  </a:extLst>
                </a:gridCol>
                <a:gridCol w="1318054">
                  <a:extLst>
                    <a:ext uri="{9D8B030D-6E8A-4147-A177-3AD203B41FA5}">
                      <a16:colId xmlns:a16="http://schemas.microsoft.com/office/drawing/2014/main" xmlns="" val="20003"/>
                    </a:ext>
                  </a:extLst>
                </a:gridCol>
                <a:gridCol w="2864233">
                  <a:extLst>
                    <a:ext uri="{9D8B030D-6E8A-4147-A177-3AD203B41FA5}">
                      <a16:colId xmlns:a16="http://schemas.microsoft.com/office/drawing/2014/main" xmlns="" val="20004"/>
                    </a:ext>
                  </a:extLst>
                </a:gridCol>
                <a:gridCol w="1698263">
                  <a:extLst>
                    <a:ext uri="{9D8B030D-6E8A-4147-A177-3AD203B41FA5}">
                      <a16:colId xmlns:a16="http://schemas.microsoft.com/office/drawing/2014/main" xmlns="" val="20005"/>
                    </a:ext>
                  </a:extLst>
                </a:gridCol>
                <a:gridCol w="3092357">
                  <a:extLst>
                    <a:ext uri="{9D8B030D-6E8A-4147-A177-3AD203B41FA5}">
                      <a16:colId xmlns:a16="http://schemas.microsoft.com/office/drawing/2014/main" xmlns="" val="20006"/>
                    </a:ext>
                  </a:extLst>
                </a:gridCol>
              </a:tblGrid>
              <a:tr h="456285">
                <a:tc>
                  <a:txBody>
                    <a:bodyPr/>
                    <a:lstStyle/>
                    <a:p>
                      <a:pPr algn="ctr"/>
                      <a:r>
                        <a:rPr lang="en-US" sz="1600" dirty="0" smtClean="0"/>
                        <a:t>STT</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mn-lt"/>
                          <a:cs typeface="+mn-cs"/>
                        </a:rPr>
                        <a:t>Đại</a:t>
                      </a:r>
                      <a:r>
                        <a:rPr lang="en-US" sz="1600" baseline="0" dirty="0" smtClean="0">
                          <a:latin typeface="+mn-lt"/>
                          <a:cs typeface="+mn-cs"/>
                        </a:rPr>
                        <a:t> </a:t>
                      </a:r>
                      <a:r>
                        <a:rPr lang="en-US" sz="1600" baseline="0" dirty="0" err="1" smtClean="0">
                          <a:latin typeface="+mn-lt"/>
                          <a:cs typeface="+mn-cs"/>
                        </a:rPr>
                        <a:t>đội</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mn-lt"/>
                          <a:cs typeface="+mn-cs"/>
                        </a:rPr>
                        <a:t>Tiểu</a:t>
                      </a:r>
                      <a:r>
                        <a:rPr lang="en-US" sz="1600" baseline="0" dirty="0" smtClean="0">
                          <a:latin typeface="+mn-lt"/>
                          <a:cs typeface="+mn-cs"/>
                        </a:rPr>
                        <a:t> </a:t>
                      </a:r>
                      <a:r>
                        <a:rPr lang="en-US" sz="1600" baseline="0" dirty="0" err="1" smtClean="0">
                          <a:latin typeface="+mn-lt"/>
                          <a:cs typeface="+mn-cs"/>
                        </a:rPr>
                        <a:t>đội</a:t>
                      </a:r>
                      <a:endParaRPr lang="en-US" sz="1600" dirty="0">
                        <a:latin typeface="Arial" pitchFamily="34" charset="0"/>
                        <a:cs typeface="Arial" pitchFamily="34" charset="0"/>
                      </a:endParaRPr>
                    </a:p>
                  </a:txBody>
                  <a:tcPr marT="60960" marB="60960"/>
                </a:tc>
                <a:tc>
                  <a:txBody>
                    <a:bodyPr/>
                    <a:lstStyle/>
                    <a:p>
                      <a:pPr algn="ctr"/>
                      <a:r>
                        <a:rPr lang="en-US" sz="1600" dirty="0" smtClean="0"/>
                        <a:t>MSSV</a:t>
                      </a:r>
                      <a:endParaRPr lang="en-US" sz="1600" dirty="0">
                        <a:latin typeface="Arial" pitchFamily="34" charset="0"/>
                        <a:cs typeface="Arial" pitchFamily="34" charset="0"/>
                      </a:endParaRPr>
                    </a:p>
                  </a:txBody>
                  <a:tcPr marT="60960" marB="60960"/>
                </a:tc>
                <a:tc>
                  <a:txBody>
                    <a:bodyPr/>
                    <a:lstStyle/>
                    <a:p>
                      <a:pPr algn="ctr"/>
                      <a:r>
                        <a:rPr lang="en-US" sz="1600" dirty="0" err="1" smtClean="0"/>
                        <a:t>Họ</a:t>
                      </a:r>
                      <a:r>
                        <a:rPr lang="en-US" sz="1600" baseline="0" dirty="0" smtClean="0"/>
                        <a:t> </a:t>
                      </a:r>
                      <a:r>
                        <a:rPr lang="en-US" sz="1600" baseline="0" dirty="0" err="1" smtClean="0"/>
                        <a:t>và</a:t>
                      </a:r>
                      <a:r>
                        <a:rPr lang="en-US" sz="1600" baseline="0" dirty="0" smtClean="0"/>
                        <a:t> </a:t>
                      </a:r>
                      <a:r>
                        <a:rPr lang="en-US" sz="1600" baseline="0" dirty="0" err="1" smtClean="0"/>
                        <a:t>tên</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Arial" pitchFamily="34" charset="0"/>
                          <a:cs typeface="Arial" pitchFamily="34" charset="0"/>
                        </a:rPr>
                        <a:t>Chức</a:t>
                      </a:r>
                      <a:r>
                        <a:rPr lang="en-US" sz="1600" baseline="0" dirty="0" smtClean="0">
                          <a:latin typeface="Arial" pitchFamily="34" charset="0"/>
                          <a:cs typeface="Arial" pitchFamily="34" charset="0"/>
                        </a:rPr>
                        <a:t> </a:t>
                      </a:r>
                      <a:r>
                        <a:rPr lang="en-US" sz="1600" baseline="0" dirty="0" err="1" smtClean="0">
                          <a:latin typeface="Arial" pitchFamily="34" charset="0"/>
                          <a:cs typeface="Arial" pitchFamily="34" charset="0"/>
                        </a:rPr>
                        <a:t>vụ</a:t>
                      </a:r>
                      <a:endParaRPr lang="en-US" sz="1600" dirty="0">
                        <a:latin typeface="Arial" pitchFamily="34" charset="0"/>
                        <a:cs typeface="Arial" pitchFamily="34" charset="0"/>
                      </a:endParaRPr>
                    </a:p>
                  </a:txBody>
                  <a:tcPr marT="60960" marB="60960"/>
                </a:tc>
                <a:tc>
                  <a:txBody>
                    <a:bodyPr/>
                    <a:lstStyle/>
                    <a:p>
                      <a:pPr algn="ctr"/>
                      <a:r>
                        <a:rPr lang="en-US" sz="1600" dirty="0" err="1" smtClean="0">
                          <a:latin typeface="Arial" pitchFamily="34" charset="0"/>
                          <a:cs typeface="Arial" pitchFamily="34" charset="0"/>
                        </a:rPr>
                        <a:t>Số</a:t>
                      </a:r>
                      <a:r>
                        <a:rPr lang="en-US" sz="1600" baseline="0" dirty="0" smtClean="0">
                          <a:latin typeface="Arial" pitchFamily="34" charset="0"/>
                          <a:cs typeface="Arial" pitchFamily="34" charset="0"/>
                        </a:rPr>
                        <a:t> </a:t>
                      </a:r>
                      <a:r>
                        <a:rPr lang="en-US" sz="1600" baseline="0" dirty="0" err="1" smtClean="0">
                          <a:latin typeface="Arial" pitchFamily="34" charset="0"/>
                          <a:cs typeface="Arial" pitchFamily="34" charset="0"/>
                        </a:rPr>
                        <a:t>điện</a:t>
                      </a:r>
                      <a:r>
                        <a:rPr lang="en-US" sz="1600" baseline="0" dirty="0" smtClean="0">
                          <a:latin typeface="Arial" pitchFamily="34" charset="0"/>
                          <a:cs typeface="Arial" pitchFamily="34" charset="0"/>
                        </a:rPr>
                        <a:t> </a:t>
                      </a:r>
                      <a:r>
                        <a:rPr lang="en-US" sz="1600" baseline="0" dirty="0" err="1" smtClean="0">
                          <a:latin typeface="Arial" pitchFamily="34" charset="0"/>
                          <a:cs typeface="Arial" pitchFamily="34" charset="0"/>
                        </a:rPr>
                        <a:t>thoại</a:t>
                      </a:r>
                      <a:endParaRPr lang="en-US" sz="1600" dirty="0">
                        <a:latin typeface="Arial" pitchFamily="34" charset="0"/>
                        <a:cs typeface="Arial" pitchFamily="34" charset="0"/>
                      </a:endParaRPr>
                    </a:p>
                  </a:txBody>
                  <a:tcPr marT="60960" marB="60960"/>
                </a:tc>
                <a:extLst>
                  <a:ext uri="{0D108BD9-81ED-4DB2-BD59-A6C34878D82A}">
                    <a16:rowId xmlns:a16="http://schemas.microsoft.com/office/drawing/2014/main" xmlns="" val="10000"/>
                  </a:ext>
                </a:extLst>
              </a:tr>
              <a:tr h="324176">
                <a:tc>
                  <a:txBody>
                    <a:bodyPr/>
                    <a:lstStyle/>
                    <a:p>
                      <a:pPr algn="ctr"/>
                      <a:r>
                        <a:rPr lang="en-US" sz="1400" dirty="0" smtClean="0"/>
                        <a:t>1</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vi-VN" sz="1400" dirty="0" smtClean="0"/>
                        <a:t>ct</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1"/>
                  </a:ext>
                </a:extLst>
              </a:tr>
              <a:tr h="324176">
                <a:tc>
                  <a:txBody>
                    <a:bodyPr/>
                    <a:lstStyle/>
                    <a:p>
                      <a:pPr algn="ctr"/>
                      <a:r>
                        <a:rPr lang="en-US" sz="1400" dirty="0" smtClean="0">
                          <a:latin typeface="Arial" pitchFamily="34" charset="0"/>
                          <a:cs typeface="Arial" pitchFamily="34" charset="0"/>
                        </a:rPr>
                        <a:t>2</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en-US" sz="1400" dirty="0" err="1" smtClean="0">
                          <a:latin typeface="Arial" pitchFamily="34" charset="0"/>
                          <a:cs typeface="Arial" pitchFamily="34" charset="0"/>
                        </a:rPr>
                        <a:t>cp</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2"/>
                  </a:ext>
                </a:extLst>
              </a:tr>
              <a:tr h="324176">
                <a:tc>
                  <a:txBody>
                    <a:bodyPr/>
                    <a:lstStyle/>
                    <a:p>
                      <a:pPr algn="ctr"/>
                      <a:r>
                        <a:rPr lang="en-US" sz="1400" dirty="0" smtClean="0">
                          <a:latin typeface="Arial" pitchFamily="34" charset="0"/>
                          <a:cs typeface="Arial" pitchFamily="34" charset="0"/>
                        </a:rPr>
                        <a:t>3</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en-US" sz="1400" dirty="0" err="1" smtClean="0">
                          <a:latin typeface="Arial" pitchFamily="34" charset="0"/>
                          <a:cs typeface="Arial" pitchFamily="34" charset="0"/>
                        </a:rPr>
                        <a:t>cp</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3"/>
                  </a:ext>
                </a:extLst>
              </a:tr>
              <a:tr h="324176">
                <a:tc>
                  <a:txBody>
                    <a:bodyPr/>
                    <a:lstStyle/>
                    <a:p>
                      <a:pPr algn="ctr"/>
                      <a:r>
                        <a:rPr lang="en-US" sz="1400" dirty="0" smtClean="0">
                          <a:latin typeface="+mn-lt"/>
                          <a:cs typeface="+mn-cs"/>
                        </a:rPr>
                        <a:t>4</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r>
                        <a:rPr lang="vi-VN" sz="1400" dirty="0" smtClean="0"/>
                        <a:t>at1</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4"/>
                  </a:ext>
                </a:extLst>
              </a:tr>
              <a:tr h="324176">
                <a:tc>
                  <a:txBody>
                    <a:bodyPr/>
                    <a:lstStyle/>
                    <a:p>
                      <a:pPr algn="ctr"/>
                      <a:r>
                        <a:rPr lang="en-US" sz="1400" dirty="0" smtClean="0">
                          <a:latin typeface="+mn-lt"/>
                          <a:cs typeface="+mn-cs"/>
                        </a:rPr>
                        <a:t>5</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at2</a:t>
                      </a: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extLst>
                  <a:ext uri="{0D108BD9-81ED-4DB2-BD59-A6C34878D82A}">
                    <a16:rowId xmlns:a16="http://schemas.microsoft.com/office/drawing/2014/main" xmlns="" val="10005"/>
                  </a:ext>
                </a:extLst>
              </a:tr>
              <a:tr h="530470">
                <a:tc>
                  <a:txBody>
                    <a:bodyPr/>
                    <a:lstStyle/>
                    <a:p>
                      <a:pPr algn="ctr"/>
                      <a:r>
                        <a:rPr lang="en-US" sz="1400" dirty="0" smtClean="0">
                          <a:latin typeface="+mn-lt"/>
                          <a:cs typeface="+mn-cs"/>
                        </a:rPr>
                        <a:t>6</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at3</a:t>
                      </a:r>
                      <a:endParaRPr lang="en-US" sz="1400" dirty="0" smtClean="0"/>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extLst>
                  <a:ext uri="{0D108BD9-81ED-4DB2-BD59-A6C34878D82A}">
                    <a16:rowId xmlns:a16="http://schemas.microsoft.com/office/drawing/2014/main" xmlns="" val="10006"/>
                  </a:ext>
                </a:extLst>
              </a:tr>
              <a:tr h="530470">
                <a:tc>
                  <a:txBody>
                    <a:bodyPr/>
                    <a:lstStyle/>
                    <a:p>
                      <a:pPr algn="ctr"/>
                      <a:r>
                        <a:rPr lang="en-US" sz="1400" dirty="0" smtClean="0">
                          <a:latin typeface="+mn-lt"/>
                          <a:cs typeface="+mn-cs"/>
                        </a:rPr>
                        <a:t>7</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at4</a:t>
                      </a:r>
                      <a:endParaRPr lang="en-US" sz="1400" dirty="0" smtClean="0"/>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smtClean="0">
                        <a:latin typeface="Arial" pitchFamily="34" charset="0"/>
                        <a:cs typeface="Arial" pitchFamily="34" charset="0"/>
                      </a:endParaRPr>
                    </a:p>
                  </a:txBody>
                  <a:tcPr marT="60960" marB="60960"/>
                </a:tc>
                <a:extLst>
                  <a:ext uri="{0D108BD9-81ED-4DB2-BD59-A6C34878D82A}">
                    <a16:rowId xmlns:a16="http://schemas.microsoft.com/office/drawing/2014/main" xmlns="" val="10007"/>
                  </a:ext>
                </a:extLst>
              </a:tr>
              <a:tr h="530470">
                <a:tc>
                  <a:txBody>
                    <a:bodyPr/>
                    <a:lstStyle/>
                    <a:p>
                      <a:pPr algn="ctr"/>
                      <a:r>
                        <a:rPr lang="en-US" sz="1400" dirty="0" smtClean="0">
                          <a:latin typeface="+mn-lt"/>
                          <a:cs typeface="+mn-cs"/>
                        </a:rPr>
                        <a:t>8</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at5</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8"/>
                  </a:ext>
                </a:extLst>
              </a:tr>
              <a:tr h="530470">
                <a:tc>
                  <a:txBody>
                    <a:bodyPr/>
                    <a:lstStyle/>
                    <a:p>
                      <a:pPr algn="ctr"/>
                      <a:r>
                        <a:rPr lang="en-US" sz="1400" dirty="0" smtClean="0">
                          <a:latin typeface="+mn-lt"/>
                          <a:cs typeface="+mn-cs"/>
                        </a:rPr>
                        <a:t>9</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at6</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09"/>
                  </a:ext>
                </a:extLst>
              </a:tr>
              <a:tr h="530470">
                <a:tc>
                  <a:txBody>
                    <a:bodyPr/>
                    <a:lstStyle/>
                    <a:p>
                      <a:pPr algn="ctr"/>
                      <a:r>
                        <a:rPr lang="en-US" sz="1400" dirty="0" smtClean="0">
                          <a:latin typeface="+mn-lt"/>
                          <a:cs typeface="+mn-cs"/>
                        </a:rPr>
                        <a:t>10</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at7</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0"/>
                  </a:ext>
                </a:extLst>
              </a:tr>
              <a:tr h="530470">
                <a:tc>
                  <a:txBody>
                    <a:bodyPr/>
                    <a:lstStyle/>
                    <a:p>
                      <a:pPr algn="ctr"/>
                      <a:r>
                        <a:rPr lang="en-US" sz="1400" dirty="0" smtClean="0">
                          <a:latin typeface="+mn-lt"/>
                          <a:cs typeface="+mn-cs"/>
                        </a:rPr>
                        <a:t>11</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at8</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1"/>
                  </a:ext>
                </a:extLst>
              </a:tr>
              <a:tr h="530470">
                <a:tc>
                  <a:txBody>
                    <a:bodyPr/>
                    <a:lstStyle/>
                    <a:p>
                      <a:pPr algn="ctr"/>
                      <a:r>
                        <a:rPr lang="en-US" sz="1400" dirty="0" smtClean="0"/>
                        <a:t>12</a:t>
                      </a:r>
                      <a:endParaRPr lang="en-US" sz="1400" dirty="0">
                        <a:latin typeface="Arial" pitchFamily="34" charset="0"/>
                        <a:cs typeface="Arial" pitchFamily="34" charset="0"/>
                      </a:endParaRPr>
                    </a:p>
                  </a:txBody>
                  <a:tcPr marT="60960" marB="60960"/>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fontAlgn="ctr"/>
                      <a:endParaRPr lang="en-US" sz="1500" b="0" i="0" u="none" strike="noStrike" dirty="0">
                        <a:solidFill>
                          <a:srgbClr val="000000"/>
                        </a:solidFill>
                        <a:effectLst/>
                        <a:latin typeface="Times New Roman"/>
                      </a:endParaRPr>
                    </a:p>
                  </a:txBody>
                  <a:tcPr marL="6350" marR="6350" marT="8467" marB="0" anchor="ctr"/>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at9</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2"/>
                  </a:ext>
                </a:extLst>
              </a:tr>
              <a:tr h="530470">
                <a:tc>
                  <a:txBody>
                    <a:bodyPr/>
                    <a:lstStyle/>
                    <a:p>
                      <a:pPr algn="ctr"/>
                      <a:r>
                        <a:rPr lang="en-US" sz="1400" dirty="0" smtClean="0"/>
                        <a:t>13</a:t>
                      </a: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algn="ctr"/>
                      <a:endParaRPr lang="en-US" sz="1400" dirty="0">
                        <a:latin typeface="Arial" pitchFamily="34" charset="0"/>
                        <a:cs typeface="Arial" pitchFamily="34" charset="0"/>
                      </a:endParaRPr>
                    </a:p>
                  </a:txBody>
                  <a:tcPr marT="60960" marB="6096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1400" dirty="0" smtClean="0"/>
                        <a:t>at10</a:t>
                      </a:r>
                      <a:endParaRPr lang="en-US" sz="1400" dirty="0" smtClean="0"/>
                    </a:p>
                  </a:txBody>
                  <a:tcPr marT="60960" marB="60960"/>
                </a:tc>
                <a:tc>
                  <a:txBody>
                    <a:bodyPr/>
                    <a:lstStyle/>
                    <a:p>
                      <a:pPr algn="ctr"/>
                      <a:endParaRPr lang="en-US" sz="1400" dirty="0">
                        <a:latin typeface="Arial" pitchFamily="34" charset="0"/>
                        <a:cs typeface="Arial" pitchFamily="34" charset="0"/>
                      </a:endParaRPr>
                    </a:p>
                  </a:txBody>
                  <a:tcPr marT="60960" marB="60960"/>
                </a:tc>
                <a:extLst>
                  <a:ext uri="{0D108BD9-81ED-4DB2-BD59-A6C34878D82A}">
                    <a16:rowId xmlns:a16="http://schemas.microsoft.com/office/drawing/2014/main" xmlns="" val="10013"/>
                  </a:ext>
                </a:extLst>
              </a:tr>
            </a:tbl>
          </a:graphicData>
        </a:graphic>
      </p:graphicFrame>
      <p:sp>
        <p:nvSpPr>
          <p:cNvPr id="7" name="Tiêu đề 1">
            <a:extLst>
              <a:ext uri="{FF2B5EF4-FFF2-40B4-BE49-F238E27FC236}">
                <a16:creationId xmlns:a16="http://schemas.microsoft.com/office/drawing/2014/main" xmlns="" id="{E604F868-67D9-4DE6-89B3-D464837AB1CD}"/>
              </a:ext>
            </a:extLst>
          </p:cNvPr>
          <p:cNvSpPr>
            <a:spLocks noGrp="1"/>
          </p:cNvSpPr>
          <p:nvPr>
            <p:ph type="title"/>
          </p:nvPr>
        </p:nvSpPr>
        <p:spPr>
          <a:xfrm>
            <a:off x="0" y="0"/>
            <a:ext cx="12192000" cy="599089"/>
          </a:xfrm>
          <a:solidFill>
            <a:srgbClr val="FF0000"/>
          </a:solidFill>
        </p:spPr>
        <p:txBody>
          <a:bodyPr>
            <a:normAutofit fontScale="90000"/>
          </a:bodyPr>
          <a:lstStyle/>
          <a:p>
            <a:pPr algn="ctr"/>
            <a:r>
              <a:rPr lang="en-US" b="1" dirty="0" smtClean="0">
                <a:solidFill>
                  <a:srgbClr val="FFFF00"/>
                </a:solidFill>
                <a:latin typeface="Arial" pitchFamily="34" charset="0"/>
                <a:cs typeface="Arial" pitchFamily="34" charset="0"/>
              </a:rPr>
              <a:t>DANH SÁCH CÁN BỘ ĐẠI ĐỘI 28</a:t>
            </a:r>
            <a:endParaRPr lang="en-US"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427072199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4294967295"/>
          </p:nvPr>
        </p:nvSpPr>
        <p:spPr>
          <a:xfrm>
            <a:off x="101600" y="1941423"/>
            <a:ext cx="12090400" cy="3474720"/>
          </a:xfrm>
          <a:prstGeom prst="rect">
            <a:avLst/>
          </a:prstGeom>
        </p:spPr>
        <p:txBody>
          <a:bodyPr/>
          <a:lstStyle/>
          <a:p>
            <a:pPr marL="45720" indent="0">
              <a:buClr>
                <a:srgbClr val="FF0000"/>
              </a:buClr>
              <a:buNone/>
            </a:pPr>
            <a:endParaRPr lang="vi-VN" sz="2400" dirty="0"/>
          </a:p>
          <a:p>
            <a:pPr marL="571500" lvl="1" indent="-457200" defTabSz="666750">
              <a:lnSpc>
                <a:spcPct val="90000"/>
              </a:lnSpc>
              <a:spcBef>
                <a:spcPct val="0"/>
              </a:spcBef>
              <a:spcAft>
                <a:spcPct val="15000"/>
              </a:spcAft>
              <a:buClr>
                <a:srgbClr val="FF0000"/>
              </a:buClr>
              <a:buFont typeface="Wingdings" pitchFamily="2" charset="2"/>
              <a:buChar char="Ø"/>
            </a:pPr>
            <a:r>
              <a:rPr lang="vi-VN" sz="2400" dirty="0" smtClean="0">
                <a:solidFill>
                  <a:schemeClr val="tx2"/>
                </a:solidFill>
              </a:rPr>
              <a:t>Quy định học trực tuyến đối với sinh viê</a:t>
            </a:r>
            <a:r>
              <a:rPr lang="en-US" sz="2400" dirty="0" smtClean="0">
                <a:solidFill>
                  <a:schemeClr val="tx2"/>
                </a:solidFill>
              </a:rPr>
              <a:t>n.</a:t>
            </a:r>
            <a:endParaRPr lang="vi-VN" sz="2400" dirty="0" smtClean="0">
              <a:solidFill>
                <a:schemeClr val="tx2"/>
              </a:solidFill>
            </a:endParaRPr>
          </a:p>
          <a:p>
            <a:pPr marL="571500" lvl="1" indent="-457200" defTabSz="666750">
              <a:lnSpc>
                <a:spcPct val="90000"/>
              </a:lnSpc>
              <a:spcBef>
                <a:spcPct val="0"/>
              </a:spcBef>
              <a:spcAft>
                <a:spcPct val="15000"/>
              </a:spcAft>
              <a:buClr>
                <a:srgbClr val="FF0000"/>
              </a:buClr>
              <a:buFont typeface="Wingdings" pitchFamily="2" charset="2"/>
              <a:buChar char="Ø"/>
            </a:pPr>
            <a:endParaRPr lang="en-US" sz="2400" dirty="0">
              <a:solidFill>
                <a:schemeClr val="tx2"/>
              </a:solidFill>
            </a:endParaRPr>
          </a:p>
          <a:p>
            <a:pPr marL="571500" lvl="1" indent="-457200" defTabSz="666750">
              <a:lnSpc>
                <a:spcPct val="90000"/>
              </a:lnSpc>
              <a:spcBef>
                <a:spcPct val="0"/>
              </a:spcBef>
              <a:spcAft>
                <a:spcPct val="15000"/>
              </a:spcAft>
              <a:buClr>
                <a:srgbClr val="FF0000"/>
              </a:buClr>
              <a:buFont typeface="Wingdings" pitchFamily="2" charset="2"/>
              <a:buChar char="Ø"/>
            </a:pPr>
            <a:r>
              <a:rPr lang="vi-VN" sz="2400" dirty="0" smtClean="0">
                <a:solidFill>
                  <a:schemeClr val="tx2"/>
                </a:solidFill>
              </a:rPr>
              <a:t>Quy định cấm thi và giải quyết đơn</a:t>
            </a:r>
            <a:r>
              <a:rPr lang="en-US" sz="2400" dirty="0" smtClean="0">
                <a:solidFill>
                  <a:schemeClr val="tx2"/>
                </a:solidFill>
              </a:rPr>
              <a:t>.</a:t>
            </a:r>
            <a:endParaRPr lang="vi-VN" sz="2400" dirty="0" smtClean="0">
              <a:solidFill>
                <a:schemeClr val="tx2"/>
              </a:solidFill>
            </a:endParaRPr>
          </a:p>
          <a:p>
            <a:pPr marL="571500" lvl="1" indent="-457200" defTabSz="666750">
              <a:lnSpc>
                <a:spcPct val="90000"/>
              </a:lnSpc>
              <a:spcBef>
                <a:spcPct val="0"/>
              </a:spcBef>
              <a:spcAft>
                <a:spcPct val="15000"/>
              </a:spcAft>
              <a:buClr>
                <a:srgbClr val="FF0000"/>
              </a:buClr>
              <a:buFont typeface="Wingdings" pitchFamily="2" charset="2"/>
              <a:buChar char="Ø"/>
            </a:pPr>
            <a:endParaRPr lang="en-US" sz="2400" dirty="0">
              <a:solidFill>
                <a:schemeClr val="tx2"/>
              </a:solidFill>
            </a:endParaRPr>
          </a:p>
          <a:p>
            <a:pPr marL="571500" lvl="1" indent="-457200" defTabSz="666750">
              <a:lnSpc>
                <a:spcPct val="90000"/>
              </a:lnSpc>
              <a:spcBef>
                <a:spcPct val="0"/>
              </a:spcBef>
              <a:spcAft>
                <a:spcPct val="15000"/>
              </a:spcAft>
              <a:buClr>
                <a:srgbClr val="FF0000"/>
              </a:buClr>
              <a:buFont typeface="Wingdings" pitchFamily="2" charset="2"/>
              <a:buChar char="Ø"/>
            </a:pPr>
            <a:r>
              <a:rPr lang="vi-VN" sz="2400" dirty="0" smtClean="0">
                <a:solidFill>
                  <a:schemeClr val="tx2"/>
                </a:solidFill>
              </a:rPr>
              <a:t>Quy chế thi tr</a:t>
            </a:r>
            <a:r>
              <a:rPr lang="en-US" sz="2400" dirty="0" smtClean="0">
                <a:solidFill>
                  <a:schemeClr val="tx2"/>
                </a:solidFill>
              </a:rPr>
              <a:t>ắ</a:t>
            </a:r>
            <a:r>
              <a:rPr lang="vi-VN" sz="2400" dirty="0" smtClean="0">
                <a:solidFill>
                  <a:schemeClr val="tx2"/>
                </a:solidFill>
              </a:rPr>
              <a:t>c nghiệm trực tuyến</a:t>
            </a:r>
            <a:r>
              <a:rPr lang="en-US" sz="2400" dirty="0" smtClean="0">
                <a:solidFill>
                  <a:schemeClr val="tx2"/>
                </a:solidFill>
              </a:rPr>
              <a:t>.</a:t>
            </a:r>
            <a:endParaRPr lang="vi-VN" sz="2400" dirty="0" smtClean="0">
              <a:solidFill>
                <a:schemeClr val="tx2"/>
              </a:solidFill>
            </a:endParaRPr>
          </a:p>
          <a:p>
            <a:pPr marL="114300" lvl="1" indent="0" defTabSz="666750">
              <a:lnSpc>
                <a:spcPct val="90000"/>
              </a:lnSpc>
              <a:spcBef>
                <a:spcPct val="0"/>
              </a:spcBef>
              <a:spcAft>
                <a:spcPct val="15000"/>
              </a:spcAft>
              <a:buClr>
                <a:srgbClr val="FF0000"/>
              </a:buClr>
              <a:buNone/>
            </a:pPr>
            <a:endParaRPr lang="vi-VN" sz="2400" dirty="0">
              <a:solidFill>
                <a:schemeClr val="tx2"/>
              </a:solidFill>
            </a:endParaRPr>
          </a:p>
          <a:p>
            <a:pPr marL="571500" lvl="1" indent="-457200" defTabSz="666750">
              <a:lnSpc>
                <a:spcPct val="90000"/>
              </a:lnSpc>
              <a:spcBef>
                <a:spcPct val="0"/>
              </a:spcBef>
              <a:spcAft>
                <a:spcPct val="15000"/>
              </a:spcAft>
              <a:buClr>
                <a:srgbClr val="FF0000"/>
              </a:buClr>
              <a:buFont typeface="Wingdings" pitchFamily="2" charset="2"/>
              <a:buChar char="Ø"/>
            </a:pPr>
            <a:r>
              <a:rPr lang="vi-VN" sz="2400" dirty="0">
                <a:solidFill>
                  <a:schemeClr val="tx2"/>
                </a:solidFill>
              </a:rPr>
              <a:t>Quy định </a:t>
            </a:r>
            <a:r>
              <a:rPr lang="en-US" sz="2400" dirty="0" err="1" smtClean="0">
                <a:solidFill>
                  <a:schemeClr val="tx2"/>
                </a:solidFill>
                <a:latin typeface="Arial" pitchFamily="34" charset="0"/>
                <a:cs typeface="Arial" pitchFamily="34" charset="0"/>
              </a:rPr>
              <a:t>về</a:t>
            </a:r>
            <a:r>
              <a:rPr lang="en-US" sz="2400" dirty="0" smtClean="0">
                <a:solidFill>
                  <a:schemeClr val="tx2"/>
                </a:solidFill>
                <a:latin typeface="Arial" pitchFamily="34" charset="0"/>
                <a:cs typeface="Arial" pitchFamily="34" charset="0"/>
              </a:rPr>
              <a:t> </a:t>
            </a:r>
            <a:r>
              <a:rPr lang="en-US" sz="2400" dirty="0" err="1" smtClean="0">
                <a:solidFill>
                  <a:schemeClr val="tx2"/>
                </a:solidFill>
                <a:latin typeface="Arial" pitchFamily="34" charset="0"/>
                <a:cs typeface="Arial" pitchFamily="34" charset="0"/>
              </a:rPr>
              <a:t>tham</a:t>
            </a:r>
            <a:r>
              <a:rPr lang="en-US" sz="2400" dirty="0" smtClean="0">
                <a:solidFill>
                  <a:schemeClr val="tx2"/>
                </a:solidFill>
                <a:latin typeface="Arial" pitchFamily="34" charset="0"/>
                <a:cs typeface="Arial" pitchFamily="34" charset="0"/>
              </a:rPr>
              <a:t> </a:t>
            </a:r>
            <a:r>
              <a:rPr lang="en-US" sz="2400" dirty="0" err="1" smtClean="0">
                <a:solidFill>
                  <a:schemeClr val="tx2"/>
                </a:solidFill>
                <a:latin typeface="Arial" pitchFamily="34" charset="0"/>
                <a:cs typeface="Arial" pitchFamily="34" charset="0"/>
              </a:rPr>
              <a:t>gia</a:t>
            </a:r>
            <a:r>
              <a:rPr lang="en-US" sz="2400" dirty="0" smtClean="0">
                <a:solidFill>
                  <a:schemeClr val="tx2"/>
                </a:solidFill>
                <a:latin typeface="Arial" pitchFamily="34" charset="0"/>
                <a:cs typeface="Arial" pitchFamily="34" charset="0"/>
              </a:rPr>
              <a:t> </a:t>
            </a:r>
            <a:r>
              <a:rPr lang="en-US" sz="2400" dirty="0" err="1" smtClean="0">
                <a:solidFill>
                  <a:schemeClr val="tx2"/>
                </a:solidFill>
                <a:latin typeface="Arial" pitchFamily="34" charset="0"/>
                <a:cs typeface="Arial" pitchFamily="34" charset="0"/>
              </a:rPr>
              <a:t>hoạt</a:t>
            </a:r>
            <a:r>
              <a:rPr lang="en-US" sz="2400" dirty="0" smtClean="0">
                <a:solidFill>
                  <a:schemeClr val="tx2"/>
                </a:solidFill>
                <a:latin typeface="Arial" pitchFamily="34" charset="0"/>
                <a:cs typeface="Arial" pitchFamily="34" charset="0"/>
              </a:rPr>
              <a:t> </a:t>
            </a:r>
            <a:r>
              <a:rPr lang="en-US" sz="2400" dirty="0" err="1" smtClean="0">
                <a:solidFill>
                  <a:schemeClr val="tx2"/>
                </a:solidFill>
                <a:latin typeface="Arial" pitchFamily="34" charset="0"/>
                <a:cs typeface="Arial" pitchFamily="34" charset="0"/>
              </a:rPr>
              <a:t>động</a:t>
            </a:r>
            <a:r>
              <a:rPr lang="en-US" sz="2400" dirty="0" smtClean="0">
                <a:solidFill>
                  <a:schemeClr val="tx2"/>
                </a:solidFill>
                <a:latin typeface="Arial" pitchFamily="34" charset="0"/>
                <a:cs typeface="Arial" pitchFamily="34" charset="0"/>
              </a:rPr>
              <a:t> </a:t>
            </a:r>
            <a:r>
              <a:rPr lang="en-US" sz="2400" dirty="0" err="1" smtClean="0">
                <a:solidFill>
                  <a:schemeClr val="tx2"/>
                </a:solidFill>
                <a:latin typeface="Arial" pitchFamily="34" charset="0"/>
                <a:cs typeface="Arial" pitchFamily="34" charset="0"/>
              </a:rPr>
              <a:t>ngoại</a:t>
            </a:r>
            <a:r>
              <a:rPr lang="en-US" sz="2400" dirty="0" smtClean="0">
                <a:solidFill>
                  <a:schemeClr val="tx2"/>
                </a:solidFill>
                <a:latin typeface="Arial" pitchFamily="34" charset="0"/>
                <a:cs typeface="Arial" pitchFamily="34" charset="0"/>
              </a:rPr>
              <a:t> </a:t>
            </a:r>
            <a:r>
              <a:rPr lang="en-US" sz="2400" dirty="0" err="1" smtClean="0">
                <a:solidFill>
                  <a:schemeClr val="tx2"/>
                </a:solidFill>
                <a:latin typeface="Arial" pitchFamily="34" charset="0"/>
                <a:cs typeface="Arial" pitchFamily="34" charset="0"/>
              </a:rPr>
              <a:t>kh</a:t>
            </a:r>
            <a:r>
              <a:rPr lang="vi-VN" sz="2400" dirty="0">
                <a:solidFill>
                  <a:schemeClr val="tx2"/>
                </a:solidFill>
                <a:latin typeface="Arial" pitchFamily="34" charset="0"/>
                <a:cs typeface="Arial" pitchFamily="34" charset="0"/>
              </a:rPr>
              <a:t>ó</a:t>
            </a:r>
            <a:r>
              <a:rPr lang="en-US" sz="2400" dirty="0" smtClean="0">
                <a:solidFill>
                  <a:schemeClr val="tx2"/>
                </a:solidFill>
                <a:latin typeface="Arial" pitchFamily="34" charset="0"/>
                <a:cs typeface="Arial" pitchFamily="34" charset="0"/>
              </a:rPr>
              <a:t>a </a:t>
            </a:r>
            <a:r>
              <a:rPr lang="vi-VN" sz="2400" dirty="0" smtClean="0">
                <a:solidFill>
                  <a:schemeClr val="tx2"/>
                </a:solidFill>
              </a:rPr>
              <a:t>đối </a:t>
            </a:r>
            <a:r>
              <a:rPr lang="vi-VN" sz="2400" dirty="0">
                <a:solidFill>
                  <a:schemeClr val="tx2"/>
                </a:solidFill>
              </a:rPr>
              <a:t>với sinh viê</a:t>
            </a:r>
            <a:r>
              <a:rPr lang="en-US" sz="2400" dirty="0">
                <a:solidFill>
                  <a:schemeClr val="tx2"/>
                </a:solidFill>
              </a:rPr>
              <a:t>n.</a:t>
            </a:r>
          </a:p>
          <a:p>
            <a:pPr marL="571500" lvl="1" indent="-457200" defTabSz="666750">
              <a:lnSpc>
                <a:spcPct val="90000"/>
              </a:lnSpc>
              <a:spcBef>
                <a:spcPct val="0"/>
              </a:spcBef>
              <a:spcAft>
                <a:spcPct val="15000"/>
              </a:spcAft>
              <a:buClr>
                <a:srgbClr val="FF0000"/>
              </a:buClr>
              <a:buFont typeface="Wingdings" pitchFamily="2" charset="2"/>
              <a:buChar char="Ø"/>
            </a:pPr>
            <a:endParaRPr lang="en-US" sz="1600" dirty="0" smtClean="0">
              <a:solidFill>
                <a:srgbClr val="0070C0"/>
              </a:solidFill>
            </a:endParaRPr>
          </a:p>
          <a:p>
            <a:pPr marL="571500" lvl="1" indent="-457200" defTabSz="666750">
              <a:lnSpc>
                <a:spcPct val="90000"/>
              </a:lnSpc>
              <a:spcBef>
                <a:spcPct val="0"/>
              </a:spcBef>
              <a:spcAft>
                <a:spcPct val="15000"/>
              </a:spcAft>
              <a:buClr>
                <a:srgbClr val="FF0000"/>
              </a:buClr>
              <a:buFont typeface="Wingdings" pitchFamily="2" charset="2"/>
              <a:buChar char="Ø"/>
            </a:pPr>
            <a:endParaRPr lang="vi-VN" sz="1600" dirty="0">
              <a:solidFill>
                <a:srgbClr val="0070C0"/>
              </a:solidFill>
            </a:endParaRPr>
          </a:p>
        </p:txBody>
      </p:sp>
      <p:sp>
        <p:nvSpPr>
          <p:cNvPr id="7" name="Rectangle 6"/>
          <p:cNvSpPr/>
          <p:nvPr/>
        </p:nvSpPr>
        <p:spPr>
          <a:xfrm>
            <a:off x="400401" y="1069675"/>
            <a:ext cx="11477215" cy="612412"/>
          </a:xfrm>
          <a:prstGeom prst="rect">
            <a:avLst/>
          </a:prstGeom>
        </p:spPr>
        <p:txBody>
          <a:bodyPr wrap="square">
            <a:spAutoFit/>
          </a:bodyPr>
          <a:lstStyle/>
          <a:p>
            <a:pPr lvl="0">
              <a:lnSpc>
                <a:spcPct val="200000"/>
              </a:lnSpc>
            </a:pPr>
            <a:r>
              <a:rPr lang="en-US" sz="2000" b="1" dirty="0" smtClean="0">
                <a:solidFill>
                  <a:srgbClr val="FF0000"/>
                </a:solidFill>
                <a:latin typeface="Arial" pitchFamily="34" charset="0"/>
                <a:cs typeface="Arial" pitchFamily="34" charset="0"/>
              </a:rPr>
              <a:t>II-QUÁN TRIỆT MỘT SỐ NỘI QUY, QUY ĐỊNH VỀ HỌC TRỰC TUYẾN</a:t>
            </a:r>
            <a:endParaRPr lang="en-SG" sz="2000"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20086983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031BA00-4C22-4420-A501-F6301886EAA2}"/>
              </a:ext>
            </a:extLst>
          </p:cNvPr>
          <p:cNvSpPr>
            <a:spLocks noGrp="1"/>
          </p:cNvSpPr>
          <p:nvPr>
            <p:ph sz="quarter" idx="4294967295"/>
          </p:nvPr>
        </p:nvSpPr>
        <p:spPr>
          <a:xfrm>
            <a:off x="1207698" y="1562395"/>
            <a:ext cx="10577904" cy="3426344"/>
          </a:xfrm>
          <a:prstGeom prst="rect">
            <a:avLst/>
          </a:prstGeom>
        </p:spPr>
        <p:txBody>
          <a:bodyPr anchor="t">
            <a:normAutofit/>
          </a:bodyPr>
          <a:lstStyle/>
          <a:p>
            <a:pPr marL="0" indent="0" algn="just">
              <a:buNone/>
            </a:pPr>
            <a:r>
              <a:rPr lang="vi-VN" sz="1600" dirty="0" smtClean="0"/>
              <a:t>Sinh </a:t>
            </a:r>
            <a:r>
              <a:rPr lang="vi-VN" sz="1600" dirty="0"/>
              <a:t>viên truy cập website của Trung </a:t>
            </a:r>
            <a:r>
              <a:rPr lang="vi-VN" sz="1600" dirty="0" smtClean="0"/>
              <a:t>tâm</a:t>
            </a:r>
            <a:r>
              <a:rPr lang="en-US" sz="1600" dirty="0" smtClean="0"/>
              <a:t>: </a:t>
            </a:r>
            <a:r>
              <a:rPr lang="vi-VN" sz="1600" b="1" dirty="0" smtClean="0">
                <a:solidFill>
                  <a:srgbClr val="FF0000"/>
                </a:solidFill>
              </a:rPr>
              <a:t>www.ttgdqp.edu.vn</a:t>
            </a:r>
            <a:r>
              <a:rPr lang="en-US" sz="1600" b="1" dirty="0" smtClean="0">
                <a:solidFill>
                  <a:srgbClr val="FF0000"/>
                </a:solidFill>
              </a:rPr>
              <a:t> </a:t>
            </a:r>
            <a:r>
              <a:rPr lang="vi-VN" sz="1600" dirty="0" smtClean="0"/>
              <a:t>vào </a:t>
            </a:r>
            <a:r>
              <a:rPr lang="vi-VN" sz="1600" dirty="0"/>
              <a:t>mục đào tạo, sau đó vào mục dạy học trực tuyến để </a:t>
            </a:r>
            <a:r>
              <a:rPr lang="vi-VN" sz="1600" dirty="0" smtClean="0"/>
              <a:t>biết</a:t>
            </a:r>
            <a:r>
              <a:rPr lang="en-US" sz="1600" dirty="0" smtClean="0"/>
              <a:t>:</a:t>
            </a:r>
          </a:p>
          <a:p>
            <a:pPr marL="285750" indent="-285750" algn="just">
              <a:buFont typeface="Wingdings" pitchFamily="2" charset="2"/>
              <a:buChar char="ü"/>
            </a:pPr>
            <a:r>
              <a:rPr lang="en-US" sz="1600" dirty="0"/>
              <a:t>L</a:t>
            </a:r>
            <a:r>
              <a:rPr lang="vi-VN" sz="1600" dirty="0" smtClean="0"/>
              <a:t>ịch học</a:t>
            </a:r>
            <a:r>
              <a:rPr lang="en-US" sz="1600" dirty="0" smtClean="0"/>
              <a:t>.</a:t>
            </a:r>
          </a:p>
          <a:p>
            <a:pPr marL="285750" indent="-285750" algn="just">
              <a:buFont typeface="Wingdings" pitchFamily="2" charset="2"/>
              <a:buChar char="ü"/>
            </a:pPr>
            <a:r>
              <a:rPr lang="en-US" sz="1600" dirty="0" smtClean="0"/>
              <a:t>C</a:t>
            </a:r>
            <a:r>
              <a:rPr lang="vi-VN" sz="1600" dirty="0" smtClean="0"/>
              <a:t>ác </a:t>
            </a:r>
            <a:r>
              <a:rPr lang="vi-VN" sz="1600" dirty="0"/>
              <a:t>quy định về dạy học trực </a:t>
            </a:r>
            <a:r>
              <a:rPr lang="vi-VN" sz="1600" dirty="0" smtClean="0"/>
              <a:t>tuyến</a:t>
            </a:r>
            <a:r>
              <a:rPr lang="en-US" sz="1600" dirty="0" smtClean="0"/>
              <a:t>.</a:t>
            </a:r>
          </a:p>
          <a:p>
            <a:pPr marL="285750" indent="-285750" algn="just">
              <a:buFont typeface="Wingdings" pitchFamily="2" charset="2"/>
              <a:buChar char="ü"/>
            </a:pPr>
            <a:r>
              <a:rPr lang="en-US" sz="1600" dirty="0" smtClean="0"/>
              <a:t>X</a:t>
            </a:r>
            <a:r>
              <a:rPr lang="vi-VN" sz="1600" dirty="0" smtClean="0"/>
              <a:t>em </a:t>
            </a:r>
            <a:r>
              <a:rPr lang="vi-VN" sz="1600" dirty="0"/>
              <a:t>hướng dẫn đăng nhập và sử</a:t>
            </a:r>
            <a:r>
              <a:rPr lang="en-US" sz="1600" dirty="0"/>
              <a:t> </a:t>
            </a:r>
            <a:r>
              <a:rPr lang="vi-VN" sz="1600" dirty="0"/>
              <a:t>dụng phần mềm Zoom để</a:t>
            </a:r>
            <a:r>
              <a:rPr lang="en-US" sz="1600" dirty="0"/>
              <a:t> </a:t>
            </a:r>
            <a:r>
              <a:rPr lang="vi-VN" sz="1600" dirty="0"/>
              <a:t>tham gia lớp </a:t>
            </a:r>
            <a:r>
              <a:rPr lang="vi-VN" sz="1600" dirty="0" smtClean="0"/>
              <a:t>học</a:t>
            </a:r>
            <a:r>
              <a:rPr lang="en-US" sz="1600" dirty="0"/>
              <a:t>.</a:t>
            </a:r>
            <a:endParaRPr lang="en-US" sz="1600" dirty="0" smtClean="0"/>
          </a:p>
          <a:p>
            <a:pPr marL="285750" indent="-285750" algn="just">
              <a:buFont typeface="Wingdings" pitchFamily="2" charset="2"/>
              <a:buChar char="ü"/>
            </a:pPr>
            <a:r>
              <a:rPr lang="en-US" sz="1600" dirty="0" smtClean="0"/>
              <a:t>T</a:t>
            </a:r>
            <a:r>
              <a:rPr lang="vi-VN" sz="1600" dirty="0" smtClean="0"/>
              <a:t>ải </a:t>
            </a:r>
            <a:r>
              <a:rPr lang="vi-VN" sz="1600" dirty="0"/>
              <a:t>về giáo </a:t>
            </a:r>
            <a:r>
              <a:rPr lang="vi-VN" sz="1600" dirty="0" smtClean="0"/>
              <a:t>trình</a:t>
            </a:r>
            <a:r>
              <a:rPr lang="en-US" sz="1600" dirty="0" smtClean="0"/>
              <a:t> </a:t>
            </a:r>
            <a:r>
              <a:rPr lang="en-US" sz="1600" b="1" dirty="0" smtClean="0">
                <a:solidFill>
                  <a:srgbClr val="FF0000"/>
                </a:solidFill>
              </a:rPr>
              <a:t>GDQPAN</a:t>
            </a:r>
            <a:r>
              <a:rPr lang="vi-VN" sz="1600" b="1" dirty="0" smtClean="0">
                <a:solidFill>
                  <a:srgbClr val="FF0000"/>
                </a:solidFill>
              </a:rPr>
              <a:t> </a:t>
            </a:r>
            <a:r>
              <a:rPr lang="vi-VN" sz="1600" b="1" dirty="0">
                <a:solidFill>
                  <a:srgbClr val="FF0000"/>
                </a:solidFill>
              </a:rPr>
              <a:t>Tập 1, Tập 2 và Tài liệu học </a:t>
            </a:r>
            <a:r>
              <a:rPr lang="vi-VN" sz="1600" b="1" dirty="0" smtClean="0">
                <a:solidFill>
                  <a:srgbClr val="FF0000"/>
                </a:solidFill>
              </a:rPr>
              <a:t>tập</a:t>
            </a:r>
            <a:r>
              <a:rPr lang="en-US" sz="1600" b="1" dirty="0">
                <a:solidFill>
                  <a:srgbClr val="FF0000"/>
                </a:solidFill>
              </a:rPr>
              <a:t> ( GỬI TÀI LIỆU ĐẠI ĐỘI TRƯỞNG</a:t>
            </a:r>
            <a:r>
              <a:rPr lang="en-US" sz="1600" b="1" dirty="0" smtClean="0">
                <a:solidFill>
                  <a:srgbClr val="FF0000"/>
                </a:solidFill>
              </a:rPr>
              <a:t>)</a:t>
            </a:r>
          </a:p>
          <a:p>
            <a:pPr marL="285750" indent="-285750" algn="just">
              <a:buFont typeface="Wingdings" pitchFamily="2" charset="2"/>
              <a:buChar char="ü"/>
            </a:pPr>
            <a:r>
              <a:rPr lang="en-US" sz="1600" dirty="0"/>
              <a:t>T</a:t>
            </a:r>
            <a:r>
              <a:rPr lang="vi-VN" sz="1600" dirty="0" smtClean="0"/>
              <a:t>ải </a:t>
            </a:r>
            <a:r>
              <a:rPr lang="vi-VN" sz="1600" dirty="0"/>
              <a:t>về câu hỏi để ôn tập phục vụ thi kết thúc các học phần.</a:t>
            </a:r>
          </a:p>
        </p:txBody>
      </p:sp>
      <p:sp>
        <p:nvSpPr>
          <p:cNvPr id="2" name="Rectangle 1"/>
          <p:cNvSpPr/>
          <p:nvPr/>
        </p:nvSpPr>
        <p:spPr>
          <a:xfrm>
            <a:off x="2" y="990927"/>
            <a:ext cx="11687585" cy="571500"/>
          </a:xfrm>
          <a:prstGeom prst="rect">
            <a:avLst/>
          </a:prstGeom>
        </p:spPr>
        <p:txBody>
          <a:bodyPr/>
          <a:lstStyle/>
          <a:p>
            <a:pPr lvl="0" algn="ctr" rtl="0"/>
            <a:r>
              <a:rPr lang="vi-VN" sz="2000" b="1" i="0" dirty="0" smtClean="0">
                <a:solidFill>
                  <a:srgbClr val="FF0000"/>
                </a:solidFill>
              </a:rPr>
              <a:t>Quy định học trực tuyến đối với sinh viê</a:t>
            </a:r>
            <a:r>
              <a:rPr lang="en-US" sz="2000" b="1" i="0" dirty="0" smtClean="0">
                <a:solidFill>
                  <a:srgbClr val="FF0000"/>
                </a:solidFill>
              </a:rPr>
              <a:t>n</a:t>
            </a:r>
            <a:endParaRPr lang="en-SG" sz="2000" dirty="0">
              <a:solidFill>
                <a:srgbClr val="FF0000"/>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2" y="3712715"/>
            <a:ext cx="3841628" cy="2438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pic>
        <p:nvPicPr>
          <p:cNvPr id="8" name="Content Placeholder 4">
            <a:extLst>
              <a:ext uri="{FF2B5EF4-FFF2-40B4-BE49-F238E27FC236}">
                <a16:creationId xmlns:a16="http://schemas.microsoft.com/office/drawing/2014/main" xmlns="" id="{59A4274C-9D4F-450C-84B5-E3F7F8341A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00800" y="3767829"/>
            <a:ext cx="3759200" cy="2426745"/>
          </a:xfrm>
          <a:prstGeom prst="rect">
            <a:avLst/>
          </a:prstGeom>
          <a:ln>
            <a:noFill/>
          </a:ln>
          <a:effectLst>
            <a:softEdge rad="112500"/>
          </a:effectLst>
        </p:spPr>
      </p:pic>
    </p:spTree>
    <p:extLst>
      <p:ext uri="{BB962C8B-B14F-4D97-AF65-F5344CB8AC3E}">
        <p14:creationId xmlns:p14="http://schemas.microsoft.com/office/powerpoint/2010/main" val="230827554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1E08DE8F-F9AA-42CF-9D77-F353F16A5F78}"/>
              </a:ext>
            </a:extLst>
          </p:cNvPr>
          <p:cNvPicPr>
            <a:picLocks noGrp="1" noChangeAspect="1"/>
          </p:cNvPicPr>
          <p:nvPr>
            <p:ph sz="quarter" idx="4294967295"/>
          </p:nvPr>
        </p:nvPicPr>
        <p:blipFill>
          <a:blip r:embed="rId2" cstate="print">
            <a:extLst>
              <a:ext uri="{28A0092B-C50C-407E-A947-70E740481C1C}">
                <a14:useLocalDpi xmlns:a14="http://schemas.microsoft.com/office/drawing/2010/main" val="0"/>
              </a:ext>
            </a:extLst>
          </a:blip>
          <a:stretch>
            <a:fillRect/>
          </a:stretch>
        </p:blipFill>
        <p:spPr>
          <a:xfrm>
            <a:off x="7721600" y="3810000"/>
            <a:ext cx="4064000" cy="2168012"/>
          </a:xfrm>
          <a:prstGeom prst="rect">
            <a:avLst/>
          </a:prstGeom>
          <a:ln>
            <a:noFill/>
          </a:ln>
          <a:effectLst>
            <a:softEdge rad="112500"/>
          </a:effectLst>
        </p:spPr>
      </p:pic>
      <p:sp>
        <p:nvSpPr>
          <p:cNvPr id="3" name="Rectangle 2"/>
          <p:cNvSpPr/>
          <p:nvPr/>
        </p:nvSpPr>
        <p:spPr>
          <a:xfrm>
            <a:off x="1311215" y="1587260"/>
            <a:ext cx="10196424" cy="4487226"/>
          </a:xfrm>
          <a:prstGeom prst="rect">
            <a:avLst/>
          </a:prstGeom>
        </p:spPr>
        <p:txBody>
          <a:bodyPr/>
          <a:lstStyle/>
          <a:p>
            <a:pPr marL="285750" lvl="0" indent="-285750" algn="just" rtl="0">
              <a:lnSpc>
                <a:spcPct val="150000"/>
              </a:lnSpc>
              <a:buFont typeface="Wingdings" pitchFamily="2" charset="2"/>
              <a:buChar char="ü"/>
            </a:pPr>
            <a:r>
              <a:rPr lang="en-US" dirty="0" err="1" smtClean="0">
                <a:solidFill>
                  <a:srgbClr val="0070C0"/>
                </a:solidFill>
                <a:latin typeface="Arial" pitchFamily="34" charset="0"/>
                <a:cs typeface="Arial" pitchFamily="34" charset="0"/>
              </a:rPr>
              <a:t>Sinh</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viên</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phải</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chuẩn</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bị</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thiết</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bị</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có</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kết</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nối</a:t>
            </a:r>
            <a:r>
              <a:rPr lang="en-US" dirty="0" smtClean="0">
                <a:solidFill>
                  <a:srgbClr val="0070C0"/>
                </a:solidFill>
                <a:latin typeface="Arial" pitchFamily="34" charset="0"/>
                <a:cs typeface="Arial" pitchFamily="34" charset="0"/>
              </a:rPr>
              <a:t> </a:t>
            </a:r>
            <a:r>
              <a:rPr lang="en-US" b="1" dirty="0" smtClean="0">
                <a:solidFill>
                  <a:srgbClr val="FF0000"/>
                </a:solidFill>
                <a:latin typeface="Arial" pitchFamily="34" charset="0"/>
                <a:cs typeface="Arial" pitchFamily="34" charset="0"/>
              </a:rPr>
              <a:t>internet, </a:t>
            </a:r>
            <a:r>
              <a:rPr lang="en-US" b="1" dirty="0" err="1" smtClean="0">
                <a:solidFill>
                  <a:srgbClr val="FF0000"/>
                </a:solidFill>
                <a:latin typeface="Arial" pitchFamily="34" charset="0"/>
                <a:cs typeface="Arial" pitchFamily="34" charset="0"/>
              </a:rPr>
              <a:t>wifi</a:t>
            </a:r>
            <a:r>
              <a:rPr lang="en-US" b="1" dirty="0" smtClean="0">
                <a:solidFill>
                  <a:srgbClr val="FF0000"/>
                </a:solidFill>
                <a:latin typeface="Arial" pitchFamily="34" charset="0"/>
                <a:cs typeface="Arial" pitchFamily="34" charset="0"/>
              </a:rPr>
              <a:t>, 4G, </a:t>
            </a:r>
            <a:r>
              <a:rPr lang="en-US" b="1" dirty="0" err="1" smtClean="0">
                <a:solidFill>
                  <a:srgbClr val="FF0000"/>
                </a:solidFill>
                <a:latin typeface="Arial" pitchFamily="34" charset="0"/>
                <a:cs typeface="Arial" pitchFamily="34" charset="0"/>
              </a:rPr>
              <a:t>có</a:t>
            </a:r>
            <a:r>
              <a:rPr lang="en-US" b="1" dirty="0" smtClean="0">
                <a:solidFill>
                  <a:srgbClr val="FF0000"/>
                </a:solidFill>
                <a:latin typeface="Arial" pitchFamily="34" charset="0"/>
                <a:cs typeface="Arial" pitchFamily="34" charset="0"/>
              </a:rPr>
              <a:t> camera, </a:t>
            </a:r>
            <a:r>
              <a:rPr lang="en-US" b="1" dirty="0" err="1" smtClean="0">
                <a:solidFill>
                  <a:srgbClr val="FF0000"/>
                </a:solidFill>
                <a:latin typeface="Arial" pitchFamily="34" charset="0"/>
                <a:cs typeface="Arial" pitchFamily="34" charset="0"/>
              </a:rPr>
              <a:t>có</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mic.</a:t>
            </a:r>
            <a:endParaRPr lang="en-US" b="1" dirty="0" smtClean="0">
              <a:solidFill>
                <a:srgbClr val="FF0000"/>
              </a:solidFill>
              <a:latin typeface="Arial" pitchFamily="34" charset="0"/>
              <a:cs typeface="Arial" pitchFamily="34" charset="0"/>
            </a:endParaRPr>
          </a:p>
          <a:p>
            <a:pPr marL="285750" lvl="0" indent="-285750" algn="just" rtl="0">
              <a:lnSpc>
                <a:spcPct val="150000"/>
              </a:lnSpc>
              <a:buFont typeface="Wingdings" pitchFamily="2" charset="2"/>
              <a:buChar char="ü"/>
            </a:pPr>
            <a:r>
              <a:rPr lang="en-US" dirty="0" err="1" smtClean="0">
                <a:solidFill>
                  <a:srgbClr val="0070C0"/>
                </a:solidFill>
                <a:latin typeface="Arial" pitchFamily="34" charset="0"/>
                <a:cs typeface="Arial" pitchFamily="34" charset="0"/>
              </a:rPr>
              <a:t>Cài</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đặt</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phần</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mềm</a:t>
            </a:r>
            <a:r>
              <a:rPr lang="en-US" dirty="0" smtClean="0">
                <a:solidFill>
                  <a:srgbClr val="0070C0"/>
                </a:solidFill>
                <a:latin typeface="Arial" pitchFamily="34" charset="0"/>
                <a:cs typeface="Arial" pitchFamily="34" charset="0"/>
              </a:rPr>
              <a:t> </a:t>
            </a:r>
            <a:r>
              <a:rPr lang="en-US" dirty="0" smtClean="0">
                <a:solidFill>
                  <a:srgbClr val="FF0000"/>
                </a:solidFill>
                <a:latin typeface="Arial" pitchFamily="34" charset="0"/>
                <a:cs typeface="Arial" pitchFamily="34" charset="0"/>
              </a:rPr>
              <a:t>zoom.</a:t>
            </a:r>
          </a:p>
          <a:p>
            <a:pPr marL="285750" lvl="0" indent="-285750" algn="just">
              <a:lnSpc>
                <a:spcPct val="150000"/>
              </a:lnSpc>
              <a:buFont typeface="Wingdings" pitchFamily="2" charset="2"/>
              <a:buChar char="ü"/>
            </a:pPr>
            <a:r>
              <a:rPr lang="en-US" dirty="0" smtClean="0">
                <a:solidFill>
                  <a:srgbClr val="FF0000"/>
                </a:solidFill>
                <a:latin typeface="Arial" pitchFamily="34" charset="0"/>
                <a:cs typeface="Arial" pitchFamily="34" charset="0"/>
              </a:rPr>
              <a:t>GVCN </a:t>
            </a:r>
            <a:r>
              <a:rPr lang="en-US" dirty="0" err="1">
                <a:solidFill>
                  <a:srgbClr val="FF0000"/>
                </a:solidFill>
                <a:latin typeface="Arial" pitchFamily="34" charset="0"/>
                <a:cs typeface="Arial" pitchFamily="34" charset="0"/>
              </a:rPr>
              <a:t>sẽ</a:t>
            </a:r>
            <a:r>
              <a:rPr lang="en-US" dirty="0">
                <a:solidFill>
                  <a:srgbClr val="FF0000"/>
                </a:solidFill>
                <a:latin typeface="Arial" pitchFamily="34" charset="0"/>
                <a:cs typeface="Arial" pitchFamily="34" charset="0"/>
              </a:rPr>
              <a:t> </a:t>
            </a:r>
            <a:r>
              <a:rPr lang="en-US" dirty="0" err="1">
                <a:solidFill>
                  <a:srgbClr val="FF0000"/>
                </a:solidFill>
                <a:latin typeface="Arial" pitchFamily="34" charset="0"/>
                <a:cs typeface="Arial" pitchFamily="34" charset="0"/>
              </a:rPr>
              <a:t>gửi</a:t>
            </a:r>
            <a:r>
              <a:rPr lang="en-US" dirty="0">
                <a:solidFill>
                  <a:srgbClr val="FF0000"/>
                </a:solidFill>
                <a:latin typeface="Arial" pitchFamily="34" charset="0"/>
                <a:cs typeface="Arial" pitchFamily="34" charset="0"/>
              </a:rPr>
              <a:t> link ID, Pass </a:t>
            </a:r>
            <a:r>
              <a:rPr lang="en-US" dirty="0" err="1">
                <a:solidFill>
                  <a:srgbClr val="FF0000"/>
                </a:solidFill>
                <a:latin typeface="Arial" pitchFamily="34" charset="0"/>
                <a:cs typeface="Arial" pitchFamily="34" charset="0"/>
              </a:rPr>
              <a:t>phòng</a:t>
            </a:r>
            <a:r>
              <a:rPr lang="en-US" dirty="0">
                <a:solidFill>
                  <a:srgbClr val="FF0000"/>
                </a:solidFill>
                <a:latin typeface="Arial" pitchFamily="34" charset="0"/>
                <a:cs typeface="Arial" pitchFamily="34" charset="0"/>
              </a:rPr>
              <a:t> </a:t>
            </a:r>
            <a:r>
              <a:rPr lang="en-US" dirty="0" err="1">
                <a:solidFill>
                  <a:srgbClr val="FF0000"/>
                </a:solidFill>
                <a:latin typeface="Arial" pitchFamily="34" charset="0"/>
                <a:cs typeface="Arial" pitchFamily="34" charset="0"/>
              </a:rPr>
              <a:t>học</a:t>
            </a:r>
            <a:r>
              <a:rPr lang="en-US" dirty="0">
                <a:solidFill>
                  <a:srgbClr val="FF0000"/>
                </a:solidFill>
                <a:latin typeface="Arial" pitchFamily="34" charset="0"/>
                <a:cs typeface="Arial" pitchFamily="34" charset="0"/>
              </a:rPr>
              <a:t> </a:t>
            </a:r>
            <a:r>
              <a:rPr lang="en-US" dirty="0" smtClean="0">
                <a:solidFill>
                  <a:srgbClr val="FF0000"/>
                </a:solidFill>
                <a:latin typeface="Arial" pitchFamily="34" charset="0"/>
                <a:cs typeface="Arial" pitchFamily="34" charset="0"/>
              </a:rPr>
              <a:t>zoom</a:t>
            </a:r>
            <a:r>
              <a:rPr lang="vi-VN" dirty="0" smtClean="0">
                <a:solidFill>
                  <a:srgbClr val="FF0000"/>
                </a:solidFill>
                <a:latin typeface="Arial" pitchFamily="34" charset="0"/>
                <a:cs typeface="Arial" pitchFamily="34" charset="0"/>
              </a:rPr>
              <a:t> cho đại đội</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hoặc</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sẽ</a:t>
            </a:r>
            <a:r>
              <a:rPr lang="en-US" dirty="0" smtClean="0">
                <a:solidFill>
                  <a:srgbClr val="0070C0"/>
                </a:solidFill>
                <a:latin typeface="Arial" pitchFamily="34" charset="0"/>
                <a:cs typeface="Arial" pitchFamily="34" charset="0"/>
              </a:rPr>
              <a:t> </a:t>
            </a:r>
            <a:r>
              <a:rPr lang="en-US" dirty="0" err="1" smtClean="0">
                <a:solidFill>
                  <a:srgbClr val="0070C0"/>
                </a:solidFill>
                <a:latin typeface="Arial" pitchFamily="34" charset="0"/>
                <a:cs typeface="Arial" pitchFamily="34" charset="0"/>
              </a:rPr>
              <a:t>gửi</a:t>
            </a:r>
            <a:r>
              <a:rPr lang="en-US" dirty="0" smtClean="0">
                <a:solidFill>
                  <a:srgbClr val="0070C0"/>
                </a:solidFill>
                <a:latin typeface="Arial" pitchFamily="34" charset="0"/>
                <a:cs typeface="Arial" pitchFamily="34" charset="0"/>
              </a:rPr>
              <a:t> v</a:t>
            </a:r>
            <a:r>
              <a:rPr lang="vi-VN" dirty="0" smtClean="0">
                <a:solidFill>
                  <a:srgbClr val="0070C0"/>
                </a:solidFill>
                <a:latin typeface="Arial" pitchFamily="34" charset="0"/>
                <a:cs typeface="Arial" pitchFamily="34" charset="0"/>
              </a:rPr>
              <a:t>ào group đại đội trưởng).</a:t>
            </a:r>
            <a:r>
              <a:rPr lang="en-US" dirty="0" smtClean="0">
                <a:solidFill>
                  <a:srgbClr val="0070C0"/>
                </a:solidFill>
                <a:latin typeface="Arial" pitchFamily="34" charset="0"/>
                <a:cs typeface="Arial" pitchFamily="34" charset="0"/>
              </a:rPr>
              <a:t> </a:t>
            </a:r>
            <a:r>
              <a:rPr lang="vi-VN" dirty="0" smtClean="0">
                <a:solidFill>
                  <a:srgbClr val="0070C0"/>
                </a:solidFill>
                <a:latin typeface="Arial" pitchFamily="34" charset="0"/>
                <a:cs typeface="Arial" pitchFamily="34" charset="0"/>
              </a:rPr>
              <a:t>Sinh vi</a:t>
            </a:r>
            <a:r>
              <a:rPr lang="en-US" dirty="0" smtClean="0">
                <a:solidFill>
                  <a:srgbClr val="0070C0"/>
                </a:solidFill>
                <a:latin typeface="Arial" pitchFamily="34" charset="0"/>
                <a:cs typeface="Arial" pitchFamily="34" charset="0"/>
              </a:rPr>
              <a:t>ê</a:t>
            </a:r>
            <a:r>
              <a:rPr lang="vi-VN" dirty="0" smtClean="0">
                <a:solidFill>
                  <a:srgbClr val="0070C0"/>
                </a:solidFill>
                <a:latin typeface="Arial" pitchFamily="34" charset="0"/>
                <a:cs typeface="Arial" pitchFamily="34" charset="0"/>
              </a:rPr>
              <a:t>n nào </a:t>
            </a:r>
            <a:r>
              <a:rPr lang="en-US" b="1" dirty="0" smtClean="0">
                <a:solidFill>
                  <a:srgbClr val="FF0000"/>
                </a:solidFill>
                <a:latin typeface="Arial" pitchFamily="34" charset="0"/>
                <a:cs typeface="Arial" pitchFamily="34" charset="0"/>
              </a:rPr>
              <a:t>k</a:t>
            </a:r>
            <a:r>
              <a:rPr lang="vi-VN" b="1" dirty="0" smtClean="0">
                <a:solidFill>
                  <a:srgbClr val="FF0000"/>
                </a:solidFill>
                <a:latin typeface="Arial" pitchFamily="34" charset="0"/>
                <a:cs typeface="Arial" pitchFamily="34" charset="0"/>
              </a:rPr>
              <a:t>h</a:t>
            </a:r>
            <a:r>
              <a:rPr lang="en-US" b="1" dirty="0" smtClean="0">
                <a:solidFill>
                  <a:srgbClr val="FF0000"/>
                </a:solidFill>
                <a:latin typeface="Arial" pitchFamily="34" charset="0"/>
                <a:cs typeface="Arial" pitchFamily="34" charset="0"/>
              </a:rPr>
              <a:t>ô</a:t>
            </a:r>
            <a:r>
              <a:rPr lang="vi-VN" b="1" dirty="0" smtClean="0">
                <a:solidFill>
                  <a:srgbClr val="FF0000"/>
                </a:solidFill>
                <a:latin typeface="Arial" pitchFamily="34" charset="0"/>
                <a:cs typeface="Arial" pitchFamily="34" charset="0"/>
              </a:rPr>
              <a:t>ng vào học </a:t>
            </a:r>
            <a:r>
              <a:rPr lang="vi-VN" dirty="0" smtClean="0">
                <a:solidFill>
                  <a:srgbClr val="0070C0"/>
                </a:solidFill>
                <a:latin typeface="Arial" pitchFamily="34" charset="0"/>
                <a:cs typeface="Arial" pitchFamily="34" charset="0"/>
              </a:rPr>
              <a:t>xem như v</a:t>
            </a:r>
            <a:r>
              <a:rPr lang="en-US" dirty="0" smtClean="0">
                <a:solidFill>
                  <a:srgbClr val="0070C0"/>
                </a:solidFill>
                <a:latin typeface="Arial" pitchFamily="34" charset="0"/>
                <a:cs typeface="Arial" pitchFamily="34" charset="0"/>
              </a:rPr>
              <a:t>ắ</a:t>
            </a:r>
            <a:r>
              <a:rPr lang="vi-VN" dirty="0" smtClean="0">
                <a:solidFill>
                  <a:srgbClr val="0070C0"/>
                </a:solidFill>
                <a:latin typeface="Arial" pitchFamily="34" charset="0"/>
                <a:cs typeface="Arial" pitchFamily="34" charset="0"/>
              </a:rPr>
              <a:t>ng  </a:t>
            </a:r>
            <a:r>
              <a:rPr lang="en-US" dirty="0" smtClean="0">
                <a:solidFill>
                  <a:srgbClr val="0070C0"/>
                </a:solidFill>
                <a:latin typeface="Arial" pitchFamily="34" charset="0"/>
                <a:cs typeface="Arial" pitchFamily="34" charset="0"/>
              </a:rPr>
              <a:t>b</a:t>
            </a:r>
            <a:r>
              <a:rPr lang="vi-VN" dirty="0" smtClean="0">
                <a:solidFill>
                  <a:srgbClr val="0070C0"/>
                </a:solidFill>
                <a:latin typeface="Arial" pitchFamily="34" charset="0"/>
                <a:cs typeface="Arial" pitchFamily="34" charset="0"/>
              </a:rPr>
              <a:t>uổi học đó.</a:t>
            </a:r>
            <a:endParaRPr lang="en-US" dirty="0">
              <a:solidFill>
                <a:srgbClr val="0070C0"/>
              </a:solidFill>
              <a:latin typeface="Arial" pitchFamily="34" charset="0"/>
              <a:cs typeface="Arial" pitchFamily="34" charset="0"/>
            </a:endParaRPr>
          </a:p>
          <a:p>
            <a:pPr marL="285750" indent="-285750" algn="just">
              <a:lnSpc>
                <a:spcPct val="150000"/>
              </a:lnSpc>
              <a:buFont typeface="Wingdings" pitchFamily="2" charset="2"/>
              <a:buChar char="ü"/>
            </a:pPr>
            <a:r>
              <a:rPr lang="en-US" b="1" dirty="0" err="1" smtClean="0">
                <a:solidFill>
                  <a:srgbClr val="0070C0"/>
                </a:solidFill>
                <a:latin typeface="Arial" pitchFamily="34" charset="0"/>
                <a:cs typeface="Arial" pitchFamily="34" charset="0"/>
              </a:rPr>
              <a:t>Phải</a:t>
            </a:r>
            <a:r>
              <a:rPr lang="en-US" b="1" dirty="0" smtClean="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ghi</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thông</a:t>
            </a:r>
            <a:r>
              <a:rPr lang="en-US" b="1" dirty="0">
                <a:solidFill>
                  <a:srgbClr val="0070C0"/>
                </a:solidFill>
                <a:latin typeface="Arial" pitchFamily="34" charset="0"/>
                <a:cs typeface="Arial" pitchFamily="34" charset="0"/>
              </a:rPr>
              <a:t> tin </a:t>
            </a:r>
            <a:r>
              <a:rPr lang="en-US" b="1" dirty="0" err="1">
                <a:solidFill>
                  <a:srgbClr val="0070C0"/>
                </a:solidFill>
                <a:latin typeface="Arial" pitchFamily="34" charset="0"/>
                <a:cs typeface="Arial" pitchFamily="34" charset="0"/>
              </a:rPr>
              <a:t>của</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mình</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theo</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định</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dạng</a:t>
            </a:r>
            <a:r>
              <a:rPr lang="en-US" b="1" dirty="0">
                <a:solidFill>
                  <a:srgbClr val="0070C0"/>
                </a:solidFill>
                <a:latin typeface="Arial" pitchFamily="34" charset="0"/>
                <a:cs typeface="Arial" pitchFamily="34" charset="0"/>
              </a:rPr>
              <a:t>: </a:t>
            </a:r>
            <a:endParaRPr lang="en-US" b="1" dirty="0" smtClean="0">
              <a:solidFill>
                <a:srgbClr val="0070C0"/>
              </a:solidFill>
              <a:latin typeface="Arial" pitchFamily="34" charset="0"/>
              <a:cs typeface="Arial" pitchFamily="34" charset="0"/>
            </a:endParaRPr>
          </a:p>
          <a:p>
            <a:pPr marL="285750" indent="-285750" algn="just">
              <a:lnSpc>
                <a:spcPct val="150000"/>
              </a:lnSpc>
              <a:buFont typeface="Arial" pitchFamily="34" charset="0"/>
              <a:buChar char="•"/>
            </a:pPr>
            <a:r>
              <a:rPr lang="vi-VN" b="1" dirty="0" smtClean="0">
                <a:solidFill>
                  <a:srgbClr val="FF0000"/>
                </a:solidFill>
                <a:latin typeface="Arial" pitchFamily="34" charset="0"/>
                <a:cs typeface="Arial" pitchFamily="34" charset="0"/>
              </a:rPr>
              <a:t>c</a:t>
            </a:r>
            <a:r>
              <a:rPr lang="en-US" b="1" dirty="0" smtClean="0">
                <a:solidFill>
                  <a:srgbClr val="FF0000"/>
                </a:solidFill>
                <a:latin typeface="Arial" pitchFamily="34" charset="0"/>
                <a:cs typeface="Arial" pitchFamily="34" charset="0"/>
              </a:rPr>
              <a:t>xx</a:t>
            </a:r>
            <a:r>
              <a:rPr lang="vi-VN" b="1" dirty="0" smtClean="0">
                <a:solidFill>
                  <a:srgbClr val="FF0000"/>
                </a:solidFill>
                <a:latin typeface="Arial" pitchFamily="34" charset="0"/>
                <a:cs typeface="Arial" pitchFamily="34" charset="0"/>
              </a:rPr>
              <a:t>-STT-Họ </a:t>
            </a:r>
            <a:r>
              <a:rPr lang="vi-VN" b="1" dirty="0">
                <a:solidFill>
                  <a:srgbClr val="FF0000"/>
                </a:solidFill>
                <a:latin typeface="Arial" pitchFamily="34" charset="0"/>
                <a:cs typeface="Arial" pitchFamily="34" charset="0"/>
              </a:rPr>
              <a:t>và tên</a:t>
            </a:r>
            <a:r>
              <a:rPr lang="en-US" b="1" dirty="0" smtClean="0">
                <a:solidFill>
                  <a:srgbClr val="FF0000"/>
                </a:solidFill>
                <a:latin typeface="Arial" pitchFamily="34" charset="0"/>
                <a:cs typeface="Arial" pitchFamily="34" charset="0"/>
              </a:rPr>
              <a:t>-a</a:t>
            </a:r>
            <a:r>
              <a:rPr lang="vi-VN" b="1" dirty="0" smtClean="0">
                <a:solidFill>
                  <a:srgbClr val="FF0000"/>
                </a:solidFill>
                <a:latin typeface="Arial" pitchFamily="34" charset="0"/>
                <a:cs typeface="Arial" pitchFamily="34" charset="0"/>
              </a:rPr>
              <a:t>x</a:t>
            </a:r>
            <a:r>
              <a:rPr lang="en-US" b="1" dirty="0" smtClean="0">
                <a:solidFill>
                  <a:srgbClr val="FF0000"/>
                </a:solidFill>
                <a:latin typeface="Arial" pitchFamily="34" charset="0"/>
                <a:cs typeface="Arial" pitchFamily="34" charset="0"/>
              </a:rPr>
              <a:t>x-</a:t>
            </a:r>
            <a:r>
              <a:rPr lang="vi-VN" b="1" dirty="0" smtClean="0">
                <a:solidFill>
                  <a:srgbClr val="FF0000"/>
                </a:solidFill>
                <a:latin typeface="Arial" pitchFamily="34" charset="0"/>
                <a:cs typeface="Arial" pitchFamily="34" charset="0"/>
              </a:rPr>
              <a:t>MSSV</a:t>
            </a:r>
            <a:endParaRPr lang="en-US" b="1" dirty="0" smtClean="0">
              <a:solidFill>
                <a:srgbClr val="FF0000"/>
              </a:solidFill>
              <a:latin typeface="Arial" pitchFamily="34" charset="0"/>
              <a:cs typeface="Arial" pitchFamily="34" charset="0"/>
            </a:endParaRPr>
          </a:p>
          <a:p>
            <a:pPr marL="285750" indent="-285750" algn="just">
              <a:lnSpc>
                <a:spcPct val="150000"/>
              </a:lnSpc>
              <a:buFont typeface="Arial" pitchFamily="34" charset="0"/>
              <a:buChar char="•"/>
            </a:pPr>
            <a:r>
              <a:rPr lang="en-US" dirty="0">
                <a:solidFill>
                  <a:srgbClr val="0070C0"/>
                </a:solidFill>
                <a:latin typeface="Arial" pitchFamily="34" charset="0"/>
                <a:cs typeface="Arial" pitchFamily="34" charset="0"/>
              </a:rPr>
              <a:t>V</a:t>
            </a:r>
            <a:r>
              <a:rPr lang="vi-VN" dirty="0" smtClean="0">
                <a:solidFill>
                  <a:srgbClr val="0070C0"/>
                </a:solidFill>
                <a:latin typeface="Arial" pitchFamily="34" charset="0"/>
                <a:cs typeface="Arial" pitchFamily="34" charset="0"/>
              </a:rPr>
              <a:t>í </a:t>
            </a:r>
            <a:r>
              <a:rPr lang="vi-VN" dirty="0">
                <a:solidFill>
                  <a:srgbClr val="0070C0"/>
                </a:solidFill>
                <a:latin typeface="Arial" pitchFamily="34" charset="0"/>
                <a:cs typeface="Arial" pitchFamily="34" charset="0"/>
              </a:rPr>
              <a:t>dụ: </a:t>
            </a:r>
            <a:r>
              <a:rPr lang="en-US" b="1" dirty="0" smtClean="0">
                <a:solidFill>
                  <a:srgbClr val="FF0000"/>
                </a:solidFill>
                <a:latin typeface="Arial" pitchFamily="34" charset="0"/>
                <a:cs typeface="Arial" pitchFamily="34" charset="0"/>
              </a:rPr>
              <a:t>c01</a:t>
            </a:r>
            <a:r>
              <a:rPr lang="vi-VN" b="1" dirty="0" smtClean="0">
                <a:solidFill>
                  <a:srgbClr val="FF0000"/>
                </a:solidFill>
                <a:latin typeface="Arial" pitchFamily="34" charset="0"/>
                <a:cs typeface="Arial" pitchFamily="34" charset="0"/>
              </a:rPr>
              <a:t>-</a:t>
            </a:r>
            <a:r>
              <a:rPr lang="en-US" b="1" dirty="0" smtClean="0">
                <a:solidFill>
                  <a:srgbClr val="FF0000"/>
                </a:solidFill>
                <a:latin typeface="Arial" pitchFamily="34" charset="0"/>
                <a:cs typeface="Arial" pitchFamily="34" charset="0"/>
              </a:rPr>
              <a:t>0</a:t>
            </a:r>
            <a:r>
              <a:rPr lang="vi-VN" b="1" dirty="0" smtClean="0">
                <a:solidFill>
                  <a:srgbClr val="FF0000"/>
                </a:solidFill>
                <a:latin typeface="Arial" pitchFamily="34" charset="0"/>
                <a:cs typeface="Arial" pitchFamily="34" charset="0"/>
              </a:rPr>
              <a:t>82-Nguyễn </a:t>
            </a:r>
            <a:r>
              <a:rPr lang="vi-VN" b="1" dirty="0">
                <a:solidFill>
                  <a:srgbClr val="FF0000"/>
                </a:solidFill>
                <a:latin typeface="Arial" pitchFamily="34" charset="0"/>
                <a:cs typeface="Arial" pitchFamily="34" charset="0"/>
              </a:rPr>
              <a:t>Văn </a:t>
            </a:r>
            <a:r>
              <a:rPr lang="vi-VN" b="1" dirty="0" smtClean="0">
                <a:solidFill>
                  <a:srgbClr val="FF0000"/>
                </a:solidFill>
                <a:latin typeface="Arial" pitchFamily="34" charset="0"/>
                <a:cs typeface="Arial" pitchFamily="34" charset="0"/>
              </a:rPr>
              <a:t>A-</a:t>
            </a:r>
            <a:r>
              <a:rPr lang="en-US" b="1" dirty="0" smtClean="0">
                <a:solidFill>
                  <a:srgbClr val="FF0000"/>
                </a:solidFill>
                <a:latin typeface="Arial" pitchFamily="34" charset="0"/>
                <a:cs typeface="Arial" pitchFamily="34" charset="0"/>
              </a:rPr>
              <a:t>a01-QS113</a:t>
            </a:r>
            <a:r>
              <a:rPr lang="vi-VN" b="1" dirty="0" smtClean="0">
                <a:latin typeface="Arial" pitchFamily="34" charset="0"/>
                <a:cs typeface="Arial" pitchFamily="34" charset="0"/>
              </a:rPr>
              <a:t> </a:t>
            </a:r>
            <a:endParaRPr lang="en-US" dirty="0" smtClean="0">
              <a:latin typeface="Arial" pitchFamily="34" charset="0"/>
              <a:cs typeface="Arial" pitchFamily="34" charset="0"/>
            </a:endParaRPr>
          </a:p>
          <a:p>
            <a:pPr marL="285750" indent="-285750" algn="just">
              <a:lnSpc>
                <a:spcPct val="150000"/>
              </a:lnSpc>
              <a:buFont typeface="Arial" pitchFamily="34" charset="0"/>
              <a:buChar char="•"/>
            </a:pPr>
            <a:r>
              <a:rPr lang="en-US" dirty="0">
                <a:solidFill>
                  <a:srgbClr val="0070C0"/>
                </a:solidFill>
                <a:latin typeface="Arial" pitchFamily="34" charset="0"/>
                <a:cs typeface="Arial" pitchFamily="34" charset="0"/>
              </a:rPr>
              <a:t>G</a:t>
            </a:r>
            <a:r>
              <a:rPr lang="vi-VN" dirty="0" smtClean="0">
                <a:solidFill>
                  <a:srgbClr val="0070C0"/>
                </a:solidFill>
                <a:latin typeface="Arial" pitchFamily="34" charset="0"/>
                <a:cs typeface="Arial" pitchFamily="34" charset="0"/>
              </a:rPr>
              <a:t>iữa </a:t>
            </a:r>
            <a:r>
              <a:rPr lang="vi-VN" dirty="0">
                <a:solidFill>
                  <a:srgbClr val="0070C0"/>
                </a:solidFill>
                <a:latin typeface="Arial" pitchFamily="34" charset="0"/>
                <a:cs typeface="Arial" pitchFamily="34" charset="0"/>
              </a:rPr>
              <a:t>các dấu gạch nối </a:t>
            </a:r>
            <a:r>
              <a:rPr lang="en-US" b="1" dirty="0">
                <a:solidFill>
                  <a:srgbClr val="FF0000"/>
                </a:solidFill>
                <a:latin typeface="Arial" pitchFamily="34" charset="0"/>
                <a:cs typeface="Arial" pitchFamily="34" charset="0"/>
              </a:rPr>
              <a:t>KHÔNG</a:t>
            </a:r>
            <a:r>
              <a:rPr lang="en-US" dirty="0">
                <a:latin typeface="Arial" pitchFamily="34" charset="0"/>
                <a:cs typeface="Arial" pitchFamily="34" charset="0"/>
              </a:rPr>
              <a:t> </a:t>
            </a:r>
            <a:r>
              <a:rPr lang="vi-VN" dirty="0">
                <a:solidFill>
                  <a:srgbClr val="0070C0"/>
                </a:solidFill>
                <a:latin typeface="Arial" pitchFamily="34" charset="0"/>
                <a:cs typeface="Arial" pitchFamily="34" charset="0"/>
              </a:rPr>
              <a:t>có khoảng tr</a:t>
            </a:r>
            <a:r>
              <a:rPr lang="en-US" dirty="0">
                <a:solidFill>
                  <a:srgbClr val="0070C0"/>
                </a:solidFill>
                <a:latin typeface="Arial" pitchFamily="34" charset="0"/>
                <a:cs typeface="Arial" pitchFamily="34" charset="0"/>
              </a:rPr>
              <a:t>ắ</a:t>
            </a:r>
            <a:r>
              <a:rPr lang="vi-VN" dirty="0" smtClean="0">
                <a:solidFill>
                  <a:srgbClr val="0070C0"/>
                </a:solidFill>
                <a:latin typeface="Arial" pitchFamily="34" charset="0"/>
                <a:cs typeface="Arial" pitchFamily="34" charset="0"/>
              </a:rPr>
              <a:t>ng</a:t>
            </a:r>
            <a:endParaRPr lang="en-SG" dirty="0">
              <a:solidFill>
                <a:srgbClr val="0070C0"/>
              </a:solidFill>
              <a:latin typeface="Arial" pitchFamily="34" charset="0"/>
              <a:cs typeface="Arial" pitchFamily="34" charset="0"/>
            </a:endParaRPr>
          </a:p>
          <a:p>
            <a:pPr lvl="0" algn="just" rtl="0">
              <a:lnSpc>
                <a:spcPct val="150000"/>
              </a:lnSpc>
            </a:pPr>
            <a:endParaRPr lang="en-SG" dirty="0">
              <a:solidFill>
                <a:schemeClr val="tx1"/>
              </a:solidFill>
            </a:endParaRPr>
          </a:p>
        </p:txBody>
      </p:sp>
      <p:sp>
        <p:nvSpPr>
          <p:cNvPr id="4" name="Rectangle 3"/>
          <p:cNvSpPr/>
          <p:nvPr/>
        </p:nvSpPr>
        <p:spPr>
          <a:xfrm>
            <a:off x="5283200" y="3816976"/>
            <a:ext cx="7213600" cy="2137485"/>
          </a:xfrm>
          <a:prstGeom prst="rect">
            <a:avLst/>
          </a:prstGeom>
        </p:spPr>
        <p:txBody>
          <a:bodyPr/>
          <a:lstStyle/>
          <a:p>
            <a:pPr lvl="0" algn="just" rtl="0">
              <a:buChar char="•"/>
            </a:pPr>
            <a:endParaRPr lang="en-SG" sz="2400" dirty="0">
              <a:solidFill>
                <a:schemeClr val="tx1"/>
              </a:solidFill>
              <a:latin typeface="Arial" pitchFamily="34" charset="0"/>
              <a:cs typeface="Arial" pitchFamily="34" charset="0"/>
            </a:endParaRPr>
          </a:p>
        </p:txBody>
      </p:sp>
      <p:sp>
        <p:nvSpPr>
          <p:cNvPr id="7" name="Rectangle 6"/>
          <p:cNvSpPr/>
          <p:nvPr/>
        </p:nvSpPr>
        <p:spPr>
          <a:xfrm>
            <a:off x="1311215" y="1052164"/>
            <a:ext cx="10196424" cy="477054"/>
          </a:xfrm>
          <a:prstGeom prst="rect">
            <a:avLst/>
          </a:prstGeom>
        </p:spPr>
        <p:txBody>
          <a:bodyPr wrap="square">
            <a:spAutoFit/>
          </a:bodyPr>
          <a:lstStyle/>
          <a:p>
            <a:pPr lvl="0" algn="ctr"/>
            <a:r>
              <a:rPr lang="vi-VN" sz="2500" b="1" dirty="0">
                <a:solidFill>
                  <a:srgbClr val="FF0000"/>
                </a:solidFill>
              </a:rPr>
              <a:t>Quy định học trực tuyến đối với sinh viê</a:t>
            </a:r>
            <a:r>
              <a:rPr lang="en-US" sz="2500" b="1" dirty="0">
                <a:solidFill>
                  <a:srgbClr val="FF0000"/>
                </a:solidFill>
              </a:rPr>
              <a:t>n</a:t>
            </a:r>
            <a:endParaRPr lang="en-SG" sz="2500" dirty="0">
              <a:solidFill>
                <a:srgbClr val="FF0000"/>
              </a:solidFill>
            </a:endParaRPr>
          </a:p>
        </p:txBody>
      </p:sp>
    </p:spTree>
    <p:extLst>
      <p:ext uri="{BB962C8B-B14F-4D97-AF65-F5344CB8AC3E}">
        <p14:creationId xmlns:p14="http://schemas.microsoft.com/office/powerpoint/2010/main" val="131062763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11215" y="927019"/>
            <a:ext cx="10196424" cy="477054"/>
          </a:xfrm>
          <a:prstGeom prst="rect">
            <a:avLst/>
          </a:prstGeom>
        </p:spPr>
        <p:txBody>
          <a:bodyPr wrap="square">
            <a:spAutoFit/>
          </a:bodyPr>
          <a:lstStyle/>
          <a:p>
            <a:pPr lvl="0" algn="ctr"/>
            <a:r>
              <a:rPr lang="vi-VN" sz="2500" b="1" dirty="0">
                <a:solidFill>
                  <a:srgbClr val="FF0000"/>
                </a:solidFill>
              </a:rPr>
              <a:t>Quy định học trực tuyến đối với sinh viê</a:t>
            </a:r>
            <a:r>
              <a:rPr lang="en-US" sz="2500" b="1" dirty="0">
                <a:solidFill>
                  <a:srgbClr val="FF0000"/>
                </a:solidFill>
              </a:rPr>
              <a:t>n</a:t>
            </a:r>
            <a:endParaRPr lang="en-SG" sz="2500" dirty="0">
              <a:solidFill>
                <a:srgbClr val="FF0000"/>
              </a:solidFill>
            </a:endParaRPr>
          </a:p>
        </p:txBody>
      </p:sp>
      <p:sp>
        <p:nvSpPr>
          <p:cNvPr id="5" name="Content Placeholder 2">
            <a:extLst>
              <a:ext uri="{FF2B5EF4-FFF2-40B4-BE49-F238E27FC236}">
                <a16:creationId xmlns:a16="http://schemas.microsoft.com/office/drawing/2014/main" xmlns="" id="{A6870278-5A04-487C-BE66-48243B49F7CB}"/>
              </a:ext>
            </a:extLst>
          </p:cNvPr>
          <p:cNvSpPr>
            <a:spLocks noGrp="1"/>
          </p:cNvSpPr>
          <p:nvPr>
            <p:ph sz="quarter" idx="4294967295"/>
          </p:nvPr>
        </p:nvSpPr>
        <p:spPr>
          <a:xfrm>
            <a:off x="116989" y="1405928"/>
            <a:ext cx="11753882" cy="5071072"/>
          </a:xfrm>
          <a:prstGeom prst="rect">
            <a:avLst/>
          </a:prstGeom>
        </p:spPr>
        <p:txBody>
          <a:bodyPr>
            <a:noAutofit/>
          </a:bodyPr>
          <a:lstStyle/>
          <a:p>
            <a:pPr marL="0" indent="0" algn="just">
              <a:buNone/>
            </a:pPr>
            <a:r>
              <a:rPr lang="vi-VN" sz="1600" dirty="0" smtClean="0">
                <a:solidFill>
                  <a:srgbClr val="0070C0"/>
                </a:solidFill>
                <a:latin typeface="+mj-lt"/>
              </a:rPr>
              <a:t>Tất </a:t>
            </a:r>
            <a:r>
              <a:rPr lang="vi-VN" sz="1600" dirty="0">
                <a:solidFill>
                  <a:srgbClr val="0070C0"/>
                </a:solidFill>
                <a:latin typeface="+mj-lt"/>
              </a:rPr>
              <a:t>cả sinh viên phải sử dụng địa chỉ </a:t>
            </a:r>
            <a:r>
              <a:rPr lang="vi-VN" sz="1600" dirty="0">
                <a:solidFill>
                  <a:srgbClr val="FF0000"/>
                </a:solidFill>
                <a:latin typeface="+mj-lt"/>
              </a:rPr>
              <a:t>email do trường đại học mình</a:t>
            </a:r>
            <a:r>
              <a:rPr lang="en-US" sz="1600" dirty="0">
                <a:solidFill>
                  <a:srgbClr val="FF0000"/>
                </a:solidFill>
                <a:latin typeface="+mj-lt"/>
              </a:rPr>
              <a:t> </a:t>
            </a:r>
            <a:r>
              <a:rPr lang="vi-VN" sz="1600" dirty="0">
                <a:solidFill>
                  <a:srgbClr val="0070C0"/>
                </a:solidFill>
                <a:latin typeface="+mj-lt"/>
              </a:rPr>
              <a:t>đang học </a:t>
            </a:r>
            <a:r>
              <a:rPr lang="vi-VN" sz="1600" dirty="0" smtClean="0">
                <a:solidFill>
                  <a:srgbClr val="0070C0"/>
                </a:solidFill>
                <a:latin typeface="+mj-lt"/>
              </a:rPr>
              <a:t>cung cấp để nhận và gửi thông tin qua các tool của Google Suite như:</a:t>
            </a:r>
            <a:r>
              <a:rPr lang="en-US" sz="1600" dirty="0" smtClean="0">
                <a:solidFill>
                  <a:srgbClr val="0070C0"/>
                </a:solidFill>
                <a:latin typeface="+mj-lt"/>
              </a:rPr>
              <a:t> </a:t>
            </a:r>
          </a:p>
          <a:p>
            <a:pPr marL="285750" indent="-285750" algn="just">
              <a:buFont typeface="Wingdings" pitchFamily="2" charset="2"/>
              <a:buChar char="§"/>
            </a:pPr>
            <a:r>
              <a:rPr lang="vi-VN" sz="1600" b="1" dirty="0" smtClean="0">
                <a:solidFill>
                  <a:srgbClr val="FF0000"/>
                </a:solidFill>
                <a:latin typeface="+mj-lt"/>
              </a:rPr>
              <a:t>Gmail</a:t>
            </a:r>
            <a:endParaRPr lang="en-US" sz="1600" b="1" dirty="0" smtClean="0">
              <a:solidFill>
                <a:srgbClr val="FF0000"/>
              </a:solidFill>
              <a:latin typeface="+mj-lt"/>
            </a:endParaRPr>
          </a:p>
          <a:p>
            <a:pPr marL="285750" indent="-285750" algn="just">
              <a:buFont typeface="Wingdings" pitchFamily="2" charset="2"/>
              <a:buChar char="§"/>
            </a:pPr>
            <a:r>
              <a:rPr lang="vi-VN" sz="1600" b="1" dirty="0" smtClean="0">
                <a:solidFill>
                  <a:srgbClr val="FF0000"/>
                </a:solidFill>
                <a:latin typeface="+mj-lt"/>
              </a:rPr>
              <a:t> Meet </a:t>
            </a:r>
            <a:endParaRPr lang="en-US" sz="1600" b="1" dirty="0" smtClean="0">
              <a:solidFill>
                <a:srgbClr val="FF0000"/>
              </a:solidFill>
              <a:latin typeface="+mj-lt"/>
            </a:endParaRPr>
          </a:p>
          <a:p>
            <a:pPr marL="285750" indent="-285750" algn="just">
              <a:buFont typeface="Wingdings" pitchFamily="2" charset="2"/>
              <a:buChar char="§"/>
            </a:pPr>
            <a:r>
              <a:rPr lang="vi-VN" sz="1600" b="1" dirty="0" smtClean="0">
                <a:solidFill>
                  <a:srgbClr val="FF0000"/>
                </a:solidFill>
                <a:latin typeface="+mj-lt"/>
              </a:rPr>
              <a:t>Form </a:t>
            </a:r>
            <a:endParaRPr lang="en-US" sz="1600" b="1" dirty="0" smtClean="0">
              <a:solidFill>
                <a:srgbClr val="FF0000"/>
              </a:solidFill>
              <a:latin typeface="+mj-lt"/>
            </a:endParaRPr>
          </a:p>
          <a:p>
            <a:pPr marL="285750" indent="-285750" algn="just">
              <a:buFont typeface="Wingdings" pitchFamily="2" charset="2"/>
              <a:buChar char="§"/>
            </a:pPr>
            <a:r>
              <a:rPr lang="vi-VN" sz="1600" b="1" dirty="0" smtClean="0">
                <a:solidFill>
                  <a:srgbClr val="FF0000"/>
                </a:solidFill>
                <a:latin typeface="+mj-lt"/>
              </a:rPr>
              <a:t>Calenda,...</a:t>
            </a:r>
            <a:endParaRPr lang="en-US" sz="1600" b="1" dirty="0" smtClean="0">
              <a:solidFill>
                <a:srgbClr val="FF0000"/>
              </a:solidFill>
              <a:latin typeface="+mj-lt"/>
            </a:endParaRPr>
          </a:p>
          <a:p>
            <a:pPr marL="0" indent="0" algn="just">
              <a:buNone/>
            </a:pPr>
            <a:r>
              <a:rPr lang="vi-VN" sz="1600" dirty="0" smtClean="0">
                <a:solidFill>
                  <a:srgbClr val="0070C0"/>
                </a:solidFill>
                <a:latin typeface="+mj-lt"/>
              </a:rPr>
              <a:t>Khi học trực tuyến sinh viên phải tự chuẩn bị các thiết bị để tương tác với</a:t>
            </a:r>
            <a:r>
              <a:rPr lang="en-US" sz="1600" dirty="0" smtClean="0">
                <a:solidFill>
                  <a:srgbClr val="0070C0"/>
                </a:solidFill>
                <a:latin typeface="+mj-lt"/>
              </a:rPr>
              <a:t> </a:t>
            </a:r>
            <a:r>
              <a:rPr lang="vi-VN" sz="1600" dirty="0" smtClean="0">
                <a:solidFill>
                  <a:srgbClr val="0070C0"/>
                </a:solidFill>
                <a:latin typeface="+mj-lt"/>
              </a:rPr>
              <a:t>giảng viên</a:t>
            </a:r>
            <a:r>
              <a:rPr lang="en-US" sz="1600" dirty="0" smtClean="0">
                <a:solidFill>
                  <a:srgbClr val="0070C0"/>
                </a:solidFill>
                <a:latin typeface="+mj-lt"/>
              </a:rPr>
              <a:t>, s</a:t>
            </a:r>
            <a:r>
              <a:rPr lang="vi-VN" sz="1600" dirty="0" smtClean="0">
                <a:solidFill>
                  <a:srgbClr val="0070C0"/>
                </a:solidFill>
                <a:latin typeface="+mj-lt"/>
              </a:rPr>
              <a:t>au </a:t>
            </a:r>
            <a:r>
              <a:rPr lang="en-US" sz="1600" dirty="0" smtClean="0">
                <a:solidFill>
                  <a:srgbClr val="0070C0"/>
                </a:solidFill>
                <a:latin typeface="+mj-lt"/>
              </a:rPr>
              <a:t>k</a:t>
            </a:r>
            <a:r>
              <a:rPr lang="vi-VN" sz="1600" dirty="0" smtClean="0">
                <a:solidFill>
                  <a:srgbClr val="0070C0"/>
                </a:solidFill>
                <a:latin typeface="+mj-lt"/>
              </a:rPr>
              <a:t>hi vào được lớp học trực tuyến</a:t>
            </a:r>
            <a:r>
              <a:rPr lang="en-US" sz="1600" dirty="0" smtClean="0">
                <a:solidFill>
                  <a:srgbClr val="0070C0"/>
                </a:solidFill>
                <a:latin typeface="+mj-lt"/>
              </a:rPr>
              <a:t> </a:t>
            </a:r>
            <a:r>
              <a:rPr lang="en-US" sz="1600" dirty="0" err="1" smtClean="0">
                <a:solidFill>
                  <a:srgbClr val="0070C0"/>
                </a:solidFill>
                <a:latin typeface="+mj-lt"/>
              </a:rPr>
              <a:t>sinh</a:t>
            </a:r>
            <a:r>
              <a:rPr lang="en-US" sz="1600" dirty="0" smtClean="0">
                <a:solidFill>
                  <a:srgbClr val="0070C0"/>
                </a:solidFill>
                <a:latin typeface="+mj-lt"/>
              </a:rPr>
              <a:t> </a:t>
            </a:r>
            <a:r>
              <a:rPr lang="en-US" sz="1600" dirty="0" err="1" smtClean="0">
                <a:solidFill>
                  <a:srgbClr val="0070C0"/>
                </a:solidFill>
                <a:latin typeface="+mj-lt"/>
              </a:rPr>
              <a:t>viên</a:t>
            </a:r>
            <a:r>
              <a:rPr lang="en-US" sz="1600" dirty="0" smtClean="0">
                <a:solidFill>
                  <a:srgbClr val="0070C0"/>
                </a:solidFill>
                <a:latin typeface="+mj-lt"/>
              </a:rPr>
              <a:t>:</a:t>
            </a:r>
          </a:p>
          <a:p>
            <a:pPr marL="285750" indent="-285750" algn="just">
              <a:buFont typeface="Wingdings" pitchFamily="2" charset="2"/>
              <a:buChar char="§"/>
            </a:pPr>
            <a:r>
              <a:rPr lang="en-US" sz="1600" b="1" dirty="0" err="1" smtClean="0">
                <a:solidFill>
                  <a:srgbClr val="FF0000"/>
                </a:solidFill>
                <a:latin typeface="+mj-lt"/>
                <a:cs typeface="Arial" pitchFamily="34" charset="0"/>
              </a:rPr>
              <a:t>Tắ</a:t>
            </a:r>
            <a:r>
              <a:rPr lang="vi-VN" sz="1600" b="1" dirty="0" smtClean="0">
                <a:solidFill>
                  <a:srgbClr val="FF0000"/>
                </a:solidFill>
                <a:latin typeface="+mj-lt"/>
                <a:cs typeface="Arial" pitchFamily="34" charset="0"/>
              </a:rPr>
              <a:t>t micro </a:t>
            </a:r>
            <a:endParaRPr lang="en-US" sz="1600" b="1" dirty="0" smtClean="0">
              <a:solidFill>
                <a:srgbClr val="FF0000"/>
              </a:solidFill>
              <a:latin typeface="+mj-lt"/>
              <a:cs typeface="Arial" pitchFamily="34" charset="0"/>
            </a:endParaRPr>
          </a:p>
          <a:p>
            <a:pPr marL="285750" indent="-285750" algn="just">
              <a:buFont typeface="Wingdings" pitchFamily="2" charset="2"/>
              <a:buChar char="§"/>
            </a:pPr>
            <a:r>
              <a:rPr lang="vi-VN" sz="1600" b="1" dirty="0" smtClean="0">
                <a:solidFill>
                  <a:srgbClr val="FF0000"/>
                </a:solidFill>
                <a:latin typeface="+mj-lt"/>
                <a:cs typeface="Arial" pitchFamily="34" charset="0"/>
              </a:rPr>
              <a:t>Bật</a:t>
            </a:r>
            <a:r>
              <a:rPr lang="en-US" sz="1600" b="1" dirty="0" smtClean="0">
                <a:solidFill>
                  <a:srgbClr val="FF0000"/>
                </a:solidFill>
                <a:latin typeface="+mj-lt"/>
                <a:cs typeface="Arial" pitchFamily="34" charset="0"/>
              </a:rPr>
              <a:t> </a:t>
            </a:r>
            <a:r>
              <a:rPr lang="vi-VN" sz="1600" b="1" dirty="0" smtClean="0">
                <a:solidFill>
                  <a:srgbClr val="FF0000"/>
                </a:solidFill>
                <a:latin typeface="+mj-lt"/>
                <a:cs typeface="Arial" pitchFamily="34" charset="0"/>
              </a:rPr>
              <a:t>camera (bật camera trong suốt quá trình tham gia học trực tuyến)</a:t>
            </a:r>
          </a:p>
          <a:p>
            <a:pPr marL="285750" indent="-285750" algn="just">
              <a:buFont typeface="Wingdings" pitchFamily="2" charset="2"/>
              <a:buChar char="§"/>
            </a:pPr>
            <a:r>
              <a:rPr lang="en-US" sz="1600" dirty="0" smtClean="0">
                <a:solidFill>
                  <a:srgbClr val="0070C0"/>
                </a:solidFill>
                <a:latin typeface="+mj-lt"/>
              </a:rPr>
              <a:t>K</a:t>
            </a:r>
            <a:r>
              <a:rPr lang="vi-VN" sz="1600" dirty="0" smtClean="0">
                <a:solidFill>
                  <a:srgbClr val="0070C0"/>
                </a:solidFill>
                <a:latin typeface="+mj-lt"/>
              </a:rPr>
              <a:t>hi</a:t>
            </a:r>
            <a:r>
              <a:rPr lang="en-US" sz="1600" dirty="0" smtClean="0">
                <a:solidFill>
                  <a:srgbClr val="0070C0"/>
                </a:solidFill>
                <a:latin typeface="+mj-lt"/>
              </a:rPr>
              <a:t> </a:t>
            </a:r>
            <a:r>
              <a:rPr lang="vi-VN" sz="1600" dirty="0" smtClean="0">
                <a:solidFill>
                  <a:srgbClr val="0070C0"/>
                </a:solidFill>
                <a:latin typeface="+mj-lt"/>
              </a:rPr>
              <a:t>cần thiết theo yêu cầu của giảng viên phải bật micro hoặc camera trên thiết bị của</a:t>
            </a:r>
            <a:r>
              <a:rPr lang="en-US" sz="1600" dirty="0" smtClean="0">
                <a:solidFill>
                  <a:srgbClr val="0070C0"/>
                </a:solidFill>
                <a:latin typeface="+mj-lt"/>
              </a:rPr>
              <a:t> </a:t>
            </a:r>
            <a:r>
              <a:rPr lang="vi-VN" sz="1600" dirty="0" smtClean="0">
                <a:solidFill>
                  <a:srgbClr val="0070C0"/>
                </a:solidFill>
                <a:latin typeface="+mj-lt"/>
              </a:rPr>
              <a:t>m</a:t>
            </a:r>
            <a:r>
              <a:rPr lang="en-US" sz="1600" dirty="0" smtClean="0">
                <a:solidFill>
                  <a:srgbClr val="0070C0"/>
                </a:solidFill>
                <a:latin typeface="+mj-lt"/>
              </a:rPr>
              <a:t>ì</a:t>
            </a:r>
            <a:r>
              <a:rPr lang="vi-VN" sz="1600" dirty="0" smtClean="0">
                <a:solidFill>
                  <a:srgbClr val="0070C0"/>
                </a:solidFill>
                <a:latin typeface="+mj-lt"/>
              </a:rPr>
              <a:t>nh</a:t>
            </a:r>
            <a:endParaRPr lang="en-US" sz="1600" dirty="0" smtClean="0">
              <a:solidFill>
                <a:srgbClr val="0070C0"/>
              </a:solidFill>
              <a:latin typeface="+mj-lt"/>
            </a:endParaRPr>
          </a:p>
          <a:p>
            <a:pPr marL="285750" indent="-285750" algn="just">
              <a:buFont typeface="Wingdings" pitchFamily="2" charset="2"/>
              <a:buChar char="§"/>
            </a:pPr>
            <a:r>
              <a:rPr lang="en-US" sz="1600" dirty="0" smtClean="0">
                <a:solidFill>
                  <a:srgbClr val="0070C0"/>
                </a:solidFill>
                <a:latin typeface="+mj-lt"/>
              </a:rPr>
              <a:t>V</a:t>
            </a:r>
            <a:r>
              <a:rPr lang="vi-VN" sz="1600" dirty="0" smtClean="0">
                <a:solidFill>
                  <a:srgbClr val="0070C0"/>
                </a:solidFill>
                <a:latin typeface="+mj-lt"/>
              </a:rPr>
              <a:t>à phải thực hiện nghi</a:t>
            </a:r>
            <a:r>
              <a:rPr lang="en-US" sz="1600" dirty="0" smtClean="0">
                <a:solidFill>
                  <a:srgbClr val="0070C0"/>
                </a:solidFill>
                <a:latin typeface="+mj-lt"/>
              </a:rPr>
              <a:t>ê</a:t>
            </a:r>
            <a:r>
              <a:rPr lang="vi-VN" sz="1600" dirty="0" smtClean="0">
                <a:solidFill>
                  <a:srgbClr val="0070C0"/>
                </a:solidFill>
                <a:latin typeface="+mj-lt"/>
              </a:rPr>
              <a:t>m t</a:t>
            </a:r>
            <a:r>
              <a:rPr lang="en-US" sz="1600" dirty="0" smtClean="0">
                <a:solidFill>
                  <a:srgbClr val="0070C0"/>
                </a:solidFill>
                <a:latin typeface="+mj-lt"/>
              </a:rPr>
              <a:t>ú</a:t>
            </a:r>
            <a:r>
              <a:rPr lang="vi-VN" sz="1600" dirty="0" smtClean="0">
                <a:solidFill>
                  <a:srgbClr val="0070C0"/>
                </a:solidFill>
                <a:latin typeface="+mj-lt"/>
              </a:rPr>
              <a:t>c theo sự hướng dẫn của giảng viên.</a:t>
            </a:r>
          </a:p>
          <a:p>
            <a:pPr marL="0" indent="0" algn="just">
              <a:buNone/>
            </a:pPr>
            <a:r>
              <a:rPr lang="vi-VN" sz="1600" dirty="0" smtClean="0">
                <a:solidFill>
                  <a:srgbClr val="0070C0"/>
                </a:solidFill>
                <a:latin typeface="+mj-lt"/>
                <a:sym typeface="Wingdings" pitchFamily="2" charset="2"/>
              </a:rPr>
              <a:t> Nhằm đảm bảo sự thống nhất và thuận lợi trong công tác quản lý lớp học </a:t>
            </a:r>
            <a:r>
              <a:rPr lang="vi-VN" sz="1600" dirty="0">
                <a:solidFill>
                  <a:srgbClr val="0070C0"/>
                </a:solidFill>
                <a:latin typeface="+mj-lt"/>
              </a:rPr>
              <a:t>bắt buộc </a:t>
            </a:r>
            <a:r>
              <a:rPr lang="vi-VN" sz="1600" dirty="0" smtClean="0">
                <a:solidFill>
                  <a:srgbClr val="0070C0"/>
                </a:solidFill>
                <a:latin typeface="+mj-lt"/>
              </a:rPr>
              <a:t>sinh </a:t>
            </a:r>
            <a:r>
              <a:rPr lang="vi-VN" sz="1600" dirty="0">
                <a:solidFill>
                  <a:srgbClr val="0070C0"/>
                </a:solidFill>
                <a:latin typeface="+mj-lt"/>
              </a:rPr>
              <a:t>viên </a:t>
            </a:r>
            <a:r>
              <a:rPr lang="vi-VN" sz="1600" dirty="0" smtClean="0">
                <a:solidFill>
                  <a:srgbClr val="0070C0"/>
                </a:solidFill>
                <a:latin typeface="+mj-lt"/>
              </a:rPr>
              <a:t>phải </a:t>
            </a:r>
            <a:r>
              <a:rPr lang="vi-VN" sz="1600" b="1" dirty="0" smtClean="0">
                <a:solidFill>
                  <a:srgbClr val="FF0000"/>
                </a:solidFill>
                <a:latin typeface="+mj-lt"/>
              </a:rPr>
              <a:t>sử dụng phông nền ảo (Zoom) </a:t>
            </a:r>
            <a:r>
              <a:rPr lang="vi-VN" sz="1600" dirty="0" smtClean="0">
                <a:latin typeface="+mj-lt"/>
              </a:rPr>
              <a:t>do </a:t>
            </a:r>
            <a:r>
              <a:rPr lang="vi-VN" sz="1600" u="sng" dirty="0" smtClean="0">
                <a:latin typeface="+mj-lt"/>
              </a:rPr>
              <a:t>GVCN cung cấp </a:t>
            </a:r>
            <a:r>
              <a:rPr lang="vi-VN" sz="1600" dirty="0" smtClean="0">
                <a:solidFill>
                  <a:srgbClr val="0070C0"/>
                </a:solidFill>
                <a:latin typeface="+mj-lt"/>
              </a:rPr>
              <a:t>trong suốt quá trình tham gia học trực tuyến.</a:t>
            </a:r>
            <a:endParaRPr lang="en-US" sz="1600" dirty="0" smtClean="0">
              <a:solidFill>
                <a:srgbClr val="0070C0"/>
              </a:solidFill>
              <a:latin typeface="+mj-lt"/>
            </a:endParaRPr>
          </a:p>
          <a:p>
            <a:pPr marL="0" indent="0" algn="just">
              <a:buNone/>
            </a:pPr>
            <a:r>
              <a:rPr lang="en-US" sz="1600" dirty="0" smtClean="0">
                <a:solidFill>
                  <a:srgbClr val="0070C0"/>
                </a:solidFill>
                <a:latin typeface="+mj-lt"/>
              </a:rPr>
              <a:t>	</a:t>
            </a:r>
            <a:endParaRPr lang="vi-VN" sz="1600" dirty="0">
              <a:solidFill>
                <a:srgbClr val="0070C0"/>
              </a:solidFill>
              <a:latin typeface="+mj-lt"/>
            </a:endParaRPr>
          </a:p>
          <a:p>
            <a:pPr marL="0" indent="0" algn="just">
              <a:buNone/>
            </a:pPr>
            <a:endParaRPr lang="vi-VN" sz="1600" dirty="0"/>
          </a:p>
        </p:txBody>
      </p:sp>
    </p:spTree>
    <p:extLst>
      <p:ext uri="{BB962C8B-B14F-4D97-AF65-F5344CB8AC3E}">
        <p14:creationId xmlns:p14="http://schemas.microsoft.com/office/powerpoint/2010/main" val="36111729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13311" y="982642"/>
            <a:ext cx="5013960" cy="369332"/>
          </a:xfrm>
          <a:prstGeom prst="rect">
            <a:avLst/>
          </a:prstGeom>
        </p:spPr>
        <p:txBody>
          <a:bodyPr wrap="square">
            <a:spAutoFit/>
          </a:bodyPr>
          <a:lstStyle/>
          <a:p>
            <a:pPr lvl="0"/>
            <a:r>
              <a:rPr lang="vi-VN" b="1" dirty="0">
                <a:solidFill>
                  <a:srgbClr val="FF0000"/>
                </a:solidFill>
              </a:rPr>
              <a:t>Quy định học trực tuyến đối với sinh viê</a:t>
            </a:r>
            <a:r>
              <a:rPr lang="en-US" b="1" dirty="0">
                <a:solidFill>
                  <a:srgbClr val="FF0000"/>
                </a:solidFill>
              </a:rPr>
              <a:t>n</a:t>
            </a:r>
            <a:endParaRPr lang="en-SG" dirty="0">
              <a:solidFill>
                <a:srgbClr val="FF0000"/>
              </a:solidFill>
            </a:endParaRPr>
          </a:p>
        </p:txBody>
      </p:sp>
      <p:sp>
        <p:nvSpPr>
          <p:cNvPr id="6" name="Content Placeholder 2">
            <a:extLst>
              <a:ext uri="{FF2B5EF4-FFF2-40B4-BE49-F238E27FC236}">
                <a16:creationId xmlns:a16="http://schemas.microsoft.com/office/drawing/2014/main" xmlns="" id="{B1778988-32E8-4E66-B27B-C498EE184E34}"/>
              </a:ext>
            </a:extLst>
          </p:cNvPr>
          <p:cNvSpPr>
            <a:spLocks noGrp="1"/>
          </p:cNvSpPr>
          <p:nvPr>
            <p:ph sz="quarter" idx="4294967295"/>
          </p:nvPr>
        </p:nvSpPr>
        <p:spPr>
          <a:xfrm>
            <a:off x="1861457" y="1518556"/>
            <a:ext cx="9258300" cy="4949371"/>
          </a:xfrm>
          <a:prstGeom prst="rect">
            <a:avLst/>
          </a:prstGeom>
        </p:spPr>
        <p:txBody>
          <a:bodyPr>
            <a:normAutofit/>
          </a:bodyPr>
          <a:lstStyle/>
          <a:p>
            <a:pPr marL="0" indent="0" algn="just">
              <a:buNone/>
            </a:pPr>
            <a:r>
              <a:rPr lang="vi-VN" sz="1600" dirty="0" smtClean="0">
                <a:solidFill>
                  <a:srgbClr val="0070C0"/>
                </a:solidFill>
              </a:rPr>
              <a:t>Khi tham gia lớp học trực tuyến phải</a:t>
            </a:r>
            <a:r>
              <a:rPr lang="en-US" sz="1600" dirty="0" smtClean="0">
                <a:solidFill>
                  <a:srgbClr val="0070C0"/>
                </a:solidFill>
              </a:rPr>
              <a:t>:</a:t>
            </a:r>
          </a:p>
          <a:p>
            <a:pPr marL="285750" indent="-285750" algn="just">
              <a:buFont typeface="Arial" pitchFamily="34" charset="0"/>
              <a:buChar char="•"/>
            </a:pPr>
            <a:r>
              <a:rPr lang="en-US" sz="1600" dirty="0" smtClean="0">
                <a:solidFill>
                  <a:srgbClr val="0070C0"/>
                </a:solidFill>
              </a:rPr>
              <a:t>T</a:t>
            </a:r>
            <a:r>
              <a:rPr lang="vi-VN" sz="1600" dirty="0" smtClean="0">
                <a:solidFill>
                  <a:srgbClr val="0070C0"/>
                </a:solidFill>
              </a:rPr>
              <a:t>heo dõi quá trình giảng dạy</a:t>
            </a:r>
            <a:endParaRPr lang="en-US" sz="1600" dirty="0" smtClean="0">
              <a:solidFill>
                <a:srgbClr val="0070C0"/>
              </a:solidFill>
            </a:endParaRPr>
          </a:p>
          <a:p>
            <a:pPr marL="285750" indent="-285750" algn="just">
              <a:buFont typeface="Arial" pitchFamily="34" charset="0"/>
              <a:buChar char="•"/>
            </a:pPr>
            <a:r>
              <a:rPr lang="en-US" sz="1600" dirty="0" smtClean="0">
                <a:solidFill>
                  <a:srgbClr val="0070C0"/>
                </a:solidFill>
              </a:rPr>
              <a:t>T</a:t>
            </a:r>
            <a:r>
              <a:rPr lang="vi-VN" sz="1600" dirty="0" smtClean="0">
                <a:solidFill>
                  <a:srgbClr val="0070C0"/>
                </a:solidFill>
              </a:rPr>
              <a:t>ương tác với giảng viên</a:t>
            </a:r>
            <a:endParaRPr lang="en-US" sz="1600" dirty="0" smtClean="0">
              <a:solidFill>
                <a:srgbClr val="0070C0"/>
              </a:solidFill>
            </a:endParaRPr>
          </a:p>
          <a:p>
            <a:pPr marL="285750" indent="-285750" algn="just">
              <a:buFont typeface="Arial" pitchFamily="34" charset="0"/>
              <a:buChar char="•"/>
            </a:pPr>
            <a:r>
              <a:rPr lang="en-US" sz="1600" dirty="0" smtClean="0">
                <a:solidFill>
                  <a:srgbClr val="0070C0"/>
                </a:solidFill>
              </a:rPr>
              <a:t>Đ</a:t>
            </a:r>
            <a:r>
              <a:rPr lang="vi-VN" sz="1600" dirty="0" smtClean="0">
                <a:solidFill>
                  <a:srgbClr val="0070C0"/>
                </a:solidFill>
              </a:rPr>
              <a:t>ược phép đặt câu hỏi qua hộp thoại Chat </a:t>
            </a:r>
            <a:endParaRPr lang="en-US" sz="1600" dirty="0" smtClean="0">
              <a:solidFill>
                <a:srgbClr val="0070C0"/>
              </a:solidFill>
            </a:endParaRPr>
          </a:p>
          <a:p>
            <a:pPr marL="285750" indent="-285750" algn="just">
              <a:buFont typeface="Arial" pitchFamily="34" charset="0"/>
              <a:buChar char="•"/>
            </a:pPr>
            <a:r>
              <a:rPr lang="en-US" sz="1600" dirty="0" smtClean="0">
                <a:solidFill>
                  <a:srgbClr val="0070C0"/>
                </a:solidFill>
              </a:rPr>
              <a:t>V</a:t>
            </a:r>
            <a:r>
              <a:rPr lang="vi-VN" sz="1600" dirty="0" smtClean="0">
                <a:solidFill>
                  <a:srgbClr val="0070C0"/>
                </a:solidFill>
              </a:rPr>
              <a:t>à trả lời khi được yêu cầu qua hộp thoại Chat hoặc mở Micro. </a:t>
            </a:r>
            <a:endParaRPr lang="en-US" sz="1600" dirty="0" smtClean="0">
              <a:solidFill>
                <a:srgbClr val="0070C0"/>
              </a:solidFill>
            </a:endParaRPr>
          </a:p>
          <a:p>
            <a:pPr marL="285750" indent="-285750" algn="just">
              <a:buFont typeface="Arial" pitchFamily="34" charset="0"/>
              <a:buChar char="•"/>
            </a:pPr>
            <a:r>
              <a:rPr lang="vi-VN" sz="1600" dirty="0" smtClean="0">
                <a:solidFill>
                  <a:srgbClr val="0070C0"/>
                </a:solidFill>
              </a:rPr>
              <a:t>Nếu giảng viên gọi tên</a:t>
            </a:r>
            <a:r>
              <a:rPr lang="vi-VN" sz="1600" dirty="0" smtClean="0"/>
              <a:t> </a:t>
            </a:r>
            <a:r>
              <a:rPr lang="vi-VN" sz="1600" b="1" dirty="0" smtClean="0">
                <a:solidFill>
                  <a:srgbClr val="FF0000"/>
                </a:solidFill>
              </a:rPr>
              <a:t>2 lần để trao đổi mà sinh viên không có mặt</a:t>
            </a:r>
            <a:r>
              <a:rPr lang="vi-VN" sz="1600" dirty="0" smtClean="0"/>
              <a:t>, </a:t>
            </a:r>
            <a:r>
              <a:rPr lang="vi-VN" sz="1600" dirty="0" smtClean="0">
                <a:solidFill>
                  <a:srgbClr val="0070C0"/>
                </a:solidFill>
              </a:rPr>
              <a:t>thì coi như không tham gia buổi học.</a:t>
            </a:r>
            <a:endParaRPr lang="en-US" sz="1600" dirty="0" smtClean="0">
              <a:solidFill>
                <a:srgbClr val="0070C0"/>
              </a:solidFill>
            </a:endParaRPr>
          </a:p>
          <a:p>
            <a:pPr marL="0" indent="0" algn="just">
              <a:buNone/>
            </a:pPr>
            <a:r>
              <a:rPr lang="vi-VN" sz="1600" dirty="0" smtClean="0">
                <a:solidFill>
                  <a:srgbClr val="0070C0"/>
                </a:solidFill>
              </a:rPr>
              <a:t>Khi tương tác với giảng viên</a:t>
            </a:r>
            <a:r>
              <a:rPr lang="en-US" sz="1600" dirty="0" smtClean="0">
                <a:solidFill>
                  <a:srgbClr val="0070C0"/>
                </a:solidFill>
              </a:rPr>
              <a:t>:</a:t>
            </a:r>
            <a:r>
              <a:rPr lang="vi-VN" sz="1600" dirty="0" smtClean="0">
                <a:solidFill>
                  <a:srgbClr val="0070C0"/>
                </a:solidFill>
              </a:rPr>
              <a:t> </a:t>
            </a:r>
            <a:endParaRPr lang="en-US" sz="1600" dirty="0" smtClean="0">
              <a:solidFill>
                <a:srgbClr val="0070C0"/>
              </a:solidFill>
            </a:endParaRPr>
          </a:p>
          <a:p>
            <a:pPr marL="285750" indent="-285750" algn="just">
              <a:buFont typeface="Arial" pitchFamily="34" charset="0"/>
              <a:buChar char="•"/>
            </a:pPr>
            <a:r>
              <a:rPr lang="en-US" sz="1600" dirty="0" smtClean="0">
                <a:solidFill>
                  <a:srgbClr val="0070C0"/>
                </a:solidFill>
              </a:rPr>
              <a:t>P</a:t>
            </a:r>
            <a:r>
              <a:rPr lang="vi-VN" sz="1600" dirty="0" smtClean="0">
                <a:solidFill>
                  <a:srgbClr val="0070C0"/>
                </a:solidFill>
              </a:rPr>
              <a:t>hải có thái độ đúng mực</a:t>
            </a:r>
            <a:endParaRPr lang="en-US" sz="1600" dirty="0" smtClean="0">
              <a:solidFill>
                <a:srgbClr val="0070C0"/>
              </a:solidFill>
            </a:endParaRPr>
          </a:p>
          <a:p>
            <a:pPr marL="285750" indent="-285750" algn="just">
              <a:buFont typeface="Arial" pitchFamily="34" charset="0"/>
              <a:buChar char="•"/>
            </a:pPr>
            <a:r>
              <a:rPr lang="en-US" sz="1600" dirty="0" smtClean="0">
                <a:solidFill>
                  <a:srgbClr val="0070C0"/>
                </a:solidFill>
              </a:rPr>
              <a:t>T</a:t>
            </a:r>
            <a:r>
              <a:rPr lang="vi-VN" sz="1600" dirty="0" smtClean="0">
                <a:solidFill>
                  <a:srgbClr val="0070C0"/>
                </a:solidFill>
              </a:rPr>
              <a:t>rung thực, sử dụng ngôn từ phải lịch sự</a:t>
            </a:r>
            <a:endParaRPr lang="en-US" sz="1600" dirty="0" smtClean="0">
              <a:solidFill>
                <a:srgbClr val="0070C0"/>
              </a:solidFill>
            </a:endParaRPr>
          </a:p>
          <a:p>
            <a:pPr marL="285750" indent="-285750" algn="just">
              <a:buFont typeface="Arial" pitchFamily="34" charset="0"/>
              <a:buChar char="•"/>
            </a:pPr>
            <a:r>
              <a:rPr lang="vi-VN" sz="1600" dirty="0" smtClean="0">
                <a:solidFill>
                  <a:srgbClr val="0070C0"/>
                </a:solidFill>
              </a:rPr>
              <a:t> </a:t>
            </a:r>
            <a:r>
              <a:rPr lang="en-US" sz="1600" dirty="0" smtClean="0">
                <a:solidFill>
                  <a:srgbClr val="0070C0"/>
                </a:solidFill>
              </a:rPr>
              <a:t>C</a:t>
            </a:r>
            <a:r>
              <a:rPr lang="vi-VN" sz="1600" dirty="0" smtClean="0">
                <a:solidFill>
                  <a:srgbClr val="0070C0"/>
                </a:solidFill>
              </a:rPr>
              <a:t>huẩn mực và chỉ hỏi các nội dung liên quan đến bài học</a:t>
            </a:r>
            <a:endParaRPr lang="en-US" sz="1600" dirty="0" smtClean="0">
              <a:solidFill>
                <a:srgbClr val="0070C0"/>
              </a:solidFill>
            </a:endParaRPr>
          </a:p>
          <a:p>
            <a:pPr marL="285750" indent="-285750" algn="just">
              <a:buFont typeface="Arial" pitchFamily="34" charset="0"/>
              <a:buChar char="•"/>
            </a:pPr>
            <a:r>
              <a:rPr lang="vi-VN" sz="1600" dirty="0" smtClean="0">
                <a:solidFill>
                  <a:srgbClr val="0070C0"/>
                </a:solidFill>
              </a:rPr>
              <a:t> </a:t>
            </a:r>
            <a:r>
              <a:rPr lang="en-US" sz="1600" dirty="0" smtClean="0">
                <a:solidFill>
                  <a:srgbClr val="0070C0"/>
                </a:solidFill>
              </a:rPr>
              <a:t>K</a:t>
            </a:r>
            <a:r>
              <a:rPr lang="vi-VN" sz="1600" dirty="0" smtClean="0">
                <a:solidFill>
                  <a:srgbClr val="0070C0"/>
                </a:solidFill>
              </a:rPr>
              <a:t>hông hỏi các nội dung liên quan đến các lĩnh vực khác</a:t>
            </a:r>
            <a:endParaRPr lang="en-US" sz="1600" dirty="0" smtClean="0">
              <a:solidFill>
                <a:srgbClr val="0070C0"/>
              </a:solidFill>
            </a:endParaRPr>
          </a:p>
          <a:p>
            <a:pPr marL="0" indent="0" algn="just">
              <a:buNone/>
            </a:pPr>
            <a:endParaRPr lang="vi-VN" dirty="0">
              <a:solidFill>
                <a:srgbClr val="0070C0"/>
              </a:solidFill>
            </a:endParaRPr>
          </a:p>
          <a:p>
            <a:pPr marL="0" indent="0" algn="just">
              <a:buNone/>
            </a:pPr>
            <a:endParaRPr lang="vi-VN" dirty="0"/>
          </a:p>
        </p:txBody>
      </p:sp>
    </p:spTree>
    <p:extLst>
      <p:ext uri="{BB962C8B-B14F-4D97-AF65-F5344CB8AC3E}">
        <p14:creationId xmlns:p14="http://schemas.microsoft.com/office/powerpoint/2010/main" val="16386307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778988-32E8-4E66-B27B-C498EE184E34}"/>
              </a:ext>
            </a:extLst>
          </p:cNvPr>
          <p:cNvSpPr>
            <a:spLocks noGrp="1"/>
          </p:cNvSpPr>
          <p:nvPr>
            <p:ph sz="quarter" idx="4294967295"/>
          </p:nvPr>
        </p:nvSpPr>
        <p:spPr>
          <a:xfrm>
            <a:off x="728662" y="1091696"/>
            <a:ext cx="10734675" cy="5118604"/>
          </a:xfrm>
          <a:prstGeom prst="rect">
            <a:avLst/>
          </a:prstGeom>
        </p:spPr>
        <p:txBody>
          <a:bodyPr>
            <a:normAutofit fontScale="92500" lnSpcReduction="10000"/>
          </a:bodyPr>
          <a:lstStyle/>
          <a:p>
            <a:pPr marL="0" indent="0" algn="ctr">
              <a:buNone/>
            </a:pPr>
            <a:r>
              <a:rPr lang="vi-VN" sz="2400" b="1" dirty="0">
                <a:solidFill>
                  <a:srgbClr val="FF0000"/>
                </a:solidFill>
              </a:rPr>
              <a:t>Về trang phục, lễ tiết, tác phong của sinh viên khi tham gia học trực tuyến</a:t>
            </a:r>
          </a:p>
          <a:p>
            <a:pPr marL="0" indent="0" algn="ctr">
              <a:buNone/>
            </a:pPr>
            <a:endParaRPr lang="vi-VN" sz="2400" b="1" dirty="0">
              <a:solidFill>
                <a:srgbClr val="FF0000"/>
              </a:solidFill>
            </a:endParaRPr>
          </a:p>
          <a:p>
            <a:pPr algn="just">
              <a:buFontTx/>
              <a:buChar char="-"/>
            </a:pPr>
            <a:r>
              <a:rPr lang="vi-VN" sz="2400" dirty="0">
                <a:solidFill>
                  <a:srgbClr val="0070C0"/>
                </a:solidFill>
              </a:rPr>
              <a:t>Quần áo phải lịch sự, chỉnh tề (quần dài, áo có tay)</a:t>
            </a:r>
          </a:p>
          <a:p>
            <a:pPr marL="0" indent="0" algn="just">
              <a:buNone/>
            </a:pPr>
            <a:endParaRPr lang="vi-VN" sz="2400" dirty="0">
              <a:solidFill>
                <a:srgbClr val="0070C0"/>
              </a:solidFill>
            </a:endParaRPr>
          </a:p>
          <a:p>
            <a:pPr algn="just">
              <a:buFontTx/>
              <a:buChar char="-"/>
            </a:pPr>
            <a:r>
              <a:rPr lang="vi-VN" sz="2400" dirty="0">
                <a:solidFill>
                  <a:srgbClr val="0070C0"/>
                </a:solidFill>
              </a:rPr>
              <a:t>Tác phong, tư thế học ngay ngắn: </a:t>
            </a:r>
          </a:p>
          <a:p>
            <a:pPr marL="0" indent="0" algn="just">
              <a:buNone/>
            </a:pPr>
            <a:r>
              <a:rPr lang="vi-VN" sz="2400" dirty="0">
                <a:solidFill>
                  <a:schemeClr val="accent5">
                    <a:lumMod val="75000"/>
                  </a:schemeClr>
                </a:solidFill>
              </a:rPr>
              <a:t>+ Sinh viên có nơi học đảm bảo điều kiện học tập.</a:t>
            </a:r>
          </a:p>
          <a:p>
            <a:pPr marL="0" indent="0" algn="just">
              <a:buNone/>
            </a:pPr>
            <a:r>
              <a:rPr lang="vi-VN" sz="2400" dirty="0">
                <a:solidFill>
                  <a:schemeClr val="accent5">
                    <a:lumMod val="75000"/>
                  </a:schemeClr>
                </a:solidFill>
              </a:rPr>
              <a:t>+ Sinh viên phải ngồi học nghiêm túc.</a:t>
            </a:r>
          </a:p>
          <a:p>
            <a:pPr marL="0" indent="0" algn="just">
              <a:buNone/>
            </a:pPr>
            <a:r>
              <a:rPr lang="vi-VN" sz="2400" dirty="0">
                <a:solidFill>
                  <a:schemeClr val="accent5">
                    <a:lumMod val="75000"/>
                  </a:schemeClr>
                </a:solidFill>
              </a:rPr>
              <a:t>+ Sinh viên phải chủ động </a:t>
            </a:r>
            <a:r>
              <a:rPr lang="en-US" sz="2400" dirty="0" err="1">
                <a:solidFill>
                  <a:schemeClr val="accent5">
                    <a:lumMod val="75000"/>
                  </a:schemeClr>
                </a:solidFill>
              </a:rPr>
              <a:t>ghi</a:t>
            </a:r>
            <a:r>
              <a:rPr lang="en-US" sz="2400" dirty="0">
                <a:solidFill>
                  <a:schemeClr val="accent5">
                    <a:lumMod val="75000"/>
                  </a:schemeClr>
                </a:solidFill>
              </a:rPr>
              <a:t> </a:t>
            </a:r>
            <a:r>
              <a:rPr lang="en-US" sz="2400" dirty="0" err="1">
                <a:solidFill>
                  <a:schemeClr val="accent5">
                    <a:lumMod val="75000"/>
                  </a:schemeClr>
                </a:solidFill>
              </a:rPr>
              <a:t>chép</a:t>
            </a:r>
            <a:r>
              <a:rPr lang="en-US" sz="2400" dirty="0">
                <a:solidFill>
                  <a:schemeClr val="accent5">
                    <a:lumMod val="75000"/>
                  </a:schemeClr>
                </a:solidFill>
              </a:rPr>
              <a:t> – </a:t>
            </a:r>
            <a:r>
              <a:rPr lang="en-US" sz="2400" dirty="0" err="1">
                <a:solidFill>
                  <a:schemeClr val="accent5">
                    <a:lumMod val="75000"/>
                  </a:schemeClr>
                </a:solidFill>
              </a:rPr>
              <a:t>lưu</a:t>
            </a:r>
            <a:r>
              <a:rPr lang="en-US" sz="2400" dirty="0">
                <a:solidFill>
                  <a:schemeClr val="accent5">
                    <a:lumMod val="75000"/>
                  </a:schemeClr>
                </a:solidFill>
              </a:rPr>
              <a:t> </a:t>
            </a:r>
            <a:r>
              <a:rPr lang="en-US" sz="2400" dirty="0" err="1">
                <a:solidFill>
                  <a:schemeClr val="accent5">
                    <a:lumMod val="75000"/>
                  </a:schemeClr>
                </a:solidFill>
              </a:rPr>
              <a:t>trữ</a:t>
            </a:r>
            <a:r>
              <a:rPr lang="en-US" sz="2400" dirty="0">
                <a:solidFill>
                  <a:schemeClr val="accent5">
                    <a:lumMod val="75000"/>
                  </a:schemeClr>
                </a:solidFill>
              </a:rPr>
              <a:t> </a:t>
            </a:r>
            <a:r>
              <a:rPr lang="en-US" sz="2400" dirty="0" err="1">
                <a:solidFill>
                  <a:schemeClr val="accent5">
                    <a:lumMod val="75000"/>
                  </a:schemeClr>
                </a:solidFill>
              </a:rPr>
              <a:t>nội</a:t>
            </a:r>
            <a:r>
              <a:rPr lang="en-US" sz="2400" dirty="0">
                <a:solidFill>
                  <a:schemeClr val="accent5">
                    <a:lumMod val="75000"/>
                  </a:schemeClr>
                </a:solidFill>
              </a:rPr>
              <a:t> dung </a:t>
            </a:r>
            <a:r>
              <a:rPr lang="en-US" sz="2400" dirty="0" err="1">
                <a:solidFill>
                  <a:schemeClr val="accent5">
                    <a:lumMod val="75000"/>
                  </a:schemeClr>
                </a:solidFill>
              </a:rPr>
              <a:t>học</a:t>
            </a:r>
            <a:r>
              <a:rPr lang="en-US" sz="2400" dirty="0">
                <a:solidFill>
                  <a:schemeClr val="accent5">
                    <a:lumMod val="75000"/>
                  </a:schemeClr>
                </a:solidFill>
              </a:rPr>
              <a:t> </a:t>
            </a:r>
            <a:r>
              <a:rPr lang="en-US" sz="2400" dirty="0" err="1">
                <a:solidFill>
                  <a:schemeClr val="accent5">
                    <a:lumMod val="75000"/>
                  </a:schemeClr>
                </a:solidFill>
              </a:rPr>
              <a:t>tập</a:t>
            </a:r>
            <a:r>
              <a:rPr lang="en-US" sz="2400" dirty="0">
                <a:solidFill>
                  <a:schemeClr val="accent5">
                    <a:lumMod val="75000"/>
                  </a:schemeClr>
                </a:solidFill>
              </a:rPr>
              <a:t> </a:t>
            </a:r>
            <a:r>
              <a:rPr lang="en-US" sz="2400" dirty="0" err="1">
                <a:solidFill>
                  <a:schemeClr val="accent5">
                    <a:lumMod val="75000"/>
                  </a:schemeClr>
                </a:solidFill>
              </a:rPr>
              <a:t>bằng</a:t>
            </a:r>
            <a:r>
              <a:rPr lang="en-US" sz="2400" dirty="0">
                <a:solidFill>
                  <a:schemeClr val="accent5">
                    <a:lumMod val="75000"/>
                  </a:schemeClr>
                </a:solidFill>
              </a:rPr>
              <a:t> </a:t>
            </a:r>
            <a:r>
              <a:rPr lang="en-US" sz="2400" dirty="0" err="1">
                <a:solidFill>
                  <a:schemeClr val="accent5">
                    <a:lumMod val="75000"/>
                  </a:schemeClr>
                </a:solidFill>
              </a:rPr>
              <a:t>các</a:t>
            </a:r>
            <a:r>
              <a:rPr lang="en-US" sz="2400" dirty="0">
                <a:solidFill>
                  <a:schemeClr val="accent5">
                    <a:lumMod val="75000"/>
                  </a:schemeClr>
                </a:solidFill>
              </a:rPr>
              <a:t> </a:t>
            </a:r>
            <a:r>
              <a:rPr lang="en-US" sz="2400" dirty="0" err="1">
                <a:solidFill>
                  <a:schemeClr val="accent5">
                    <a:lumMod val="75000"/>
                  </a:schemeClr>
                </a:solidFill>
              </a:rPr>
              <a:t>phương</a:t>
            </a:r>
            <a:r>
              <a:rPr lang="en-US" sz="2400" dirty="0">
                <a:solidFill>
                  <a:schemeClr val="accent5">
                    <a:lumMod val="75000"/>
                  </a:schemeClr>
                </a:solidFill>
              </a:rPr>
              <a:t> </a:t>
            </a:r>
            <a:r>
              <a:rPr lang="en-US" sz="2400" dirty="0" err="1">
                <a:solidFill>
                  <a:schemeClr val="accent5">
                    <a:lumMod val="75000"/>
                  </a:schemeClr>
                </a:solidFill>
              </a:rPr>
              <a:t>tiện</a:t>
            </a:r>
            <a:r>
              <a:rPr lang="en-US" sz="2400" dirty="0">
                <a:solidFill>
                  <a:schemeClr val="accent5">
                    <a:lumMod val="75000"/>
                  </a:schemeClr>
                </a:solidFill>
              </a:rPr>
              <a:t> </a:t>
            </a:r>
            <a:r>
              <a:rPr lang="en-US" sz="2400" dirty="0" err="1">
                <a:solidFill>
                  <a:schemeClr val="accent5">
                    <a:lumMod val="75000"/>
                  </a:schemeClr>
                </a:solidFill>
              </a:rPr>
              <a:t>nhằm</a:t>
            </a:r>
            <a:r>
              <a:rPr lang="en-US" sz="2400" dirty="0">
                <a:solidFill>
                  <a:schemeClr val="accent5">
                    <a:lumMod val="75000"/>
                  </a:schemeClr>
                </a:solidFill>
              </a:rPr>
              <a:t> </a:t>
            </a:r>
            <a:r>
              <a:rPr lang="en-US" sz="2400" dirty="0" err="1">
                <a:solidFill>
                  <a:schemeClr val="accent5">
                    <a:lumMod val="75000"/>
                  </a:schemeClr>
                </a:solidFill>
              </a:rPr>
              <a:t>đảm</a:t>
            </a:r>
            <a:r>
              <a:rPr lang="en-US" sz="2400" dirty="0">
                <a:solidFill>
                  <a:schemeClr val="accent5">
                    <a:lumMod val="75000"/>
                  </a:schemeClr>
                </a:solidFill>
              </a:rPr>
              <a:t> </a:t>
            </a:r>
            <a:r>
              <a:rPr lang="en-US" sz="2400" dirty="0" err="1">
                <a:solidFill>
                  <a:schemeClr val="accent5">
                    <a:lumMod val="75000"/>
                  </a:schemeClr>
                </a:solidFill>
              </a:rPr>
              <a:t>bảo</a:t>
            </a:r>
            <a:r>
              <a:rPr lang="en-US" sz="2400" dirty="0">
                <a:solidFill>
                  <a:schemeClr val="accent5">
                    <a:lumMod val="75000"/>
                  </a:schemeClr>
                </a:solidFill>
              </a:rPr>
              <a:t> </a:t>
            </a:r>
            <a:r>
              <a:rPr lang="en-US" sz="2400" dirty="0" err="1">
                <a:solidFill>
                  <a:schemeClr val="accent5">
                    <a:lumMod val="75000"/>
                  </a:schemeClr>
                </a:solidFill>
              </a:rPr>
              <a:t>chất</a:t>
            </a:r>
            <a:r>
              <a:rPr lang="en-US" sz="2400" dirty="0">
                <a:solidFill>
                  <a:schemeClr val="accent5">
                    <a:lumMod val="75000"/>
                  </a:schemeClr>
                </a:solidFill>
              </a:rPr>
              <a:t> </a:t>
            </a:r>
            <a:r>
              <a:rPr lang="en-US" sz="2400" dirty="0" err="1">
                <a:solidFill>
                  <a:schemeClr val="accent5">
                    <a:lumMod val="75000"/>
                  </a:schemeClr>
                </a:solidFill>
              </a:rPr>
              <a:t>lượng</a:t>
            </a:r>
            <a:r>
              <a:rPr lang="en-US" sz="2400" dirty="0">
                <a:solidFill>
                  <a:schemeClr val="accent5">
                    <a:lumMod val="75000"/>
                  </a:schemeClr>
                </a:solidFill>
              </a:rPr>
              <a:t> </a:t>
            </a:r>
            <a:r>
              <a:rPr lang="en-US" sz="2400" dirty="0" err="1">
                <a:solidFill>
                  <a:schemeClr val="accent5">
                    <a:lumMod val="75000"/>
                  </a:schemeClr>
                </a:solidFill>
              </a:rPr>
              <a:t>học</a:t>
            </a:r>
            <a:r>
              <a:rPr lang="en-US" sz="2400" dirty="0">
                <a:solidFill>
                  <a:schemeClr val="accent5">
                    <a:lumMod val="75000"/>
                  </a:schemeClr>
                </a:solidFill>
              </a:rPr>
              <a:t> </a:t>
            </a:r>
            <a:r>
              <a:rPr lang="en-US" sz="2400" dirty="0" err="1">
                <a:solidFill>
                  <a:schemeClr val="accent5">
                    <a:lumMod val="75000"/>
                  </a:schemeClr>
                </a:solidFill>
              </a:rPr>
              <a:t>tập</a:t>
            </a:r>
            <a:r>
              <a:rPr lang="en-US" sz="2400" dirty="0">
                <a:solidFill>
                  <a:schemeClr val="accent5">
                    <a:lumMod val="75000"/>
                  </a:schemeClr>
                </a:solidFill>
              </a:rPr>
              <a:t>.</a:t>
            </a:r>
            <a:endParaRPr lang="vi-VN" sz="2400" dirty="0">
              <a:solidFill>
                <a:schemeClr val="accent5">
                  <a:lumMod val="75000"/>
                </a:schemeClr>
              </a:solidFill>
            </a:endParaRPr>
          </a:p>
          <a:p>
            <a:pPr marL="0" indent="0" algn="just">
              <a:buNone/>
            </a:pPr>
            <a:r>
              <a:rPr lang="vi-VN" sz="2400" dirty="0">
                <a:solidFill>
                  <a:schemeClr val="accent5">
                    <a:lumMod val="75000"/>
                  </a:schemeClr>
                </a:solidFill>
              </a:rPr>
              <a:t>+ Khi tương tác với giảng viên phải lễ phép báo cáo, xưng h</a:t>
            </a:r>
            <a:r>
              <a:rPr lang="en-US" sz="2400" dirty="0">
                <a:solidFill>
                  <a:schemeClr val="accent5">
                    <a:lumMod val="75000"/>
                  </a:schemeClr>
                </a:solidFill>
              </a:rPr>
              <a:t>ô</a:t>
            </a:r>
            <a:r>
              <a:rPr lang="vi-VN" sz="2400" dirty="0">
                <a:solidFill>
                  <a:schemeClr val="accent5">
                    <a:lumMod val="75000"/>
                  </a:schemeClr>
                </a:solidFill>
              </a:rPr>
              <a:t>.</a:t>
            </a:r>
            <a:endParaRPr lang="en-US" sz="2400" dirty="0">
              <a:solidFill>
                <a:schemeClr val="accent5">
                  <a:lumMod val="75000"/>
                </a:schemeClr>
              </a:solidFill>
            </a:endParaRPr>
          </a:p>
          <a:p>
            <a:pPr marL="0" indent="0" algn="just">
              <a:buNone/>
            </a:pPr>
            <a:endParaRPr lang="vi-VN" sz="2400" dirty="0"/>
          </a:p>
          <a:p>
            <a:pPr algn="just">
              <a:buFontTx/>
              <a:buChar char="-"/>
            </a:pPr>
            <a:r>
              <a:rPr lang="vi-VN" sz="2400" dirty="0">
                <a:solidFill>
                  <a:srgbClr val="0070C0"/>
                </a:solidFill>
              </a:rPr>
              <a:t>Các trường hợp quấy rối, mất trật tự trong lớp học tùy theo mức độ sẽ xử lý theo quy định của Trung tâm</a:t>
            </a:r>
          </a:p>
        </p:txBody>
      </p:sp>
    </p:spTree>
    <p:extLst>
      <p:ext uri="{BB962C8B-B14F-4D97-AF65-F5344CB8AC3E}">
        <p14:creationId xmlns:p14="http://schemas.microsoft.com/office/powerpoint/2010/main" val="11528959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CC53697-E960-4D92-9D33-8CA8808D6043}"/>
              </a:ext>
            </a:extLst>
          </p:cNvPr>
          <p:cNvSpPr>
            <a:spLocks noGrp="1"/>
          </p:cNvSpPr>
          <p:nvPr>
            <p:ph sz="quarter" idx="4294967295"/>
          </p:nvPr>
        </p:nvSpPr>
        <p:spPr>
          <a:xfrm>
            <a:off x="1603895" y="1898073"/>
            <a:ext cx="9749905" cy="5486400"/>
          </a:xfrm>
          <a:prstGeom prst="rect">
            <a:avLst/>
          </a:prstGeom>
        </p:spPr>
        <p:txBody>
          <a:bodyPr>
            <a:normAutofit/>
          </a:bodyPr>
          <a:lstStyle/>
          <a:p>
            <a:pPr marL="0" indent="0" algn="just">
              <a:buNone/>
            </a:pPr>
            <a:r>
              <a:rPr lang="vi-VN" b="1" dirty="0">
                <a:solidFill>
                  <a:srgbClr val="0070C0"/>
                </a:solidFill>
              </a:rPr>
              <a:t>Trong giờ giảng hoặc thảo luận tương tác</a:t>
            </a:r>
            <a:r>
              <a:rPr lang="en-US" b="1" dirty="0">
                <a:solidFill>
                  <a:srgbClr val="0070C0"/>
                </a:solidFill>
              </a:rPr>
              <a:t>:</a:t>
            </a:r>
          </a:p>
          <a:p>
            <a:pPr marL="285750" indent="-285750" algn="just">
              <a:buFont typeface="Wingdings" pitchFamily="2" charset="2"/>
              <a:buChar char="§"/>
            </a:pPr>
            <a:r>
              <a:rPr lang="en-US" sz="2000" dirty="0">
                <a:solidFill>
                  <a:srgbClr val="0070C0"/>
                </a:solidFill>
                <a:cs typeface="Arial" pitchFamily="34" charset="0"/>
              </a:rPr>
              <a:t>G</a:t>
            </a:r>
            <a:r>
              <a:rPr lang="vi-VN" sz="2000" dirty="0">
                <a:solidFill>
                  <a:srgbClr val="0070C0"/>
                </a:solidFill>
                <a:cs typeface="Arial" pitchFamily="34" charset="0"/>
              </a:rPr>
              <a:t>iảng viên sẽ điểm danh ít nhất một lần</a:t>
            </a:r>
            <a:endParaRPr lang="en-US" sz="2000" dirty="0">
              <a:solidFill>
                <a:srgbClr val="0070C0"/>
              </a:solidFill>
              <a:cs typeface="Arial" pitchFamily="34" charset="0"/>
            </a:endParaRPr>
          </a:p>
          <a:p>
            <a:pPr marL="285750" indent="-285750" algn="just">
              <a:buFont typeface="Wingdings" pitchFamily="2" charset="2"/>
              <a:buChar char="§"/>
            </a:pPr>
            <a:r>
              <a:rPr lang="en-US" sz="2000" dirty="0">
                <a:solidFill>
                  <a:srgbClr val="0070C0"/>
                </a:solidFill>
                <a:cs typeface="Arial" pitchFamily="34" charset="0"/>
              </a:rPr>
              <a:t>B</a:t>
            </a:r>
            <a:r>
              <a:rPr lang="vi-VN" sz="2000" dirty="0">
                <a:solidFill>
                  <a:srgbClr val="0070C0"/>
                </a:solidFill>
                <a:cs typeface="Arial" pitchFamily="34" charset="0"/>
              </a:rPr>
              <a:t>ằng cách yêu cầu sinh viên gõ </a:t>
            </a:r>
            <a:r>
              <a:rPr lang="vi-VN" sz="2400" b="1" dirty="0">
                <a:solidFill>
                  <a:srgbClr val="FF0000"/>
                </a:solidFill>
                <a:cs typeface="Arial" pitchFamily="34" charset="0"/>
              </a:rPr>
              <a:t>“có” vào hộp thoại Chat</a:t>
            </a:r>
            <a:r>
              <a:rPr lang="en-US" sz="2400" dirty="0">
                <a:solidFill>
                  <a:srgbClr val="FF0000"/>
                </a:solidFill>
                <a:cs typeface="Arial" pitchFamily="34" charset="0"/>
              </a:rPr>
              <a:t>.</a:t>
            </a:r>
            <a:r>
              <a:rPr lang="vi-VN" sz="2000" dirty="0">
                <a:cs typeface="Arial" pitchFamily="34" charset="0"/>
              </a:rPr>
              <a:t> </a:t>
            </a:r>
            <a:endParaRPr lang="en-US" sz="2000" dirty="0">
              <a:cs typeface="Arial" pitchFamily="34" charset="0"/>
            </a:endParaRPr>
          </a:p>
          <a:p>
            <a:pPr marL="0" indent="0" algn="just">
              <a:buNone/>
            </a:pPr>
            <a:r>
              <a:rPr lang="en-US" sz="2400" b="1" dirty="0">
                <a:solidFill>
                  <a:srgbClr val="0070C0"/>
                </a:solidFill>
                <a:cs typeface="Arial" pitchFamily="34" charset="0"/>
              </a:rPr>
              <a:t>K</a:t>
            </a:r>
            <a:r>
              <a:rPr lang="vi-VN" sz="2400" b="1" dirty="0">
                <a:solidFill>
                  <a:srgbClr val="0070C0"/>
                </a:solidFill>
                <a:cs typeface="Arial" pitchFamily="34" charset="0"/>
              </a:rPr>
              <a:t>ết thúc buổi học</a:t>
            </a:r>
            <a:r>
              <a:rPr lang="en-US" sz="2400" b="1" dirty="0">
                <a:solidFill>
                  <a:srgbClr val="0070C0"/>
                </a:solidFill>
                <a:cs typeface="Arial" pitchFamily="34" charset="0"/>
              </a:rPr>
              <a:t>:</a:t>
            </a:r>
          </a:p>
          <a:p>
            <a:pPr marL="285750" indent="-285750" algn="just">
              <a:buFont typeface="Wingdings" pitchFamily="2" charset="2"/>
              <a:buChar char="§"/>
            </a:pPr>
            <a:r>
              <a:rPr lang="en-US" sz="2000" dirty="0">
                <a:solidFill>
                  <a:srgbClr val="0070C0"/>
                </a:solidFill>
                <a:cs typeface="Arial" pitchFamily="34" charset="0"/>
              </a:rPr>
              <a:t>K</a:t>
            </a:r>
            <a:r>
              <a:rPr lang="vi-VN" sz="2000" dirty="0">
                <a:solidFill>
                  <a:srgbClr val="0070C0"/>
                </a:solidFill>
                <a:cs typeface="Arial" pitchFamily="34" charset="0"/>
              </a:rPr>
              <a:t>iểm tra nhận thức sinh viên bằng Google Form</a:t>
            </a:r>
            <a:endParaRPr lang="en-US" sz="2000" dirty="0">
              <a:solidFill>
                <a:srgbClr val="0070C0"/>
              </a:solidFill>
              <a:cs typeface="Arial" pitchFamily="34" charset="0"/>
            </a:endParaRPr>
          </a:p>
          <a:p>
            <a:pPr marL="285750" indent="-285750" algn="just">
              <a:buFont typeface="Wingdings" pitchFamily="2" charset="2"/>
              <a:buChar char="§"/>
            </a:pPr>
            <a:r>
              <a:rPr lang="en-US" sz="2000" dirty="0">
                <a:solidFill>
                  <a:srgbClr val="0070C0"/>
                </a:solidFill>
                <a:cs typeface="Arial" pitchFamily="34" charset="0"/>
              </a:rPr>
              <a:t>L</a:t>
            </a:r>
            <a:r>
              <a:rPr lang="vi-VN" sz="2000" dirty="0">
                <a:solidFill>
                  <a:srgbClr val="0070C0"/>
                </a:solidFill>
                <a:cs typeface="Arial" pitchFamily="34" charset="0"/>
              </a:rPr>
              <a:t>ink Form được gửi trực tiếp đến </a:t>
            </a:r>
            <a:r>
              <a:rPr lang="vi-VN" sz="2000" dirty="0" smtClean="0">
                <a:solidFill>
                  <a:srgbClr val="0070C0"/>
                </a:solidFill>
                <a:cs typeface="Arial" pitchFamily="34" charset="0"/>
              </a:rPr>
              <a:t> </a:t>
            </a:r>
            <a:r>
              <a:rPr lang="vi-VN" sz="2000" dirty="0">
                <a:solidFill>
                  <a:srgbClr val="0070C0"/>
                </a:solidFill>
                <a:cs typeface="Arial" pitchFamily="34" charset="0"/>
              </a:rPr>
              <a:t>sinh viên </a:t>
            </a:r>
            <a:r>
              <a:rPr lang="vi-VN" sz="2000" dirty="0" smtClean="0">
                <a:solidFill>
                  <a:srgbClr val="0070C0"/>
                </a:solidFill>
                <a:cs typeface="Arial" pitchFamily="34" charset="0"/>
              </a:rPr>
              <a:t>qua </a:t>
            </a:r>
            <a:r>
              <a:rPr lang="vi-VN" sz="2000" dirty="0">
                <a:solidFill>
                  <a:srgbClr val="0070C0"/>
                </a:solidFill>
                <a:cs typeface="Arial" pitchFamily="34" charset="0"/>
              </a:rPr>
              <a:t>hộp thoại Chat</a:t>
            </a:r>
            <a:r>
              <a:rPr lang="en-US" sz="2000" dirty="0">
                <a:solidFill>
                  <a:srgbClr val="0070C0"/>
                </a:solidFill>
                <a:cs typeface="Arial" pitchFamily="34" charset="0"/>
              </a:rPr>
              <a:t>.</a:t>
            </a:r>
          </a:p>
          <a:p>
            <a:pPr marL="0" indent="0" algn="just">
              <a:buNone/>
            </a:pPr>
            <a:endParaRPr lang="vi-VN" sz="4000" dirty="0"/>
          </a:p>
          <a:p>
            <a:pPr marL="0" indent="0" algn="just">
              <a:buNone/>
            </a:pPr>
            <a:endParaRPr lang="vi-VN" sz="4000" dirty="0"/>
          </a:p>
        </p:txBody>
      </p:sp>
      <p:sp>
        <p:nvSpPr>
          <p:cNvPr id="5" name="Rectangle 4"/>
          <p:cNvSpPr/>
          <p:nvPr/>
        </p:nvSpPr>
        <p:spPr>
          <a:xfrm>
            <a:off x="2963256" y="1250446"/>
            <a:ext cx="6265487" cy="461665"/>
          </a:xfrm>
          <a:prstGeom prst="rect">
            <a:avLst/>
          </a:prstGeom>
        </p:spPr>
        <p:txBody>
          <a:bodyPr wrap="square">
            <a:spAutoFit/>
          </a:bodyPr>
          <a:lstStyle/>
          <a:p>
            <a:pPr lvl="0" algn="ctr"/>
            <a:r>
              <a:rPr lang="vi-VN" sz="2400" b="1" dirty="0">
                <a:solidFill>
                  <a:srgbClr val="FF0000"/>
                </a:solidFill>
              </a:rPr>
              <a:t>Quy định học trực tuyến đối với sinh viê</a:t>
            </a:r>
            <a:r>
              <a:rPr lang="en-US" sz="2400" b="1" dirty="0">
                <a:solidFill>
                  <a:srgbClr val="FF0000"/>
                </a:solidFill>
              </a:rPr>
              <a:t>n</a:t>
            </a:r>
            <a:endParaRPr lang="en-SG" sz="2400" dirty="0">
              <a:solidFill>
                <a:srgbClr val="FF0000"/>
              </a:solidFill>
            </a:endParaRPr>
          </a:p>
        </p:txBody>
      </p:sp>
    </p:spTree>
    <p:extLst>
      <p:ext uri="{BB962C8B-B14F-4D97-AF65-F5344CB8AC3E}">
        <p14:creationId xmlns:p14="http://schemas.microsoft.com/office/powerpoint/2010/main" val="38800788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E3A3087-506E-4987-BE04-BDA059DD3D24}"/>
              </a:ext>
            </a:extLst>
          </p:cNvPr>
          <p:cNvSpPr>
            <a:spLocks noGrp="1"/>
          </p:cNvSpPr>
          <p:nvPr>
            <p:ph sz="quarter" idx="4294967295"/>
          </p:nvPr>
        </p:nvSpPr>
        <p:spPr>
          <a:xfrm>
            <a:off x="328773" y="1560786"/>
            <a:ext cx="11733087" cy="4956156"/>
          </a:xfrm>
          <a:prstGeom prst="rect">
            <a:avLst/>
          </a:prstGeom>
        </p:spPr>
        <p:txBody>
          <a:bodyPr>
            <a:normAutofit/>
          </a:bodyPr>
          <a:lstStyle/>
          <a:p>
            <a:pPr marL="0" indent="0" algn="just">
              <a:buNone/>
            </a:pPr>
            <a:r>
              <a:rPr lang="vi-VN" sz="2400" b="1" dirty="0">
                <a:solidFill>
                  <a:srgbClr val="FF0000"/>
                </a:solidFill>
                <a:cs typeface="Arial" pitchFamily="34" charset="0"/>
              </a:rPr>
              <a:t>Không được</a:t>
            </a:r>
            <a:r>
              <a:rPr lang="en-US" sz="2400" b="1" dirty="0">
                <a:solidFill>
                  <a:srgbClr val="FF0000"/>
                </a:solidFill>
                <a:cs typeface="Arial" pitchFamily="34" charset="0"/>
              </a:rPr>
              <a:t>:</a:t>
            </a:r>
          </a:p>
          <a:p>
            <a:pPr marL="342900" indent="-342900" algn="just">
              <a:buFont typeface="Wingdings" pitchFamily="2" charset="2"/>
              <a:buChar char="ü"/>
            </a:pPr>
            <a:r>
              <a:rPr lang="en-US" sz="2400" dirty="0">
                <a:solidFill>
                  <a:schemeClr val="accent1"/>
                </a:solidFill>
                <a:cs typeface="Arial" pitchFamily="34" charset="0"/>
              </a:rPr>
              <a:t>T</a:t>
            </a:r>
            <a:r>
              <a:rPr lang="vi-VN" sz="2400" dirty="0">
                <a:solidFill>
                  <a:schemeClr val="accent1"/>
                </a:solidFill>
                <a:cs typeface="Arial" pitchFamily="34" charset="0"/>
              </a:rPr>
              <a:t>ạo và phát tán phần mềm độc </a:t>
            </a:r>
            <a:r>
              <a:rPr lang="vi-VN" sz="2400" dirty="0" smtClean="0">
                <a:solidFill>
                  <a:schemeClr val="accent1"/>
                </a:solidFill>
                <a:cs typeface="Arial" pitchFamily="34" charset="0"/>
              </a:rPr>
              <a:t>hại</a:t>
            </a:r>
            <a:endParaRPr lang="en-US" sz="2400" dirty="0">
              <a:solidFill>
                <a:schemeClr val="accent1"/>
              </a:solidFill>
              <a:cs typeface="Arial" pitchFamily="34" charset="0"/>
            </a:endParaRPr>
          </a:p>
          <a:p>
            <a:pPr marL="285750" indent="-285750" algn="just">
              <a:buFont typeface="Wingdings" pitchFamily="2" charset="2"/>
              <a:buChar char="ü"/>
            </a:pPr>
            <a:r>
              <a:rPr lang="en-US" sz="2400" dirty="0">
                <a:solidFill>
                  <a:schemeClr val="accent1"/>
                </a:solidFill>
                <a:cs typeface="Arial" pitchFamily="34" charset="0"/>
              </a:rPr>
              <a:t>G</a:t>
            </a:r>
            <a:r>
              <a:rPr lang="vi-VN" sz="2400" dirty="0">
                <a:solidFill>
                  <a:schemeClr val="accent1"/>
                </a:solidFill>
                <a:cs typeface="Arial" pitchFamily="34" charset="0"/>
              </a:rPr>
              <a:t>hi hình, lưu trữ, phổ biến,... nội dung của bài giảng khi chưa có sự đồng ý của giảng viên.</a:t>
            </a:r>
            <a:endParaRPr lang="en-US" sz="2400" dirty="0">
              <a:solidFill>
                <a:schemeClr val="accent1"/>
              </a:solidFill>
              <a:cs typeface="Arial" pitchFamily="34" charset="0"/>
            </a:endParaRPr>
          </a:p>
          <a:p>
            <a:pPr marL="285750" indent="-285750" algn="just">
              <a:buFont typeface="Wingdings" pitchFamily="2" charset="2"/>
              <a:buChar char="ü"/>
            </a:pPr>
            <a:r>
              <a:rPr lang="en-US" sz="2400" dirty="0" err="1">
                <a:solidFill>
                  <a:schemeClr val="accent1"/>
                </a:solidFill>
                <a:cs typeface="Arial" pitchFamily="34" charset="0"/>
              </a:rPr>
              <a:t>Không</a:t>
            </a:r>
            <a:r>
              <a:rPr lang="en-US" sz="2400" dirty="0">
                <a:solidFill>
                  <a:schemeClr val="accent1"/>
                </a:solidFill>
                <a:cs typeface="Arial" pitchFamily="34" charset="0"/>
              </a:rPr>
              <a:t> </a:t>
            </a:r>
            <a:r>
              <a:rPr lang="en-US" sz="2400" dirty="0" err="1">
                <a:solidFill>
                  <a:schemeClr val="accent1"/>
                </a:solidFill>
                <a:cs typeface="Arial" pitchFamily="34" charset="0"/>
              </a:rPr>
              <a:t>được</a:t>
            </a:r>
            <a:r>
              <a:rPr lang="en-US" sz="2400" dirty="0">
                <a:solidFill>
                  <a:schemeClr val="accent1"/>
                </a:solidFill>
                <a:cs typeface="Arial" pitchFamily="34" charset="0"/>
              </a:rPr>
              <a:t> </a:t>
            </a:r>
            <a:r>
              <a:rPr lang="en-US" sz="2400" dirty="0" err="1">
                <a:solidFill>
                  <a:schemeClr val="accent1"/>
                </a:solidFill>
                <a:cs typeface="Arial" pitchFamily="34" charset="0"/>
              </a:rPr>
              <a:t>viết</a:t>
            </a:r>
            <a:r>
              <a:rPr lang="en-US" sz="2400" dirty="0">
                <a:solidFill>
                  <a:schemeClr val="accent1"/>
                </a:solidFill>
                <a:cs typeface="Arial" pitchFamily="34" charset="0"/>
              </a:rPr>
              <a:t>, </a:t>
            </a:r>
            <a:r>
              <a:rPr lang="en-US" sz="2400" dirty="0" err="1">
                <a:solidFill>
                  <a:schemeClr val="accent1"/>
                </a:solidFill>
                <a:cs typeface="Arial" pitchFamily="34" charset="0"/>
              </a:rPr>
              <a:t>vẽ</a:t>
            </a:r>
            <a:r>
              <a:rPr lang="en-US" sz="2400" dirty="0">
                <a:solidFill>
                  <a:schemeClr val="accent1"/>
                </a:solidFill>
                <a:cs typeface="Arial" pitchFamily="34" charset="0"/>
              </a:rPr>
              <a:t> </a:t>
            </a:r>
            <a:r>
              <a:rPr lang="en-US" sz="2400" dirty="0" err="1">
                <a:solidFill>
                  <a:schemeClr val="accent1"/>
                </a:solidFill>
                <a:cs typeface="Arial" pitchFamily="34" charset="0"/>
              </a:rPr>
              <a:t>lên</a:t>
            </a:r>
            <a:r>
              <a:rPr lang="en-US" sz="2400" dirty="0">
                <a:solidFill>
                  <a:schemeClr val="accent1"/>
                </a:solidFill>
                <a:cs typeface="Arial" pitchFamily="34" charset="0"/>
              </a:rPr>
              <a:t> </a:t>
            </a:r>
            <a:r>
              <a:rPr lang="en-US" sz="2400" dirty="0" err="1">
                <a:solidFill>
                  <a:schemeClr val="accent1"/>
                </a:solidFill>
                <a:cs typeface="Arial" pitchFamily="34" charset="0"/>
              </a:rPr>
              <a:t>màn</a:t>
            </a:r>
            <a:r>
              <a:rPr lang="en-US" sz="2400" dirty="0">
                <a:solidFill>
                  <a:schemeClr val="accent1"/>
                </a:solidFill>
                <a:cs typeface="Arial" pitchFamily="34" charset="0"/>
              </a:rPr>
              <a:t> </a:t>
            </a:r>
            <a:r>
              <a:rPr lang="en-US" sz="2400" dirty="0" err="1">
                <a:solidFill>
                  <a:schemeClr val="accent1"/>
                </a:solidFill>
                <a:cs typeface="Arial" pitchFamily="34" charset="0"/>
              </a:rPr>
              <a:t>hình</a:t>
            </a:r>
            <a:r>
              <a:rPr lang="en-US" sz="2400" dirty="0">
                <a:solidFill>
                  <a:schemeClr val="accent1"/>
                </a:solidFill>
                <a:cs typeface="Arial" pitchFamily="34" charset="0"/>
              </a:rPr>
              <a:t> </a:t>
            </a:r>
            <a:r>
              <a:rPr lang="en-US" sz="2400" dirty="0" err="1">
                <a:solidFill>
                  <a:schemeClr val="accent1"/>
                </a:solidFill>
                <a:cs typeface="Arial" pitchFamily="34" charset="0"/>
              </a:rPr>
              <a:t>lớp</a:t>
            </a:r>
            <a:r>
              <a:rPr lang="en-US" sz="2400" dirty="0">
                <a:solidFill>
                  <a:schemeClr val="accent1"/>
                </a:solidFill>
                <a:cs typeface="Arial" pitchFamily="34" charset="0"/>
              </a:rPr>
              <a:t> </a:t>
            </a:r>
            <a:r>
              <a:rPr lang="en-US" sz="2400" dirty="0" err="1">
                <a:solidFill>
                  <a:schemeClr val="accent1"/>
                </a:solidFill>
                <a:cs typeface="Arial" pitchFamily="34" charset="0"/>
              </a:rPr>
              <a:t>học</a:t>
            </a:r>
            <a:r>
              <a:rPr lang="en-US" sz="2400" dirty="0">
                <a:solidFill>
                  <a:schemeClr val="accent1"/>
                </a:solidFill>
                <a:cs typeface="Arial" pitchFamily="34" charset="0"/>
              </a:rPr>
              <a:t>.</a:t>
            </a:r>
          </a:p>
          <a:p>
            <a:pPr marL="285750" indent="-285750" algn="just">
              <a:buFont typeface="Wingdings" pitchFamily="2" charset="2"/>
              <a:buChar char="ü"/>
            </a:pPr>
            <a:r>
              <a:rPr lang="en-US" sz="2400" dirty="0" err="1">
                <a:solidFill>
                  <a:schemeClr val="accent1"/>
                </a:solidFill>
                <a:cs typeface="Arial" pitchFamily="34" charset="0"/>
              </a:rPr>
              <a:t>Nói</a:t>
            </a:r>
            <a:r>
              <a:rPr lang="en-US" sz="2400" dirty="0">
                <a:solidFill>
                  <a:schemeClr val="accent1"/>
                </a:solidFill>
                <a:cs typeface="Arial" pitchFamily="34" charset="0"/>
              </a:rPr>
              <a:t> </a:t>
            </a:r>
            <a:r>
              <a:rPr lang="en-US" sz="2400" dirty="0" err="1">
                <a:solidFill>
                  <a:schemeClr val="accent1"/>
                </a:solidFill>
                <a:cs typeface="Arial" pitchFamily="34" charset="0"/>
              </a:rPr>
              <a:t>tục</a:t>
            </a:r>
            <a:r>
              <a:rPr lang="en-US" sz="2400" dirty="0">
                <a:solidFill>
                  <a:schemeClr val="accent1"/>
                </a:solidFill>
                <a:cs typeface="Arial" pitchFamily="34" charset="0"/>
              </a:rPr>
              <a:t>, </a:t>
            </a:r>
            <a:r>
              <a:rPr lang="en-US" sz="2400" dirty="0" err="1">
                <a:solidFill>
                  <a:schemeClr val="accent1"/>
                </a:solidFill>
                <a:cs typeface="Arial" pitchFamily="34" charset="0"/>
              </a:rPr>
              <a:t>chửi</a:t>
            </a:r>
            <a:r>
              <a:rPr lang="en-US" sz="2400" dirty="0">
                <a:solidFill>
                  <a:schemeClr val="accent1"/>
                </a:solidFill>
                <a:cs typeface="Arial" pitchFamily="34" charset="0"/>
              </a:rPr>
              <a:t> </a:t>
            </a:r>
            <a:r>
              <a:rPr lang="en-US" sz="2400" dirty="0" err="1">
                <a:solidFill>
                  <a:schemeClr val="accent1"/>
                </a:solidFill>
                <a:cs typeface="Arial" pitchFamily="34" charset="0"/>
              </a:rPr>
              <a:t>thề</a:t>
            </a:r>
            <a:r>
              <a:rPr lang="en-US" sz="2400" dirty="0">
                <a:solidFill>
                  <a:schemeClr val="accent1"/>
                </a:solidFill>
                <a:cs typeface="Arial" pitchFamily="34" charset="0"/>
              </a:rPr>
              <a:t>, </a:t>
            </a:r>
            <a:r>
              <a:rPr lang="en-US" sz="2400" dirty="0" err="1">
                <a:solidFill>
                  <a:schemeClr val="accent1"/>
                </a:solidFill>
                <a:cs typeface="Arial" pitchFamily="34" charset="0"/>
              </a:rPr>
              <a:t>mở</a:t>
            </a:r>
            <a:r>
              <a:rPr lang="en-US" sz="2400" dirty="0">
                <a:solidFill>
                  <a:schemeClr val="accent1"/>
                </a:solidFill>
                <a:cs typeface="Arial" pitchFamily="34" charset="0"/>
              </a:rPr>
              <a:t> </a:t>
            </a:r>
            <a:r>
              <a:rPr lang="en-US" sz="2400" dirty="0" err="1">
                <a:solidFill>
                  <a:schemeClr val="accent1"/>
                </a:solidFill>
                <a:cs typeface="Arial" pitchFamily="34" charset="0"/>
              </a:rPr>
              <a:t>míc</a:t>
            </a:r>
            <a:r>
              <a:rPr lang="en-US" sz="2400" dirty="0">
                <a:solidFill>
                  <a:schemeClr val="accent1"/>
                </a:solidFill>
                <a:cs typeface="Arial" pitchFamily="34" charset="0"/>
              </a:rPr>
              <a:t> </a:t>
            </a:r>
            <a:r>
              <a:rPr lang="en-US" sz="2400" dirty="0" err="1">
                <a:solidFill>
                  <a:schemeClr val="accent1"/>
                </a:solidFill>
                <a:cs typeface="Arial" pitchFamily="34" charset="0"/>
              </a:rPr>
              <a:t>gây</a:t>
            </a:r>
            <a:r>
              <a:rPr lang="en-US" sz="2400" dirty="0">
                <a:solidFill>
                  <a:schemeClr val="accent1"/>
                </a:solidFill>
                <a:cs typeface="Arial" pitchFamily="34" charset="0"/>
              </a:rPr>
              <a:t> </a:t>
            </a:r>
            <a:r>
              <a:rPr lang="en-US" sz="2400" dirty="0" err="1">
                <a:solidFill>
                  <a:schemeClr val="accent1"/>
                </a:solidFill>
                <a:cs typeface="Arial" pitchFamily="34" charset="0"/>
              </a:rPr>
              <a:t>ồn</a:t>
            </a:r>
            <a:r>
              <a:rPr lang="en-US" sz="2400" dirty="0">
                <a:solidFill>
                  <a:schemeClr val="accent1"/>
                </a:solidFill>
                <a:cs typeface="Arial" pitchFamily="34" charset="0"/>
              </a:rPr>
              <a:t> </a:t>
            </a:r>
            <a:r>
              <a:rPr lang="en-US" sz="2400" dirty="0" err="1">
                <a:solidFill>
                  <a:schemeClr val="accent1"/>
                </a:solidFill>
                <a:cs typeface="Arial" pitchFamily="34" charset="0"/>
              </a:rPr>
              <a:t>ào</a:t>
            </a:r>
            <a:r>
              <a:rPr lang="en-US" sz="2400" dirty="0">
                <a:solidFill>
                  <a:schemeClr val="accent1"/>
                </a:solidFill>
                <a:cs typeface="Arial" pitchFamily="34" charset="0"/>
              </a:rPr>
              <a:t> </a:t>
            </a:r>
            <a:r>
              <a:rPr lang="en-US" sz="2400" dirty="0" err="1">
                <a:solidFill>
                  <a:schemeClr val="accent1"/>
                </a:solidFill>
                <a:cs typeface="Arial" pitchFamily="34" charset="0"/>
              </a:rPr>
              <a:t>trong</a:t>
            </a:r>
            <a:r>
              <a:rPr lang="en-US" sz="2400" dirty="0">
                <a:solidFill>
                  <a:schemeClr val="accent1"/>
                </a:solidFill>
                <a:cs typeface="Arial" pitchFamily="34" charset="0"/>
              </a:rPr>
              <a:t> </a:t>
            </a:r>
            <a:r>
              <a:rPr lang="en-US" sz="2400" dirty="0" err="1">
                <a:solidFill>
                  <a:schemeClr val="accent1"/>
                </a:solidFill>
                <a:cs typeface="Arial" pitchFamily="34" charset="0"/>
              </a:rPr>
              <a:t>giờ</a:t>
            </a:r>
            <a:r>
              <a:rPr lang="en-US" sz="2400" dirty="0">
                <a:solidFill>
                  <a:schemeClr val="accent1"/>
                </a:solidFill>
                <a:cs typeface="Arial" pitchFamily="34" charset="0"/>
              </a:rPr>
              <a:t> </a:t>
            </a:r>
            <a:r>
              <a:rPr lang="en-US" sz="2400" dirty="0" err="1">
                <a:solidFill>
                  <a:schemeClr val="accent1"/>
                </a:solidFill>
                <a:cs typeface="Arial" pitchFamily="34" charset="0"/>
              </a:rPr>
              <a:t>học</a:t>
            </a:r>
            <a:r>
              <a:rPr lang="en-US" sz="2400" dirty="0">
                <a:solidFill>
                  <a:schemeClr val="accent1"/>
                </a:solidFill>
                <a:cs typeface="Arial" pitchFamily="34" charset="0"/>
              </a:rPr>
              <a:t>.</a:t>
            </a:r>
            <a:endParaRPr lang="en-US" sz="2400" b="1" dirty="0">
              <a:solidFill>
                <a:schemeClr val="accent1"/>
              </a:solidFill>
              <a:cs typeface="Arial" pitchFamily="34" charset="0"/>
            </a:endParaRPr>
          </a:p>
          <a:p>
            <a:pPr marL="0" indent="0" algn="just">
              <a:buNone/>
            </a:pPr>
            <a:endParaRPr lang="en-US" sz="1600" dirty="0">
              <a:solidFill>
                <a:srgbClr val="FF0000"/>
              </a:solidFill>
              <a:cs typeface="Arial" pitchFamily="34" charset="0"/>
            </a:endParaRPr>
          </a:p>
          <a:p>
            <a:pPr marL="285750" indent="-285750" algn="just">
              <a:buFont typeface="Wingdings" pitchFamily="2" charset="2"/>
              <a:buChar char="§"/>
            </a:pPr>
            <a:endParaRPr lang="en-US" sz="1400" dirty="0">
              <a:solidFill>
                <a:srgbClr val="0070C0"/>
              </a:solidFill>
              <a:cs typeface="Arial" pitchFamily="34" charset="0"/>
            </a:endParaRPr>
          </a:p>
        </p:txBody>
      </p:sp>
      <p:sp>
        <p:nvSpPr>
          <p:cNvPr id="4" name="Rectangle 3"/>
          <p:cNvSpPr/>
          <p:nvPr/>
        </p:nvSpPr>
        <p:spPr>
          <a:xfrm>
            <a:off x="1229022" y="733665"/>
            <a:ext cx="10196424" cy="477054"/>
          </a:xfrm>
          <a:prstGeom prst="rect">
            <a:avLst/>
          </a:prstGeom>
        </p:spPr>
        <p:txBody>
          <a:bodyPr wrap="square">
            <a:spAutoFit/>
          </a:bodyPr>
          <a:lstStyle/>
          <a:p>
            <a:pPr lvl="0" algn="ctr"/>
            <a:r>
              <a:rPr lang="vi-VN" sz="2500" b="1" dirty="0">
                <a:solidFill>
                  <a:srgbClr val="FF0000"/>
                </a:solidFill>
              </a:rPr>
              <a:t>Quy định học trực tuyến đối với sinh viê</a:t>
            </a:r>
            <a:r>
              <a:rPr lang="en-US" sz="2500" b="1" dirty="0">
                <a:solidFill>
                  <a:srgbClr val="FF0000"/>
                </a:solidFill>
              </a:rPr>
              <a:t>n</a:t>
            </a:r>
            <a:endParaRPr lang="en-SG" sz="2500" dirty="0">
              <a:solidFill>
                <a:srgbClr val="FF0000"/>
              </a:solidFill>
            </a:endParaRPr>
          </a:p>
        </p:txBody>
      </p:sp>
    </p:spTree>
    <p:extLst>
      <p:ext uri="{BB962C8B-B14F-4D97-AF65-F5344CB8AC3E}">
        <p14:creationId xmlns:p14="http://schemas.microsoft.com/office/powerpoint/2010/main" val="33593692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14855" y="889843"/>
            <a:ext cx="10389476" cy="4739759"/>
          </a:xfrm>
          <a:prstGeom prst="rect">
            <a:avLst/>
          </a:prstGeom>
        </p:spPr>
        <p:txBody>
          <a:bodyPr wrap="square">
            <a:spAutoFit/>
          </a:bodyPr>
          <a:lstStyle/>
          <a:p>
            <a:pPr algn="just"/>
            <a:r>
              <a:rPr lang="en-US" sz="2200" b="1" dirty="0" err="1">
                <a:solidFill>
                  <a:srgbClr val="FF0000"/>
                </a:solidFill>
                <a:cs typeface="Arial" pitchFamily="34" charset="0"/>
              </a:rPr>
              <a:t>Lưu</a:t>
            </a:r>
            <a:r>
              <a:rPr lang="en-US" sz="2200" b="1" dirty="0">
                <a:solidFill>
                  <a:srgbClr val="FF0000"/>
                </a:solidFill>
                <a:cs typeface="Arial" pitchFamily="34" charset="0"/>
              </a:rPr>
              <a:t> ý</a:t>
            </a:r>
          </a:p>
          <a:p>
            <a:pPr marL="285750" indent="-285750" algn="just"/>
            <a:endParaRPr lang="en-US" sz="2000" dirty="0" smtClean="0">
              <a:solidFill>
                <a:srgbClr val="0070C0"/>
              </a:solidFill>
              <a:cs typeface="Arial" pitchFamily="34" charset="0"/>
            </a:endParaRPr>
          </a:p>
          <a:p>
            <a:pPr marL="285750" indent="-285750" algn="just"/>
            <a:r>
              <a:rPr lang="en-US" sz="2000" dirty="0" smtClean="0">
                <a:solidFill>
                  <a:srgbClr val="0070C0"/>
                </a:solidFill>
                <a:cs typeface="Arial" pitchFamily="34" charset="0"/>
              </a:rPr>
              <a:t>S</a:t>
            </a:r>
            <a:r>
              <a:rPr lang="vi-VN" sz="2000" dirty="0">
                <a:solidFill>
                  <a:srgbClr val="0070C0"/>
                </a:solidFill>
                <a:cs typeface="Arial" pitchFamily="34" charset="0"/>
              </a:rPr>
              <a:t>inh viên tham gia học tập</a:t>
            </a:r>
            <a:r>
              <a:rPr lang="en-US" sz="2000" dirty="0">
                <a:solidFill>
                  <a:srgbClr val="0070C0"/>
                </a:solidFill>
                <a:cs typeface="Arial" pitchFamily="34" charset="0"/>
              </a:rPr>
              <a:t> </a:t>
            </a:r>
            <a:r>
              <a:rPr lang="en-US" sz="2000" dirty="0" err="1">
                <a:solidFill>
                  <a:srgbClr val="0070C0"/>
                </a:solidFill>
                <a:cs typeface="Arial" pitchFamily="34" charset="0"/>
              </a:rPr>
              <a:t>bắt</a:t>
            </a:r>
            <a:r>
              <a:rPr lang="en-US" sz="2000" dirty="0">
                <a:solidFill>
                  <a:srgbClr val="0070C0"/>
                </a:solidFill>
                <a:cs typeface="Arial" pitchFamily="34" charset="0"/>
              </a:rPr>
              <a:t> </a:t>
            </a:r>
            <a:r>
              <a:rPr lang="en-US" sz="2000" dirty="0" err="1">
                <a:solidFill>
                  <a:srgbClr val="0070C0"/>
                </a:solidFill>
                <a:cs typeface="Arial" pitchFamily="34" charset="0"/>
              </a:rPr>
              <a:t>buộc</a:t>
            </a:r>
            <a:r>
              <a:rPr lang="en-US" sz="2000" dirty="0">
                <a:solidFill>
                  <a:srgbClr val="0070C0"/>
                </a:solidFill>
                <a:cs typeface="Arial" pitchFamily="34" charset="0"/>
              </a:rPr>
              <a:t> </a:t>
            </a:r>
            <a:r>
              <a:rPr lang="en-US" sz="2000" dirty="0" err="1">
                <a:solidFill>
                  <a:srgbClr val="0070C0"/>
                </a:solidFill>
                <a:cs typeface="Arial" pitchFamily="34" charset="0"/>
              </a:rPr>
              <a:t>phải</a:t>
            </a:r>
            <a:r>
              <a:rPr lang="en-US" sz="2000" dirty="0">
                <a:solidFill>
                  <a:srgbClr val="0070C0"/>
                </a:solidFill>
                <a:cs typeface="Arial" pitchFamily="34" charset="0"/>
              </a:rPr>
              <a:t> </a:t>
            </a:r>
            <a:r>
              <a:rPr lang="en-US" sz="2000" dirty="0" err="1">
                <a:solidFill>
                  <a:srgbClr val="0070C0"/>
                </a:solidFill>
                <a:cs typeface="Arial" pitchFamily="34" charset="0"/>
              </a:rPr>
              <a:t>có</a:t>
            </a:r>
            <a:r>
              <a:rPr lang="en-US" sz="2000" dirty="0">
                <a:solidFill>
                  <a:srgbClr val="0070C0"/>
                </a:solidFill>
                <a:cs typeface="Arial" pitchFamily="34" charset="0"/>
              </a:rPr>
              <a:t> </a:t>
            </a:r>
            <a:r>
              <a:rPr lang="en-US" sz="2000" dirty="0" err="1">
                <a:solidFill>
                  <a:srgbClr val="0070C0"/>
                </a:solidFill>
                <a:cs typeface="Arial" pitchFamily="34" charset="0"/>
              </a:rPr>
              <a:t>tập</a:t>
            </a:r>
            <a:r>
              <a:rPr lang="vi-VN" sz="2000" dirty="0">
                <a:solidFill>
                  <a:srgbClr val="0070C0"/>
                </a:solidFill>
                <a:cs typeface="Arial" pitchFamily="34" charset="0"/>
              </a:rPr>
              <a:t> vở</a:t>
            </a:r>
            <a:r>
              <a:rPr lang="en-US" sz="2000" dirty="0">
                <a:solidFill>
                  <a:srgbClr val="0070C0"/>
                </a:solidFill>
                <a:cs typeface="Arial" pitchFamily="34" charset="0"/>
              </a:rPr>
              <a:t> (</a:t>
            </a:r>
            <a:r>
              <a:rPr lang="vi-VN" sz="2000" dirty="0">
                <a:solidFill>
                  <a:srgbClr val="0070C0"/>
                </a:solidFill>
                <a:cs typeface="Arial" pitchFamily="34" charset="0"/>
              </a:rPr>
              <a:t>giáo viên </a:t>
            </a:r>
            <a:r>
              <a:rPr lang="en-US" sz="2000" dirty="0" err="1">
                <a:solidFill>
                  <a:srgbClr val="0070C0"/>
                </a:solidFill>
                <a:cs typeface="Arial" pitchFamily="34" charset="0"/>
              </a:rPr>
              <a:t>kiểm</a:t>
            </a:r>
            <a:r>
              <a:rPr lang="en-US" sz="2000" dirty="0">
                <a:solidFill>
                  <a:srgbClr val="0070C0"/>
                </a:solidFill>
                <a:cs typeface="Arial" pitchFamily="34" charset="0"/>
              </a:rPr>
              <a:t> </a:t>
            </a:r>
            <a:r>
              <a:rPr lang="en-US" sz="2000" dirty="0" err="1">
                <a:solidFill>
                  <a:srgbClr val="0070C0"/>
                </a:solidFill>
                <a:cs typeface="Arial" pitchFamily="34" charset="0"/>
              </a:rPr>
              <a:t>tra</a:t>
            </a:r>
            <a:r>
              <a:rPr lang="en-US" sz="2000" dirty="0">
                <a:solidFill>
                  <a:srgbClr val="0070C0"/>
                </a:solidFill>
                <a:cs typeface="Arial" pitchFamily="34" charset="0"/>
              </a:rPr>
              <a:t> </a:t>
            </a:r>
            <a:r>
              <a:rPr lang="en-US" sz="2000" dirty="0" err="1">
                <a:solidFill>
                  <a:srgbClr val="0070C0"/>
                </a:solidFill>
                <a:cs typeface="Arial" pitchFamily="34" charset="0"/>
              </a:rPr>
              <a:t>tập</a:t>
            </a:r>
            <a:r>
              <a:rPr lang="en-US" sz="2000" dirty="0">
                <a:solidFill>
                  <a:srgbClr val="0070C0"/>
                </a:solidFill>
                <a:cs typeface="Arial" pitchFamily="34" charset="0"/>
              </a:rPr>
              <a:t> </a:t>
            </a:r>
            <a:r>
              <a:rPr lang="en-US" sz="2000" dirty="0" err="1">
                <a:solidFill>
                  <a:srgbClr val="0070C0"/>
                </a:solidFill>
                <a:cs typeface="Arial" pitchFamily="34" charset="0"/>
              </a:rPr>
              <a:t>ghi</a:t>
            </a:r>
            <a:r>
              <a:rPr lang="en-US" sz="2000" dirty="0">
                <a:solidFill>
                  <a:srgbClr val="0070C0"/>
                </a:solidFill>
                <a:cs typeface="Arial" pitchFamily="34" charset="0"/>
              </a:rPr>
              <a:t> </a:t>
            </a:r>
            <a:r>
              <a:rPr lang="en-US" sz="2000" dirty="0" err="1">
                <a:solidFill>
                  <a:srgbClr val="0070C0"/>
                </a:solidFill>
                <a:cs typeface="Arial" pitchFamily="34" charset="0"/>
              </a:rPr>
              <a:t>chép</a:t>
            </a:r>
            <a:r>
              <a:rPr lang="en-US" sz="2000" dirty="0">
                <a:solidFill>
                  <a:srgbClr val="0070C0"/>
                </a:solidFill>
                <a:cs typeface="Arial" pitchFamily="34" charset="0"/>
              </a:rPr>
              <a:t> </a:t>
            </a:r>
            <a:r>
              <a:rPr lang="en-US" sz="2000" dirty="0" err="1">
                <a:solidFill>
                  <a:srgbClr val="0070C0"/>
                </a:solidFill>
                <a:cs typeface="Arial" pitchFamily="34" charset="0"/>
              </a:rPr>
              <a:t>bài</a:t>
            </a:r>
            <a:r>
              <a:rPr lang="en-US" sz="2000" dirty="0">
                <a:solidFill>
                  <a:srgbClr val="0070C0"/>
                </a:solidFill>
                <a:cs typeface="Arial" pitchFamily="34" charset="0"/>
              </a:rPr>
              <a:t>)</a:t>
            </a:r>
          </a:p>
          <a:p>
            <a:pPr marL="285750" indent="-285750" algn="just"/>
            <a:r>
              <a:rPr lang="vi-VN" sz="2000" dirty="0">
                <a:solidFill>
                  <a:srgbClr val="0070C0"/>
                </a:solidFill>
                <a:cs typeface="Arial" pitchFamily="34" charset="0"/>
              </a:rPr>
              <a:t>Về t</a:t>
            </a:r>
            <a:r>
              <a:rPr lang="en-US" sz="2000" dirty="0">
                <a:solidFill>
                  <a:srgbClr val="0070C0"/>
                </a:solidFill>
                <a:cs typeface="Arial" pitchFamily="34" charset="0"/>
              </a:rPr>
              <a:t>rang </a:t>
            </a:r>
            <a:r>
              <a:rPr lang="en-US" sz="2000" dirty="0" err="1">
                <a:solidFill>
                  <a:srgbClr val="0070C0"/>
                </a:solidFill>
                <a:cs typeface="Arial" pitchFamily="34" charset="0"/>
              </a:rPr>
              <a:t>phục</a:t>
            </a:r>
            <a:r>
              <a:rPr lang="en-US" sz="2000" dirty="0">
                <a:solidFill>
                  <a:srgbClr val="0070C0"/>
                </a:solidFill>
                <a:cs typeface="Arial" pitchFamily="34" charset="0"/>
              </a:rPr>
              <a:t> SV: </a:t>
            </a:r>
            <a:r>
              <a:rPr lang="vi-VN" sz="2000" dirty="0">
                <a:solidFill>
                  <a:srgbClr val="0070C0"/>
                </a:solidFill>
                <a:cs typeface="Arial" pitchFamily="34" charset="0"/>
              </a:rPr>
              <a:t>phải mang mặc lịch sự, khi tham gia học tập phải ngồi, SV nào nằm xem như không học</a:t>
            </a:r>
            <a:endParaRPr lang="en-US" sz="2000" b="1" dirty="0">
              <a:solidFill>
                <a:srgbClr val="0070C0"/>
              </a:solidFill>
              <a:cs typeface="Arial" pitchFamily="34" charset="0"/>
            </a:endParaRPr>
          </a:p>
          <a:p>
            <a:pPr marL="342900" indent="-342900" algn="just">
              <a:buFont typeface="Wingdings" pitchFamily="2" charset="2"/>
              <a:buChar char="§"/>
            </a:pPr>
            <a:r>
              <a:rPr lang="en-US" sz="2000" dirty="0">
                <a:solidFill>
                  <a:srgbClr val="0070C0"/>
                </a:solidFill>
                <a:cs typeface="Arial" pitchFamily="34" charset="0"/>
              </a:rPr>
              <a:t>S</a:t>
            </a:r>
            <a:r>
              <a:rPr lang="vi-VN" sz="2000" dirty="0">
                <a:solidFill>
                  <a:srgbClr val="0070C0"/>
                </a:solidFill>
                <a:cs typeface="Arial" pitchFamily="34" charset="0"/>
              </a:rPr>
              <a:t>inh viên phải thực hiện đúng yêu cầu của giảng viên để được ghi nhận có mặt học tập.</a:t>
            </a:r>
            <a:endParaRPr lang="en-US" sz="2000" dirty="0">
              <a:solidFill>
                <a:srgbClr val="0070C0"/>
              </a:solidFill>
              <a:cs typeface="Arial" pitchFamily="34" charset="0"/>
            </a:endParaRPr>
          </a:p>
          <a:p>
            <a:pPr marL="342900" indent="-342900" algn="just">
              <a:buFont typeface="Wingdings" pitchFamily="2" charset="2"/>
              <a:buChar char="§"/>
            </a:pPr>
            <a:r>
              <a:rPr lang="vi-VN" sz="2000" dirty="0">
                <a:solidFill>
                  <a:srgbClr val="0070C0"/>
                </a:solidFill>
                <a:cs typeface="Arial" pitchFamily="34" charset="0"/>
              </a:rPr>
              <a:t>Sinh viên phải bảo vệ tài khoản phòng học trực tuyến và thông tin cá nhân trong buổi học. </a:t>
            </a:r>
            <a:endParaRPr lang="en-US" sz="2000" dirty="0">
              <a:solidFill>
                <a:srgbClr val="0070C0"/>
              </a:solidFill>
              <a:cs typeface="Arial" pitchFamily="34" charset="0"/>
            </a:endParaRPr>
          </a:p>
          <a:p>
            <a:pPr marL="342900" indent="-342900" algn="just">
              <a:buFont typeface="Wingdings" pitchFamily="2" charset="2"/>
              <a:buChar char="§"/>
            </a:pPr>
            <a:r>
              <a:rPr lang="vi-VN" sz="2000" dirty="0">
                <a:solidFill>
                  <a:srgbClr val="0070C0"/>
                </a:solidFill>
                <a:cs typeface="Arial" pitchFamily="34" charset="0"/>
              </a:rPr>
              <a:t>Mỗi sinh viên chỉ dùng một tài khoản email đã quy định ở và ghi tên người tham gia phòng học trực tuyến phải chính xác thông tin và định dạng đã quy định.</a:t>
            </a:r>
            <a:endParaRPr lang="en-US" sz="2000" dirty="0">
              <a:solidFill>
                <a:srgbClr val="0070C0"/>
              </a:solidFill>
              <a:cs typeface="Arial" pitchFamily="34" charset="0"/>
            </a:endParaRPr>
          </a:p>
          <a:p>
            <a:pPr marL="285750" indent="-285750" algn="just">
              <a:buFont typeface="Wingdings" pitchFamily="2" charset="2"/>
              <a:buChar char="§"/>
            </a:pPr>
            <a:r>
              <a:rPr lang="vi-VN" sz="2000" dirty="0">
                <a:solidFill>
                  <a:srgbClr val="0070C0"/>
                </a:solidFill>
                <a:cs typeface="Arial" pitchFamily="34" charset="0"/>
              </a:rPr>
              <a:t>Trong quá trình học sinh viên không tuân thủ những quy định trên thì giảng viên sẽ mời sinh viên đó ra khỏi phòng học trực tuyến và xem như vắng buổi học. </a:t>
            </a:r>
            <a:endParaRPr lang="en-US" sz="2000" dirty="0">
              <a:solidFill>
                <a:srgbClr val="0070C0"/>
              </a:solidFill>
              <a:cs typeface="Arial" pitchFamily="34" charset="0"/>
            </a:endParaRPr>
          </a:p>
          <a:p>
            <a:pPr marL="285750" indent="-285750" algn="just">
              <a:buFont typeface="Wingdings" pitchFamily="2" charset="2"/>
              <a:buChar char="§"/>
            </a:pPr>
            <a:r>
              <a:rPr lang="vi-VN" sz="2000" dirty="0">
                <a:solidFill>
                  <a:srgbClr val="0070C0"/>
                </a:solidFill>
                <a:cs typeface="Arial" pitchFamily="34" charset="0"/>
              </a:rPr>
              <a:t>Các hành vi vi phạm của sinh viên sẽ tùy vào mức độ, Trung tâm xử lý bằng các h</a:t>
            </a:r>
            <a:r>
              <a:rPr lang="en-US" sz="2000" dirty="0">
                <a:solidFill>
                  <a:srgbClr val="0070C0"/>
                </a:solidFill>
                <a:cs typeface="Arial" pitchFamily="34" charset="0"/>
              </a:rPr>
              <a:t>ì</a:t>
            </a:r>
            <a:r>
              <a:rPr lang="vi-VN" sz="2000" dirty="0">
                <a:solidFill>
                  <a:srgbClr val="0070C0"/>
                </a:solidFill>
                <a:cs typeface="Arial" pitchFamily="34" charset="0"/>
              </a:rPr>
              <a:t>nh thức từ nh</a:t>
            </a:r>
            <a:r>
              <a:rPr lang="en-US" sz="2000" dirty="0">
                <a:solidFill>
                  <a:srgbClr val="0070C0"/>
                </a:solidFill>
                <a:cs typeface="Arial" pitchFamily="34" charset="0"/>
              </a:rPr>
              <a:t>ắ</a:t>
            </a:r>
            <a:r>
              <a:rPr lang="vi-VN" sz="2000" dirty="0">
                <a:solidFill>
                  <a:srgbClr val="0070C0"/>
                </a:solidFill>
                <a:cs typeface="Arial" pitchFamily="34" charset="0"/>
              </a:rPr>
              <a:t>c nhở đến đ</a:t>
            </a:r>
            <a:r>
              <a:rPr lang="en-US" sz="2000" dirty="0">
                <a:solidFill>
                  <a:srgbClr val="0070C0"/>
                </a:solidFill>
                <a:cs typeface="Arial" pitchFamily="34" charset="0"/>
              </a:rPr>
              <a:t>ì</a:t>
            </a:r>
            <a:r>
              <a:rPr lang="vi-VN" sz="2000" dirty="0">
                <a:solidFill>
                  <a:srgbClr val="0070C0"/>
                </a:solidFill>
                <a:cs typeface="Arial" pitchFamily="34" charset="0"/>
              </a:rPr>
              <a:t>nh chỉ việc học hoặc xử lý theo pháp luật.</a:t>
            </a:r>
            <a:endParaRPr lang="en-US" sz="2000" dirty="0">
              <a:solidFill>
                <a:srgbClr val="0070C0"/>
              </a:solidFill>
              <a:cs typeface="Arial" pitchFamily="34" charset="0"/>
            </a:endParaRPr>
          </a:p>
        </p:txBody>
      </p:sp>
    </p:spTree>
    <p:extLst>
      <p:ext uri="{BB962C8B-B14F-4D97-AF65-F5344CB8AC3E}">
        <p14:creationId xmlns:p14="http://schemas.microsoft.com/office/powerpoint/2010/main" val="27351668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823913" y="1374775"/>
            <a:ext cx="10544174" cy="3474720"/>
          </a:xfrm>
          <a:prstGeom prst="rect">
            <a:avLst/>
          </a:prstGeom>
        </p:spPr>
        <p:txBody>
          <a:bodyPr>
            <a:normAutofit lnSpcReduction="10000"/>
          </a:bodyPr>
          <a:lstStyle/>
          <a:p>
            <a:pPr marL="0" indent="0">
              <a:lnSpc>
                <a:spcPct val="150000"/>
              </a:lnSpc>
              <a:buNone/>
            </a:pPr>
            <a:r>
              <a:rPr lang="vi-VN" b="1" dirty="0">
                <a:solidFill>
                  <a:srgbClr val="0070C0"/>
                </a:solidFill>
                <a:cs typeface="Arial" pitchFamily="34" charset="0"/>
              </a:rPr>
              <a:t>Thời gian học hàng ngày quy định như sau:</a:t>
            </a:r>
            <a:endParaRPr lang="en-US" b="1" dirty="0">
              <a:solidFill>
                <a:srgbClr val="0070C0"/>
              </a:solidFill>
              <a:cs typeface="Arial" pitchFamily="34" charset="0"/>
            </a:endParaRPr>
          </a:p>
          <a:p>
            <a:pPr marL="342900" indent="-342900">
              <a:lnSpc>
                <a:spcPct val="150000"/>
              </a:lnSpc>
              <a:buFont typeface="Wingdings" pitchFamily="2" charset="2"/>
              <a:buChar char="ü"/>
            </a:pPr>
            <a:r>
              <a:rPr lang="en-US" sz="2400" b="1" dirty="0">
                <a:solidFill>
                  <a:srgbClr val="FF0000"/>
                </a:solidFill>
                <a:cs typeface="Arial" pitchFamily="34" charset="0"/>
              </a:rPr>
              <a:t>S</a:t>
            </a:r>
            <a:r>
              <a:rPr lang="vi-VN" sz="2400" b="1" dirty="0">
                <a:solidFill>
                  <a:srgbClr val="FF0000"/>
                </a:solidFill>
                <a:cs typeface="Arial" pitchFamily="34" charset="0"/>
              </a:rPr>
              <a:t>áng từ 07g30 đến 10g45</a:t>
            </a:r>
            <a:r>
              <a:rPr lang="en-US" sz="2400" b="1" dirty="0">
                <a:solidFill>
                  <a:srgbClr val="FF0000"/>
                </a:solidFill>
                <a:cs typeface="Arial" pitchFamily="34" charset="0"/>
              </a:rPr>
              <a:t>.</a:t>
            </a:r>
            <a:r>
              <a:rPr lang="vi-VN" sz="2400" b="1" dirty="0">
                <a:solidFill>
                  <a:srgbClr val="FF0000"/>
                </a:solidFill>
                <a:cs typeface="Arial" pitchFamily="34" charset="0"/>
              </a:rPr>
              <a:t> </a:t>
            </a:r>
            <a:endParaRPr lang="en-US" sz="2400" b="1" dirty="0">
              <a:solidFill>
                <a:srgbClr val="FF0000"/>
              </a:solidFill>
              <a:cs typeface="Arial" pitchFamily="34" charset="0"/>
            </a:endParaRPr>
          </a:p>
          <a:p>
            <a:pPr marL="342900" indent="-342900">
              <a:lnSpc>
                <a:spcPct val="150000"/>
              </a:lnSpc>
              <a:buFont typeface="Wingdings" pitchFamily="2" charset="2"/>
              <a:buChar char="ü"/>
            </a:pPr>
            <a:r>
              <a:rPr lang="en-US" sz="2400" b="1" dirty="0">
                <a:solidFill>
                  <a:srgbClr val="FF0000"/>
                </a:solidFill>
                <a:cs typeface="Arial" pitchFamily="34" charset="0"/>
              </a:rPr>
              <a:t>C</a:t>
            </a:r>
            <a:r>
              <a:rPr lang="vi-VN" sz="2400" b="1" dirty="0">
                <a:solidFill>
                  <a:srgbClr val="FF0000"/>
                </a:solidFill>
                <a:cs typeface="Arial" pitchFamily="34" charset="0"/>
              </a:rPr>
              <a:t>hiều từ 13g00 đến 16g00.</a:t>
            </a:r>
            <a:endParaRPr lang="en-US" sz="2400" b="1" dirty="0">
              <a:solidFill>
                <a:srgbClr val="FF0000"/>
              </a:solidFill>
              <a:cs typeface="Arial" pitchFamily="34" charset="0"/>
            </a:endParaRPr>
          </a:p>
          <a:p>
            <a:pPr marL="0" indent="0">
              <a:lnSpc>
                <a:spcPct val="150000"/>
              </a:lnSpc>
              <a:buNone/>
            </a:pPr>
            <a:r>
              <a:rPr lang="vi-VN" dirty="0">
                <a:solidFill>
                  <a:srgbClr val="0070C0"/>
                </a:solidFill>
                <a:cs typeface="Arial" pitchFamily="34" charset="0"/>
              </a:rPr>
              <a:t>Sinh viên vắng mặt các buổi học của học phần nào sẽ không được dự thi học phần đó.</a:t>
            </a:r>
          </a:p>
          <a:p>
            <a:pPr marL="45720" indent="0">
              <a:buNone/>
            </a:pPr>
            <a:endParaRPr lang="en-SG" sz="4000" dirty="0"/>
          </a:p>
        </p:txBody>
      </p:sp>
      <p:sp>
        <p:nvSpPr>
          <p:cNvPr id="4" name="Rectangle 3"/>
          <p:cNvSpPr/>
          <p:nvPr/>
        </p:nvSpPr>
        <p:spPr>
          <a:xfrm>
            <a:off x="1229022" y="846680"/>
            <a:ext cx="10196424" cy="477054"/>
          </a:xfrm>
          <a:prstGeom prst="rect">
            <a:avLst/>
          </a:prstGeom>
        </p:spPr>
        <p:txBody>
          <a:bodyPr wrap="square">
            <a:spAutoFit/>
          </a:bodyPr>
          <a:lstStyle/>
          <a:p>
            <a:pPr lvl="0" algn="ctr"/>
            <a:r>
              <a:rPr lang="vi-VN" sz="2500" b="1" dirty="0">
                <a:solidFill>
                  <a:srgbClr val="FF0000"/>
                </a:solidFill>
              </a:rPr>
              <a:t>Quy định học trực tuyến đối với sinh viê</a:t>
            </a:r>
            <a:r>
              <a:rPr lang="en-US" sz="2500" b="1" dirty="0">
                <a:solidFill>
                  <a:srgbClr val="FF0000"/>
                </a:solidFill>
              </a:rPr>
              <a:t>n</a:t>
            </a:r>
            <a:endParaRPr lang="en-SG" sz="2500" dirty="0">
              <a:solidFill>
                <a:srgbClr val="FF0000"/>
              </a:solidFill>
            </a:endParaRPr>
          </a:p>
        </p:txBody>
      </p:sp>
    </p:spTree>
    <p:extLst>
      <p:ext uri="{BB962C8B-B14F-4D97-AF65-F5344CB8AC3E}">
        <p14:creationId xmlns:p14="http://schemas.microsoft.com/office/powerpoint/2010/main" val="32102536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060B596-4D3C-4371-B8B4-E2B61F3342AD}"/>
              </a:ext>
            </a:extLst>
          </p:cNvPr>
          <p:cNvSpPr>
            <a:spLocks noGrp="1"/>
          </p:cNvSpPr>
          <p:nvPr>
            <p:ph sz="quarter" idx="4294967295"/>
          </p:nvPr>
        </p:nvSpPr>
        <p:spPr>
          <a:xfrm>
            <a:off x="277403" y="1318625"/>
            <a:ext cx="11722812" cy="5375275"/>
          </a:xfrm>
          <a:prstGeom prst="rect">
            <a:avLst/>
          </a:prstGeom>
        </p:spPr>
        <p:txBody>
          <a:bodyPr>
            <a:normAutofit/>
          </a:bodyPr>
          <a:lstStyle/>
          <a:p>
            <a:pPr marL="0" indent="0" algn="just">
              <a:buNone/>
            </a:pPr>
            <a:r>
              <a:rPr lang="vi-VN" sz="2400" b="1" dirty="0">
                <a:solidFill>
                  <a:srgbClr val="0070C0"/>
                </a:solidFill>
              </a:rPr>
              <a:t>Một số tình huống khi học trực tuyến và cách xử lý:</a:t>
            </a:r>
            <a:endParaRPr lang="en-SG" sz="2400" dirty="0">
              <a:solidFill>
                <a:srgbClr val="0070C0"/>
              </a:solidFill>
            </a:endParaRPr>
          </a:p>
          <a:p>
            <a:pPr marL="285750" indent="-285750" algn="just">
              <a:buFont typeface="Wingdings" pitchFamily="2" charset="2"/>
              <a:buChar char="ü"/>
            </a:pPr>
            <a:r>
              <a:rPr lang="en-US" sz="2000" b="1" dirty="0">
                <a:solidFill>
                  <a:srgbClr val="FF0000"/>
                </a:solidFill>
              </a:rPr>
              <a:t>S</a:t>
            </a:r>
            <a:r>
              <a:rPr lang="vi-VN" sz="2000" b="1" dirty="0">
                <a:solidFill>
                  <a:srgbClr val="FF0000"/>
                </a:solidFill>
              </a:rPr>
              <a:t>ự cố rớt mạng </a:t>
            </a:r>
            <a:endParaRPr lang="en-US" sz="2000" dirty="0"/>
          </a:p>
          <a:p>
            <a:pPr marL="285750" indent="-285750" algn="just">
              <a:buFont typeface="Wingdings" pitchFamily="2" charset="2"/>
              <a:buChar char="ü"/>
            </a:pPr>
            <a:r>
              <a:rPr lang="en-US" sz="2000" b="1" dirty="0">
                <a:solidFill>
                  <a:srgbClr val="FF0000"/>
                </a:solidFill>
              </a:rPr>
              <a:t>M</a:t>
            </a:r>
            <a:r>
              <a:rPr lang="vi-VN" sz="2000" b="1" dirty="0">
                <a:solidFill>
                  <a:srgbClr val="FF0000"/>
                </a:solidFill>
              </a:rPr>
              <a:t>áy vi tính, điện thoại bị hỏng</a:t>
            </a:r>
            <a:r>
              <a:rPr lang="en-US" sz="2000" b="1" dirty="0">
                <a:solidFill>
                  <a:srgbClr val="FF0000"/>
                </a:solidFill>
              </a:rPr>
              <a:t> </a:t>
            </a:r>
          </a:p>
          <a:p>
            <a:pPr marL="285750" indent="-285750" algn="just">
              <a:buFont typeface="Wingdings" pitchFamily="2" charset="2"/>
              <a:buChar char="ü"/>
            </a:pPr>
            <a:r>
              <a:rPr lang="en-US" sz="2000" b="1" dirty="0" err="1">
                <a:solidFill>
                  <a:srgbClr val="FF0000"/>
                </a:solidFill>
              </a:rPr>
              <a:t>Cúp</a:t>
            </a:r>
            <a:r>
              <a:rPr lang="en-US" sz="2000" b="1" dirty="0">
                <a:solidFill>
                  <a:srgbClr val="FF0000"/>
                </a:solidFill>
              </a:rPr>
              <a:t> </a:t>
            </a:r>
            <a:r>
              <a:rPr lang="en-US" sz="2000" b="1" dirty="0" err="1">
                <a:solidFill>
                  <a:srgbClr val="FF0000"/>
                </a:solidFill>
              </a:rPr>
              <a:t>điện</a:t>
            </a:r>
            <a:r>
              <a:rPr lang="en-US" sz="2000" b="1" dirty="0">
                <a:solidFill>
                  <a:srgbClr val="FF0000"/>
                </a:solidFill>
              </a:rPr>
              <a:t>, </a:t>
            </a:r>
            <a:r>
              <a:rPr lang="en-US" sz="2000" b="1" dirty="0" err="1">
                <a:solidFill>
                  <a:srgbClr val="FF0000"/>
                </a:solidFill>
              </a:rPr>
              <a:t>mất</a:t>
            </a:r>
            <a:r>
              <a:rPr lang="en-US" sz="2000" b="1" dirty="0">
                <a:solidFill>
                  <a:srgbClr val="FF0000"/>
                </a:solidFill>
              </a:rPr>
              <a:t> </a:t>
            </a:r>
            <a:r>
              <a:rPr lang="en-US" sz="2000" b="1" dirty="0" err="1">
                <a:solidFill>
                  <a:srgbClr val="FF0000"/>
                </a:solidFill>
              </a:rPr>
              <a:t>nguồn</a:t>
            </a:r>
            <a:endParaRPr lang="en-US" sz="2000" b="1" dirty="0">
              <a:solidFill>
                <a:srgbClr val="FF0000"/>
              </a:solidFill>
            </a:endParaRPr>
          </a:p>
          <a:p>
            <a:pPr marL="285750" indent="-285750" algn="just">
              <a:buFont typeface="Wingdings" pitchFamily="2" charset="2"/>
              <a:buChar char="ü"/>
            </a:pPr>
            <a:r>
              <a:rPr lang="en-US" sz="2000" b="1" dirty="0" err="1">
                <a:solidFill>
                  <a:srgbClr val="FF0000"/>
                </a:solidFill>
              </a:rPr>
              <a:t>Mạng</a:t>
            </a:r>
            <a:r>
              <a:rPr lang="en-US" sz="2000" b="1" dirty="0">
                <a:solidFill>
                  <a:srgbClr val="FF0000"/>
                </a:solidFill>
              </a:rPr>
              <a:t> </a:t>
            </a:r>
            <a:r>
              <a:rPr lang="en-US" sz="2000" b="1" dirty="0" err="1">
                <a:solidFill>
                  <a:srgbClr val="FF0000"/>
                </a:solidFill>
              </a:rPr>
              <a:t>bị</a:t>
            </a:r>
            <a:r>
              <a:rPr lang="en-US" sz="2000" b="1" dirty="0">
                <a:solidFill>
                  <a:srgbClr val="FF0000"/>
                </a:solidFill>
              </a:rPr>
              <a:t> lag, out ra </a:t>
            </a:r>
            <a:r>
              <a:rPr lang="en-US" sz="2000" b="1" dirty="0" err="1">
                <a:solidFill>
                  <a:srgbClr val="FF0000"/>
                </a:solidFill>
              </a:rPr>
              <a:t>ngoài</a:t>
            </a:r>
            <a:r>
              <a:rPr lang="en-US" sz="2000" b="1" dirty="0">
                <a:solidFill>
                  <a:srgbClr val="FF0000"/>
                </a:solidFill>
              </a:rPr>
              <a:t> </a:t>
            </a:r>
            <a:r>
              <a:rPr lang="en-US" sz="2000" b="1" dirty="0" err="1">
                <a:solidFill>
                  <a:srgbClr val="FF0000"/>
                </a:solidFill>
              </a:rPr>
              <a:t>không</a:t>
            </a:r>
            <a:r>
              <a:rPr lang="en-US" sz="2000" b="1" dirty="0">
                <a:solidFill>
                  <a:srgbClr val="FF0000"/>
                </a:solidFill>
              </a:rPr>
              <a:t> </a:t>
            </a:r>
            <a:r>
              <a:rPr lang="en-US" sz="2000" b="1" dirty="0" err="1">
                <a:solidFill>
                  <a:srgbClr val="FF0000"/>
                </a:solidFill>
              </a:rPr>
              <a:t>vào</a:t>
            </a:r>
            <a:r>
              <a:rPr lang="en-US" sz="2000" b="1" dirty="0">
                <a:solidFill>
                  <a:srgbClr val="FF0000"/>
                </a:solidFill>
              </a:rPr>
              <a:t> </a:t>
            </a:r>
            <a:r>
              <a:rPr lang="en-US" sz="2000" b="1" dirty="0" err="1">
                <a:solidFill>
                  <a:srgbClr val="FF0000"/>
                </a:solidFill>
              </a:rPr>
              <a:t>được</a:t>
            </a:r>
            <a:r>
              <a:rPr lang="en-US" sz="2000" b="1" dirty="0">
                <a:solidFill>
                  <a:srgbClr val="FF0000"/>
                </a:solidFill>
              </a:rPr>
              <a:t> </a:t>
            </a:r>
            <a:r>
              <a:rPr lang="en-US" sz="2000" b="1" dirty="0" err="1">
                <a:solidFill>
                  <a:srgbClr val="FF0000"/>
                </a:solidFill>
              </a:rPr>
              <a:t>lớp</a:t>
            </a:r>
            <a:r>
              <a:rPr lang="en-US" sz="2000" b="1" dirty="0">
                <a:solidFill>
                  <a:srgbClr val="FF0000"/>
                </a:solidFill>
              </a:rPr>
              <a:t> </a:t>
            </a:r>
            <a:r>
              <a:rPr lang="en-US" sz="2000" b="1" dirty="0" err="1">
                <a:solidFill>
                  <a:srgbClr val="FF0000"/>
                </a:solidFill>
              </a:rPr>
              <a:t>học</a:t>
            </a:r>
            <a:endParaRPr lang="en-US" sz="2000" b="1" dirty="0">
              <a:solidFill>
                <a:srgbClr val="FF0000"/>
              </a:solidFill>
            </a:endParaRPr>
          </a:p>
          <a:p>
            <a:pPr marL="285750" indent="-285750" algn="just">
              <a:buFont typeface="Wingdings" pitchFamily="2" charset="2"/>
              <a:buChar char="ü"/>
            </a:pPr>
            <a:endParaRPr lang="en-US" sz="2000" b="1" dirty="0">
              <a:solidFill>
                <a:srgbClr val="FF0000"/>
              </a:solidFill>
            </a:endParaRPr>
          </a:p>
          <a:p>
            <a:pPr marL="0" indent="0" algn="just">
              <a:buNone/>
            </a:pPr>
            <a:r>
              <a:rPr lang="en-US" sz="2000" dirty="0">
                <a:solidFill>
                  <a:srgbClr val="0070C0"/>
                </a:solidFill>
              </a:rPr>
              <a:t>T</a:t>
            </a:r>
            <a:r>
              <a:rPr lang="vi-VN" sz="2000" dirty="0">
                <a:solidFill>
                  <a:srgbClr val="0070C0"/>
                </a:solidFill>
              </a:rPr>
              <a:t>hì phải báo ngay cho giảng viên đang giảng dạy bằng email hoặc tin nhắn điện thoại (hiển thị trên màn hình chờ trước buổi học trực tuyến) </a:t>
            </a:r>
            <a:r>
              <a:rPr lang="en-US" sz="2000" dirty="0" err="1">
                <a:solidFill>
                  <a:srgbClr val="0070C0"/>
                </a:solidFill>
                <a:cs typeface="Arial" pitchFamily="34" charset="0"/>
              </a:rPr>
              <a:t>hoặc</a:t>
            </a:r>
            <a:r>
              <a:rPr lang="en-US" sz="2000" dirty="0">
                <a:solidFill>
                  <a:srgbClr val="0070C0"/>
                </a:solidFill>
                <a:cs typeface="Arial" pitchFamily="34" charset="0"/>
              </a:rPr>
              <a:t> </a:t>
            </a:r>
            <a:r>
              <a:rPr lang="en-US" sz="2000" dirty="0" err="1">
                <a:solidFill>
                  <a:srgbClr val="0070C0"/>
                </a:solidFill>
                <a:cs typeface="Arial" pitchFamily="34" charset="0"/>
              </a:rPr>
              <a:t>báo</a:t>
            </a:r>
            <a:r>
              <a:rPr lang="en-US" sz="2000" dirty="0">
                <a:solidFill>
                  <a:srgbClr val="0070C0"/>
                </a:solidFill>
                <a:cs typeface="Arial" pitchFamily="34" charset="0"/>
              </a:rPr>
              <a:t> </a:t>
            </a:r>
            <a:r>
              <a:rPr lang="en-US" sz="2000" dirty="0" err="1">
                <a:solidFill>
                  <a:srgbClr val="0070C0"/>
                </a:solidFill>
                <a:cs typeface="Arial" pitchFamily="34" charset="0"/>
              </a:rPr>
              <a:t>cho</a:t>
            </a:r>
            <a:r>
              <a:rPr lang="en-US" sz="2000" dirty="0">
                <a:solidFill>
                  <a:srgbClr val="0070C0"/>
                </a:solidFill>
                <a:cs typeface="Arial" pitchFamily="34" charset="0"/>
              </a:rPr>
              <a:t> </a:t>
            </a:r>
            <a:r>
              <a:rPr lang="en-US" sz="2000" dirty="0" err="1">
                <a:solidFill>
                  <a:srgbClr val="0070C0"/>
                </a:solidFill>
                <a:cs typeface="Arial" pitchFamily="34" charset="0"/>
              </a:rPr>
              <a:t>cán</a:t>
            </a:r>
            <a:r>
              <a:rPr lang="en-US" sz="2000" dirty="0">
                <a:solidFill>
                  <a:srgbClr val="0070C0"/>
                </a:solidFill>
                <a:cs typeface="Arial" pitchFamily="34" charset="0"/>
              </a:rPr>
              <a:t> </a:t>
            </a:r>
            <a:r>
              <a:rPr lang="en-US" sz="2000" dirty="0" err="1">
                <a:solidFill>
                  <a:srgbClr val="0070C0"/>
                </a:solidFill>
                <a:cs typeface="Arial" pitchFamily="34" charset="0"/>
              </a:rPr>
              <a:t>bộ</a:t>
            </a:r>
            <a:r>
              <a:rPr lang="en-US" sz="2000" dirty="0">
                <a:solidFill>
                  <a:srgbClr val="0070C0"/>
                </a:solidFill>
                <a:cs typeface="Arial" pitchFamily="34" charset="0"/>
              </a:rPr>
              <a:t> </a:t>
            </a:r>
            <a:r>
              <a:rPr lang="en-US" sz="2000" dirty="0" err="1">
                <a:solidFill>
                  <a:srgbClr val="0070C0"/>
                </a:solidFill>
                <a:cs typeface="Arial" pitchFamily="34" charset="0"/>
              </a:rPr>
              <a:t>đại</a:t>
            </a:r>
            <a:r>
              <a:rPr lang="en-US" sz="2000" dirty="0">
                <a:solidFill>
                  <a:srgbClr val="0070C0"/>
                </a:solidFill>
                <a:cs typeface="Arial" pitchFamily="34" charset="0"/>
              </a:rPr>
              <a:t> </a:t>
            </a:r>
            <a:r>
              <a:rPr lang="en-US" sz="2000" dirty="0" err="1">
                <a:solidFill>
                  <a:srgbClr val="0070C0"/>
                </a:solidFill>
                <a:cs typeface="Arial" pitchFamily="34" charset="0"/>
              </a:rPr>
              <a:t>đội</a:t>
            </a:r>
            <a:r>
              <a:rPr lang="en-US" sz="2000" dirty="0">
                <a:solidFill>
                  <a:srgbClr val="0070C0"/>
                </a:solidFill>
                <a:cs typeface="Arial" pitchFamily="34" charset="0"/>
              </a:rPr>
              <a:t> </a:t>
            </a:r>
            <a:r>
              <a:rPr lang="en-US" sz="2000" dirty="0" err="1">
                <a:solidFill>
                  <a:srgbClr val="0070C0"/>
                </a:solidFill>
                <a:cs typeface="Arial" pitchFamily="34" charset="0"/>
              </a:rPr>
              <a:t>báo</a:t>
            </a:r>
            <a:r>
              <a:rPr lang="en-US" sz="2000" dirty="0">
                <a:solidFill>
                  <a:srgbClr val="0070C0"/>
                </a:solidFill>
                <a:cs typeface="Arial" pitchFamily="34" charset="0"/>
              </a:rPr>
              <a:t> </a:t>
            </a:r>
            <a:r>
              <a:rPr lang="en-US" sz="2000" dirty="0" err="1">
                <a:solidFill>
                  <a:srgbClr val="0070C0"/>
                </a:solidFill>
                <a:cs typeface="Arial" pitchFamily="34" charset="0"/>
              </a:rPr>
              <a:t>cho</a:t>
            </a:r>
            <a:r>
              <a:rPr lang="en-US" sz="2000" dirty="0">
                <a:solidFill>
                  <a:srgbClr val="0070C0"/>
                </a:solidFill>
                <a:cs typeface="Arial" pitchFamily="34" charset="0"/>
              </a:rPr>
              <a:t> </a:t>
            </a:r>
            <a:r>
              <a:rPr lang="en-US" sz="2000" dirty="0" err="1">
                <a:solidFill>
                  <a:srgbClr val="0070C0"/>
                </a:solidFill>
                <a:cs typeface="Arial" pitchFamily="34" charset="0"/>
              </a:rPr>
              <a:t>giảng</a:t>
            </a:r>
            <a:r>
              <a:rPr lang="en-US" sz="2000" dirty="0">
                <a:solidFill>
                  <a:srgbClr val="0070C0"/>
                </a:solidFill>
                <a:cs typeface="Arial" pitchFamily="34" charset="0"/>
              </a:rPr>
              <a:t> </a:t>
            </a:r>
            <a:r>
              <a:rPr lang="en-US" sz="2000" dirty="0" err="1">
                <a:solidFill>
                  <a:srgbClr val="0070C0"/>
                </a:solidFill>
                <a:cs typeface="Arial" pitchFamily="34" charset="0"/>
              </a:rPr>
              <a:t>viên</a:t>
            </a:r>
            <a:r>
              <a:rPr lang="en-US" sz="2000" dirty="0">
                <a:solidFill>
                  <a:srgbClr val="0070C0"/>
                </a:solidFill>
                <a:cs typeface="Arial" pitchFamily="34" charset="0"/>
              </a:rPr>
              <a:t>, </a:t>
            </a:r>
            <a:r>
              <a:rPr lang="vi-VN" sz="2000" dirty="0">
                <a:solidFill>
                  <a:srgbClr val="0070C0"/>
                </a:solidFill>
              </a:rPr>
              <a:t>sau đó sinh viên phải tìm biện pháp khắc phục sự cố để bảo đảm tham gia lớp học theo quy định. Có thể nhờ bạn đang tham gia lớp học báo cho giảng viên qua hộp thoại Chat.</a:t>
            </a:r>
            <a:endParaRPr lang="en-US" sz="2000" dirty="0">
              <a:solidFill>
                <a:srgbClr val="0070C0"/>
              </a:solidFill>
            </a:endParaRPr>
          </a:p>
          <a:p>
            <a:pPr marL="0" indent="0" algn="just">
              <a:buNone/>
            </a:pPr>
            <a:r>
              <a:rPr lang="vi-VN" sz="2000" dirty="0">
                <a:solidFill>
                  <a:srgbClr val="0070C0"/>
                </a:solidFill>
              </a:rPr>
              <a:t>Trường hợp giảng viên ra câu hỏi hoặc điểm danh trong giờ học mà sinh viên không mở được micro thì nhắn tin cho giảng viên trên hộp thoại Chat, sau đó tìm cách khắc phục để bảo đảm học tập.</a:t>
            </a:r>
            <a:endParaRPr lang="vi-VN" sz="2000" b="1" dirty="0">
              <a:solidFill>
                <a:srgbClr val="0070C0"/>
              </a:solidFill>
            </a:endParaRPr>
          </a:p>
        </p:txBody>
      </p:sp>
      <p:sp>
        <p:nvSpPr>
          <p:cNvPr id="4" name="Rectangle 3"/>
          <p:cNvSpPr/>
          <p:nvPr/>
        </p:nvSpPr>
        <p:spPr>
          <a:xfrm>
            <a:off x="1229022" y="846681"/>
            <a:ext cx="10196424" cy="477054"/>
          </a:xfrm>
          <a:prstGeom prst="rect">
            <a:avLst/>
          </a:prstGeom>
        </p:spPr>
        <p:txBody>
          <a:bodyPr wrap="square">
            <a:spAutoFit/>
          </a:bodyPr>
          <a:lstStyle/>
          <a:p>
            <a:pPr lvl="0" algn="ctr"/>
            <a:r>
              <a:rPr lang="vi-VN" sz="2500" b="1" dirty="0">
                <a:solidFill>
                  <a:srgbClr val="FF0000"/>
                </a:solidFill>
              </a:rPr>
              <a:t>Quy định học trực tuyến đối với sinh viê</a:t>
            </a:r>
            <a:r>
              <a:rPr lang="en-US" sz="2500" b="1" dirty="0">
                <a:solidFill>
                  <a:srgbClr val="FF0000"/>
                </a:solidFill>
              </a:rPr>
              <a:t>n</a:t>
            </a:r>
            <a:endParaRPr lang="en-SG" sz="2500" dirty="0">
              <a:solidFill>
                <a:srgbClr val="FF0000"/>
              </a:solidFill>
            </a:endParaRPr>
          </a:p>
        </p:txBody>
      </p:sp>
    </p:spTree>
    <p:extLst>
      <p:ext uri="{BB962C8B-B14F-4D97-AF65-F5344CB8AC3E}">
        <p14:creationId xmlns:p14="http://schemas.microsoft.com/office/powerpoint/2010/main" val="389234443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4294967295"/>
          </p:nvPr>
        </p:nvSpPr>
        <p:spPr>
          <a:xfrm>
            <a:off x="2501660" y="1901166"/>
            <a:ext cx="7660257" cy="4267200"/>
          </a:xfrm>
          <a:prstGeom prst="rect">
            <a:avLst/>
          </a:prstGeom>
        </p:spPr>
        <p:txBody>
          <a:bodyPr>
            <a:normAutofit/>
          </a:bodyPr>
          <a:lstStyle/>
          <a:p>
            <a:pPr lvl="0">
              <a:lnSpc>
                <a:spcPct val="150000"/>
              </a:lnSpc>
              <a:buFont typeface="Wingdings" pitchFamily="2" charset="2"/>
              <a:buChar char="ü"/>
            </a:pPr>
            <a:r>
              <a:rPr lang="nb-NO" sz="1800" b="1" dirty="0" smtClean="0">
                <a:solidFill>
                  <a:srgbClr val="0070C0"/>
                </a:solidFill>
                <a:latin typeface="Arial" pitchFamily="34" charset="0"/>
                <a:cs typeface="Arial" pitchFamily="34" charset="0"/>
              </a:rPr>
              <a:t>Các trường hợp </a:t>
            </a:r>
            <a:r>
              <a:rPr lang="en-US" sz="1800" b="1" dirty="0" err="1" smtClean="0">
                <a:solidFill>
                  <a:srgbClr val="0070C0"/>
                </a:solidFill>
                <a:latin typeface="Arial" pitchFamily="34" charset="0"/>
                <a:cs typeface="Arial" pitchFamily="34" charset="0"/>
              </a:rPr>
              <a:t>không</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đủ</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điều</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kiện</a:t>
            </a:r>
            <a:r>
              <a:rPr lang="en-US" sz="1800" b="1" dirty="0" smtClean="0">
                <a:solidFill>
                  <a:srgbClr val="0070C0"/>
                </a:solidFill>
                <a:latin typeface="Arial" pitchFamily="34" charset="0"/>
                <a:cs typeface="Arial" pitchFamily="34" charset="0"/>
              </a:rPr>
              <a:t> </a:t>
            </a:r>
            <a:r>
              <a:rPr lang="nb-NO" sz="1800" b="1" dirty="0" smtClean="0">
                <a:solidFill>
                  <a:srgbClr val="0070C0"/>
                </a:solidFill>
                <a:latin typeface="Arial" pitchFamily="34" charset="0"/>
                <a:cs typeface="Arial" pitchFamily="34" charset="0"/>
              </a:rPr>
              <a:t>thi các học phần </a:t>
            </a:r>
            <a:endParaRPr lang="vi-VN" sz="1800" dirty="0">
              <a:solidFill>
                <a:srgbClr val="0070C0"/>
              </a:solidFill>
              <a:latin typeface="Arial" pitchFamily="34" charset="0"/>
              <a:cs typeface="Arial" pitchFamily="34" charset="0"/>
            </a:endParaRPr>
          </a:p>
          <a:p>
            <a:pPr lvl="0">
              <a:lnSpc>
                <a:spcPct val="150000"/>
              </a:lnSpc>
              <a:buFont typeface="Wingdings" pitchFamily="2" charset="2"/>
              <a:buChar char="ü"/>
            </a:pPr>
            <a:r>
              <a:rPr lang="en-US" sz="1800" b="1" dirty="0" err="1" smtClean="0">
                <a:solidFill>
                  <a:srgbClr val="0070C0"/>
                </a:solidFill>
                <a:latin typeface="Arial" pitchFamily="34" charset="0"/>
                <a:cs typeface="Arial" pitchFamily="34" charset="0"/>
              </a:rPr>
              <a:t>Việc</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giải</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quyết</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đơn</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xin</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dự</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thi</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kết</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thúc</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học</a:t>
            </a:r>
            <a:r>
              <a:rPr lang="en-US" sz="1800" b="1" dirty="0" smtClean="0">
                <a:solidFill>
                  <a:srgbClr val="0070C0"/>
                </a:solidFill>
                <a:latin typeface="Arial" pitchFamily="34" charset="0"/>
                <a:cs typeface="Arial" pitchFamily="34" charset="0"/>
              </a:rPr>
              <a:t> </a:t>
            </a:r>
            <a:r>
              <a:rPr lang="en-US" sz="1800" b="1" dirty="0" err="1" smtClean="0">
                <a:solidFill>
                  <a:srgbClr val="0070C0"/>
                </a:solidFill>
                <a:latin typeface="Arial" pitchFamily="34" charset="0"/>
                <a:cs typeface="Arial" pitchFamily="34" charset="0"/>
              </a:rPr>
              <a:t>phần</a:t>
            </a:r>
            <a:endParaRPr lang="vi-VN" sz="1800" dirty="0">
              <a:solidFill>
                <a:srgbClr val="0070C0"/>
              </a:solidFill>
              <a:latin typeface="Arial" pitchFamily="34" charset="0"/>
              <a:cs typeface="Arial" pitchFamily="34" charset="0"/>
            </a:endParaRPr>
          </a:p>
          <a:p>
            <a:pPr lvl="0">
              <a:lnSpc>
                <a:spcPct val="150000"/>
              </a:lnSpc>
              <a:buFont typeface="Wingdings" pitchFamily="2" charset="2"/>
              <a:buChar char="ü"/>
            </a:pPr>
            <a:r>
              <a:rPr lang="nb-NO" sz="1800" b="1" dirty="0" smtClean="0">
                <a:solidFill>
                  <a:srgbClr val="0070C0"/>
                </a:solidFill>
                <a:latin typeface="Arial" pitchFamily="34" charset="0"/>
                <a:cs typeface="Arial" pitchFamily="34" charset="0"/>
              </a:rPr>
              <a:t>Trường hợp được thi lại các học phần và thi vét</a:t>
            </a:r>
            <a:endParaRPr lang="vi-VN" sz="1800" dirty="0">
              <a:solidFill>
                <a:srgbClr val="0070C0"/>
              </a:solidFill>
              <a:latin typeface="Arial" pitchFamily="34" charset="0"/>
              <a:cs typeface="Arial" pitchFamily="34" charset="0"/>
            </a:endParaRPr>
          </a:p>
          <a:p>
            <a:pPr lvl="0">
              <a:lnSpc>
                <a:spcPct val="150000"/>
              </a:lnSpc>
              <a:buFont typeface="Wingdings" pitchFamily="2" charset="2"/>
              <a:buChar char="ü"/>
            </a:pPr>
            <a:r>
              <a:rPr lang="nb-NO" sz="1800" b="1" dirty="0" smtClean="0">
                <a:solidFill>
                  <a:srgbClr val="0070C0"/>
                </a:solidFill>
                <a:latin typeface="Arial" pitchFamily="34" charset="0"/>
                <a:cs typeface="Arial" pitchFamily="34" charset="0"/>
              </a:rPr>
              <a:t>Việc đăng ký học lại</a:t>
            </a:r>
            <a:endParaRPr lang="vi-VN" sz="1800" dirty="0">
              <a:solidFill>
                <a:srgbClr val="0070C0"/>
              </a:solidFill>
              <a:latin typeface="Arial" pitchFamily="34" charset="0"/>
              <a:cs typeface="Arial" pitchFamily="34" charset="0"/>
            </a:endParaRPr>
          </a:p>
        </p:txBody>
      </p:sp>
      <p:sp>
        <p:nvSpPr>
          <p:cNvPr id="7" name="Rectangle 6"/>
          <p:cNvSpPr/>
          <p:nvPr/>
        </p:nvSpPr>
        <p:spPr>
          <a:xfrm>
            <a:off x="2521981" y="1060126"/>
            <a:ext cx="6685280" cy="477054"/>
          </a:xfrm>
          <a:prstGeom prst="rect">
            <a:avLst/>
          </a:prstGeom>
        </p:spPr>
        <p:txBody>
          <a:bodyPr wrap="square">
            <a:spAutoFit/>
          </a:bodyPr>
          <a:lstStyle/>
          <a:p>
            <a:pPr lvl="0"/>
            <a:r>
              <a:rPr lang="vi-VN" sz="2500" b="1" dirty="0">
                <a:solidFill>
                  <a:srgbClr val="FF0000"/>
                </a:solidFill>
              </a:rPr>
              <a:t>Quy định </a:t>
            </a:r>
            <a:r>
              <a:rPr lang="en-US" sz="2500" b="1" dirty="0" err="1" smtClean="0">
                <a:solidFill>
                  <a:srgbClr val="FF0000"/>
                </a:solidFill>
              </a:rPr>
              <a:t>cấm</a:t>
            </a:r>
            <a:r>
              <a:rPr lang="en-US" sz="2500" b="1" dirty="0" smtClean="0">
                <a:solidFill>
                  <a:srgbClr val="FF0000"/>
                </a:solidFill>
              </a:rPr>
              <a:t> </a:t>
            </a:r>
            <a:r>
              <a:rPr lang="en-US" sz="2500" b="1" dirty="0" err="1" smtClean="0">
                <a:solidFill>
                  <a:srgbClr val="FF0000"/>
                </a:solidFill>
              </a:rPr>
              <a:t>thi</a:t>
            </a:r>
            <a:r>
              <a:rPr lang="en-US" sz="2500" b="1" dirty="0" smtClean="0">
                <a:solidFill>
                  <a:srgbClr val="FF0000"/>
                </a:solidFill>
              </a:rPr>
              <a:t> </a:t>
            </a:r>
            <a:r>
              <a:rPr lang="en-US" sz="2500" b="1" dirty="0" err="1" smtClean="0">
                <a:solidFill>
                  <a:srgbClr val="FF0000"/>
                </a:solidFill>
              </a:rPr>
              <a:t>và</a:t>
            </a:r>
            <a:r>
              <a:rPr lang="en-US" sz="2500" b="1" dirty="0" smtClean="0">
                <a:solidFill>
                  <a:srgbClr val="FF0000"/>
                </a:solidFill>
              </a:rPr>
              <a:t> </a:t>
            </a:r>
            <a:r>
              <a:rPr lang="en-US" sz="2500" b="1" dirty="0" err="1" smtClean="0">
                <a:solidFill>
                  <a:srgbClr val="FF0000"/>
                </a:solidFill>
              </a:rPr>
              <a:t>giải</a:t>
            </a:r>
            <a:r>
              <a:rPr lang="en-US" sz="2500" b="1" dirty="0" smtClean="0">
                <a:solidFill>
                  <a:srgbClr val="FF0000"/>
                </a:solidFill>
              </a:rPr>
              <a:t> </a:t>
            </a:r>
            <a:r>
              <a:rPr lang="en-US" sz="2500" b="1" dirty="0" err="1" smtClean="0">
                <a:solidFill>
                  <a:srgbClr val="FF0000"/>
                </a:solidFill>
              </a:rPr>
              <a:t>quyết</a:t>
            </a:r>
            <a:r>
              <a:rPr lang="en-US" sz="2500" b="1" dirty="0" smtClean="0">
                <a:solidFill>
                  <a:srgbClr val="FF0000"/>
                </a:solidFill>
              </a:rPr>
              <a:t> </a:t>
            </a:r>
            <a:r>
              <a:rPr lang="en-US" sz="2500" b="1" dirty="0" err="1" smtClean="0">
                <a:solidFill>
                  <a:srgbClr val="FF0000"/>
                </a:solidFill>
              </a:rPr>
              <a:t>đơn</a:t>
            </a:r>
            <a:endParaRPr lang="en-SG" sz="2500" dirty="0">
              <a:solidFill>
                <a:srgbClr val="FF0000"/>
              </a:solidFill>
            </a:endParaRPr>
          </a:p>
        </p:txBody>
      </p:sp>
    </p:spTree>
    <p:extLst>
      <p:ext uri="{BB962C8B-B14F-4D97-AF65-F5344CB8AC3E}">
        <p14:creationId xmlns:p14="http://schemas.microsoft.com/office/powerpoint/2010/main" val="27673900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638175" y="1549400"/>
            <a:ext cx="10715625" cy="2880710"/>
          </a:xfrm>
          <a:prstGeom prst="rect">
            <a:avLst/>
          </a:prstGeom>
        </p:spPr>
        <p:txBody>
          <a:bodyPr>
            <a:normAutofit/>
          </a:bodyPr>
          <a:lstStyle/>
          <a:p>
            <a:pPr marL="45720" indent="0" algn="ctr">
              <a:lnSpc>
                <a:spcPct val="150000"/>
              </a:lnSpc>
              <a:buNone/>
            </a:pPr>
            <a:r>
              <a:rPr lang="nb-NO" b="1" dirty="0">
                <a:solidFill>
                  <a:srgbClr val="0070C0"/>
                </a:solidFill>
                <a:cs typeface="Arial" pitchFamily="34" charset="0"/>
              </a:rPr>
              <a:t>Các trường hợp </a:t>
            </a:r>
            <a:r>
              <a:rPr lang="en-US" b="1" dirty="0" err="1">
                <a:solidFill>
                  <a:srgbClr val="0070C0"/>
                </a:solidFill>
                <a:cs typeface="Arial" pitchFamily="34" charset="0"/>
              </a:rPr>
              <a:t>không</a:t>
            </a:r>
            <a:r>
              <a:rPr lang="en-US" b="1" dirty="0">
                <a:solidFill>
                  <a:srgbClr val="0070C0"/>
                </a:solidFill>
                <a:cs typeface="Arial" pitchFamily="34" charset="0"/>
              </a:rPr>
              <a:t> </a:t>
            </a:r>
            <a:r>
              <a:rPr lang="en-US" b="1" dirty="0" err="1">
                <a:solidFill>
                  <a:srgbClr val="0070C0"/>
                </a:solidFill>
                <a:cs typeface="Arial" pitchFamily="34" charset="0"/>
              </a:rPr>
              <a:t>đủ</a:t>
            </a:r>
            <a:r>
              <a:rPr lang="en-US" b="1" dirty="0">
                <a:solidFill>
                  <a:srgbClr val="0070C0"/>
                </a:solidFill>
                <a:cs typeface="Arial" pitchFamily="34" charset="0"/>
              </a:rPr>
              <a:t> </a:t>
            </a:r>
            <a:r>
              <a:rPr lang="en-US" b="1" dirty="0" err="1">
                <a:solidFill>
                  <a:srgbClr val="0070C0"/>
                </a:solidFill>
                <a:cs typeface="Arial" pitchFamily="34" charset="0"/>
              </a:rPr>
              <a:t>điều</a:t>
            </a:r>
            <a:r>
              <a:rPr lang="en-US" b="1" dirty="0">
                <a:solidFill>
                  <a:srgbClr val="0070C0"/>
                </a:solidFill>
                <a:cs typeface="Arial" pitchFamily="34" charset="0"/>
              </a:rPr>
              <a:t> </a:t>
            </a:r>
            <a:r>
              <a:rPr lang="en-US" b="1" dirty="0" err="1">
                <a:solidFill>
                  <a:srgbClr val="0070C0"/>
                </a:solidFill>
                <a:cs typeface="Arial" pitchFamily="34" charset="0"/>
              </a:rPr>
              <a:t>kiện</a:t>
            </a:r>
            <a:r>
              <a:rPr lang="en-US" b="1" dirty="0">
                <a:solidFill>
                  <a:srgbClr val="0070C0"/>
                </a:solidFill>
                <a:cs typeface="Arial" pitchFamily="34" charset="0"/>
              </a:rPr>
              <a:t> </a:t>
            </a:r>
            <a:r>
              <a:rPr lang="nb-NO" b="1" dirty="0">
                <a:solidFill>
                  <a:srgbClr val="0070C0"/>
                </a:solidFill>
                <a:cs typeface="Arial" pitchFamily="34" charset="0"/>
              </a:rPr>
              <a:t>thi các học phần</a:t>
            </a:r>
            <a:endParaRPr lang="en-US" b="1" dirty="0">
              <a:solidFill>
                <a:srgbClr val="0070C0"/>
              </a:solidFill>
            </a:endParaRPr>
          </a:p>
          <a:p>
            <a:pPr>
              <a:lnSpc>
                <a:spcPct val="150000"/>
              </a:lnSpc>
              <a:buFont typeface="Wingdings" pitchFamily="2" charset="2"/>
              <a:buChar char="§"/>
            </a:pPr>
            <a:r>
              <a:rPr lang="vi-VN" sz="2400" dirty="0">
                <a:solidFill>
                  <a:schemeClr val="accent1"/>
                </a:solidFill>
              </a:rPr>
              <a:t>Vắng học </a:t>
            </a:r>
            <a:r>
              <a:rPr lang="en-US" sz="2400" dirty="0">
                <a:solidFill>
                  <a:schemeClr val="accent1"/>
                </a:solidFill>
              </a:rPr>
              <a:t>01 </a:t>
            </a:r>
            <a:r>
              <a:rPr lang="en-US" sz="2400" dirty="0" err="1">
                <a:solidFill>
                  <a:schemeClr val="accent1"/>
                </a:solidFill>
              </a:rPr>
              <a:t>buổi</a:t>
            </a:r>
            <a:r>
              <a:rPr lang="en-US" sz="2400" dirty="0">
                <a:solidFill>
                  <a:schemeClr val="accent1"/>
                </a:solidFill>
              </a:rPr>
              <a:t> </a:t>
            </a:r>
            <a:r>
              <a:rPr lang="en-US" sz="2400" dirty="0" err="1">
                <a:solidFill>
                  <a:schemeClr val="accent1"/>
                </a:solidFill>
              </a:rPr>
              <a:t>mà</a:t>
            </a:r>
            <a:r>
              <a:rPr lang="en-US" sz="2400" dirty="0">
                <a:solidFill>
                  <a:schemeClr val="accent1"/>
                </a:solidFill>
              </a:rPr>
              <a:t> </a:t>
            </a:r>
            <a:r>
              <a:rPr lang="vi-VN" sz="2400" dirty="0">
                <a:solidFill>
                  <a:schemeClr val="accent1"/>
                </a:solidFill>
              </a:rPr>
              <a:t>không có lý do</a:t>
            </a:r>
            <a:r>
              <a:rPr lang="en-US" sz="2400" dirty="0">
                <a:solidFill>
                  <a:schemeClr val="accent1"/>
                </a:solidFill>
              </a:rPr>
              <a:t> </a:t>
            </a:r>
            <a:r>
              <a:rPr lang="en-US" sz="2400" dirty="0" err="1">
                <a:solidFill>
                  <a:schemeClr val="accent1"/>
                </a:solidFill>
              </a:rPr>
              <a:t>chính</a:t>
            </a:r>
            <a:r>
              <a:rPr lang="en-US" sz="2400" dirty="0">
                <a:solidFill>
                  <a:schemeClr val="accent1"/>
                </a:solidFill>
              </a:rPr>
              <a:t> </a:t>
            </a:r>
            <a:r>
              <a:rPr lang="en-US" sz="2400" dirty="0" err="1">
                <a:solidFill>
                  <a:schemeClr val="accent1"/>
                </a:solidFill>
              </a:rPr>
              <a:t>đáng</a:t>
            </a:r>
            <a:r>
              <a:rPr lang="vi-VN" sz="2400" dirty="0" smtClean="0">
                <a:solidFill>
                  <a:schemeClr val="accent1"/>
                </a:solidFill>
              </a:rPr>
              <a:t>..</a:t>
            </a:r>
            <a:endParaRPr lang="en-SG" sz="2400" dirty="0">
              <a:solidFill>
                <a:schemeClr val="accent1"/>
              </a:solidFill>
            </a:endParaRPr>
          </a:p>
          <a:p>
            <a:pPr lvl="0" rtl="0">
              <a:lnSpc>
                <a:spcPct val="150000"/>
              </a:lnSpc>
              <a:buFont typeface="Wingdings" pitchFamily="2" charset="2"/>
              <a:buChar char="§"/>
            </a:pPr>
            <a:r>
              <a:rPr lang="vi-VN" sz="2400" dirty="0">
                <a:solidFill>
                  <a:srgbClr val="0070C0"/>
                </a:solidFill>
              </a:rPr>
              <a:t>Chấp hành không nghiêm các quy định về học trực tuyến theo quy định. </a:t>
            </a:r>
            <a:endParaRPr lang="en-SG" sz="2400" dirty="0">
              <a:solidFill>
                <a:srgbClr val="0070C0"/>
              </a:solidFill>
            </a:endParaRPr>
          </a:p>
        </p:txBody>
      </p:sp>
      <p:sp>
        <p:nvSpPr>
          <p:cNvPr id="4" name="Rectangle 3"/>
          <p:cNvSpPr/>
          <p:nvPr/>
        </p:nvSpPr>
        <p:spPr>
          <a:xfrm>
            <a:off x="552091" y="1030396"/>
            <a:ext cx="5676181" cy="477054"/>
          </a:xfrm>
          <a:prstGeom prst="rect">
            <a:avLst/>
          </a:prstGeom>
        </p:spPr>
        <p:txBody>
          <a:bodyPr wrap="square">
            <a:spAutoFit/>
          </a:bodyPr>
          <a:lstStyle/>
          <a:p>
            <a:pPr lvl="0"/>
            <a:r>
              <a:rPr lang="vi-VN" sz="2500" b="1" dirty="0">
                <a:solidFill>
                  <a:srgbClr val="FF0000"/>
                </a:solidFill>
              </a:rPr>
              <a:t>Quy định </a:t>
            </a:r>
            <a:r>
              <a:rPr lang="en-US" sz="2500" b="1" dirty="0" err="1" smtClean="0">
                <a:solidFill>
                  <a:srgbClr val="FF0000"/>
                </a:solidFill>
              </a:rPr>
              <a:t>cấm</a:t>
            </a:r>
            <a:r>
              <a:rPr lang="en-US" sz="2500" b="1" dirty="0" smtClean="0">
                <a:solidFill>
                  <a:srgbClr val="FF0000"/>
                </a:solidFill>
              </a:rPr>
              <a:t> </a:t>
            </a:r>
            <a:r>
              <a:rPr lang="en-US" sz="2500" b="1" dirty="0" err="1" smtClean="0">
                <a:solidFill>
                  <a:srgbClr val="FF0000"/>
                </a:solidFill>
              </a:rPr>
              <a:t>thi</a:t>
            </a:r>
            <a:r>
              <a:rPr lang="en-US" sz="2500" b="1" dirty="0" smtClean="0">
                <a:solidFill>
                  <a:srgbClr val="FF0000"/>
                </a:solidFill>
              </a:rPr>
              <a:t> </a:t>
            </a:r>
            <a:r>
              <a:rPr lang="en-US" sz="2500" b="1" dirty="0" err="1" smtClean="0">
                <a:solidFill>
                  <a:srgbClr val="FF0000"/>
                </a:solidFill>
              </a:rPr>
              <a:t>và</a:t>
            </a:r>
            <a:r>
              <a:rPr lang="en-US" sz="2500" b="1" dirty="0" smtClean="0">
                <a:solidFill>
                  <a:srgbClr val="FF0000"/>
                </a:solidFill>
              </a:rPr>
              <a:t> </a:t>
            </a:r>
            <a:r>
              <a:rPr lang="en-US" sz="2500" b="1" dirty="0" err="1" smtClean="0">
                <a:solidFill>
                  <a:srgbClr val="FF0000"/>
                </a:solidFill>
              </a:rPr>
              <a:t>giải</a:t>
            </a:r>
            <a:r>
              <a:rPr lang="en-US" sz="2500" b="1" dirty="0" smtClean="0">
                <a:solidFill>
                  <a:srgbClr val="FF0000"/>
                </a:solidFill>
              </a:rPr>
              <a:t> </a:t>
            </a:r>
            <a:r>
              <a:rPr lang="en-US" sz="2500" b="1" dirty="0" err="1" smtClean="0">
                <a:solidFill>
                  <a:srgbClr val="FF0000"/>
                </a:solidFill>
              </a:rPr>
              <a:t>quyết</a:t>
            </a:r>
            <a:r>
              <a:rPr lang="en-US" sz="2500" b="1" dirty="0" smtClean="0">
                <a:solidFill>
                  <a:srgbClr val="FF0000"/>
                </a:solidFill>
              </a:rPr>
              <a:t> </a:t>
            </a:r>
            <a:r>
              <a:rPr lang="en-US" sz="2500" b="1" dirty="0" err="1" smtClean="0">
                <a:solidFill>
                  <a:srgbClr val="FF0000"/>
                </a:solidFill>
              </a:rPr>
              <a:t>đơn</a:t>
            </a:r>
            <a:endParaRPr lang="en-SG" sz="2500" dirty="0">
              <a:solidFill>
                <a:srgbClr val="FF0000"/>
              </a:solidFill>
            </a:endParaRPr>
          </a:p>
        </p:txBody>
      </p:sp>
    </p:spTree>
    <p:extLst>
      <p:ext uri="{BB962C8B-B14F-4D97-AF65-F5344CB8AC3E}">
        <p14:creationId xmlns:p14="http://schemas.microsoft.com/office/powerpoint/2010/main" val="354295290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279400"/>
            <a:ext cx="8534400" cy="1143000"/>
          </a:xfrm>
          <a:prstGeom prst="rect">
            <a:avLst/>
          </a:prstGeom>
        </p:spPr>
        <p:txBody>
          <a:bodyPr/>
          <a:lstStyle/>
          <a:p>
            <a:pPr lvl="0" algn="ctr" rtl="0"/>
            <a:endParaRPr lang="en-SG" sz="2400" dirty="0">
              <a:latin typeface="Arial" pitchFamily="34" charset="0"/>
              <a:cs typeface="Arial" pitchFamily="34" charset="0"/>
            </a:endParaRPr>
          </a:p>
        </p:txBody>
      </p:sp>
      <p:sp>
        <p:nvSpPr>
          <p:cNvPr id="3" name="Content Placeholder 2"/>
          <p:cNvSpPr>
            <a:spLocks noGrp="1"/>
          </p:cNvSpPr>
          <p:nvPr>
            <p:ph sz="quarter" idx="4294967295"/>
          </p:nvPr>
        </p:nvSpPr>
        <p:spPr>
          <a:xfrm>
            <a:off x="212271" y="1370129"/>
            <a:ext cx="11772900" cy="5403096"/>
          </a:xfrm>
          <a:prstGeom prst="rect">
            <a:avLst/>
          </a:prstGeom>
        </p:spPr>
        <p:txBody>
          <a:bodyPr>
            <a:normAutofit fontScale="77500" lnSpcReduction="20000"/>
          </a:bodyPr>
          <a:lstStyle/>
          <a:p>
            <a:pPr marL="0" indent="0" algn="ctr">
              <a:lnSpc>
                <a:spcPct val="170000"/>
              </a:lnSpc>
              <a:buNone/>
            </a:pPr>
            <a:r>
              <a:rPr lang="en-US" b="1" dirty="0" err="1">
                <a:solidFill>
                  <a:srgbClr val="0070C0"/>
                </a:solidFill>
                <a:latin typeface="Arial" pitchFamily="34" charset="0"/>
                <a:cs typeface="Arial" pitchFamily="34" charset="0"/>
              </a:rPr>
              <a:t>Việc</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giải</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quyết</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đơn</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xin</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dự</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thi</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kết</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thúc</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học</a:t>
            </a:r>
            <a:r>
              <a:rPr lang="en-US" b="1" dirty="0">
                <a:solidFill>
                  <a:srgbClr val="0070C0"/>
                </a:solidFill>
                <a:latin typeface="Arial" pitchFamily="34" charset="0"/>
                <a:cs typeface="Arial" pitchFamily="34" charset="0"/>
              </a:rPr>
              <a:t> </a:t>
            </a:r>
            <a:r>
              <a:rPr lang="en-US" b="1" dirty="0" err="1">
                <a:solidFill>
                  <a:srgbClr val="0070C0"/>
                </a:solidFill>
                <a:latin typeface="Arial" pitchFamily="34" charset="0"/>
                <a:cs typeface="Arial" pitchFamily="34" charset="0"/>
              </a:rPr>
              <a:t>phần</a:t>
            </a:r>
            <a:endParaRPr lang="en-US" dirty="0">
              <a:solidFill>
                <a:srgbClr val="0070C0"/>
              </a:solidFill>
            </a:endParaRPr>
          </a:p>
          <a:p>
            <a:pPr marL="0" indent="0" algn="just">
              <a:lnSpc>
                <a:spcPct val="120000"/>
              </a:lnSpc>
              <a:spcBef>
                <a:spcPts val="0"/>
              </a:spcBef>
              <a:buNone/>
            </a:pPr>
            <a:r>
              <a:rPr lang="en-US" sz="2400" dirty="0">
                <a:solidFill>
                  <a:srgbClr val="0070C0"/>
                </a:solidFill>
                <a:latin typeface="Arial" pitchFamily="34" charset="0"/>
                <a:cs typeface="Arial" pitchFamily="34" charset="0"/>
              </a:rPr>
              <a:t>	</a:t>
            </a:r>
            <a:endParaRPr lang="en-US" sz="2400" dirty="0" smtClean="0">
              <a:solidFill>
                <a:srgbClr val="0070C0"/>
              </a:solidFill>
              <a:latin typeface="Arial" pitchFamily="34" charset="0"/>
              <a:cs typeface="Arial" pitchFamily="34" charset="0"/>
            </a:endParaRPr>
          </a:p>
          <a:p>
            <a:pPr marL="0" indent="0" algn="just">
              <a:lnSpc>
                <a:spcPct val="120000"/>
              </a:lnSpc>
              <a:spcBef>
                <a:spcPts val="0"/>
              </a:spcBef>
              <a:buNone/>
            </a:pPr>
            <a:r>
              <a:rPr lang="en-US" sz="2400" dirty="0" err="1" smtClean="0">
                <a:solidFill>
                  <a:srgbClr val="0070C0"/>
                </a:solidFill>
                <a:latin typeface="Arial" pitchFamily="34" charset="0"/>
                <a:cs typeface="Arial" pitchFamily="34" charset="0"/>
              </a:rPr>
              <a:t>Thí</a:t>
            </a:r>
            <a:r>
              <a:rPr lang="en-US" sz="2400" dirty="0" smtClean="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sinh</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vắng</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học</a:t>
            </a:r>
            <a:r>
              <a:rPr lang="en-US" sz="2400" dirty="0">
                <a:solidFill>
                  <a:srgbClr val="0070C0"/>
                </a:solidFill>
                <a:latin typeface="Arial" pitchFamily="34" charset="0"/>
                <a:cs typeface="Arial" pitchFamily="34" charset="0"/>
              </a:rPr>
              <a:t> </a:t>
            </a:r>
            <a:r>
              <a:rPr lang="en-US" sz="2400" dirty="0">
                <a:solidFill>
                  <a:srgbClr val="FF0000"/>
                </a:solidFill>
                <a:latin typeface="Arial" pitchFamily="34" charset="0"/>
                <a:cs typeface="Arial" pitchFamily="34" charset="0"/>
              </a:rPr>
              <a:t>ở </a:t>
            </a:r>
            <a:r>
              <a:rPr lang="en-US" sz="2400" dirty="0" err="1">
                <a:solidFill>
                  <a:srgbClr val="FF0000"/>
                </a:solidFill>
                <a:latin typeface="Arial" pitchFamily="34" charset="0"/>
                <a:cs typeface="Arial" pitchFamily="34" charset="0"/>
              </a:rPr>
              <a:t>học</a:t>
            </a:r>
            <a:r>
              <a:rPr lang="en-US" sz="2400" dirty="0">
                <a:solidFill>
                  <a:srgbClr val="FF0000"/>
                </a:solidFill>
                <a:latin typeface="Arial" pitchFamily="34" charset="0"/>
                <a:cs typeface="Arial" pitchFamily="34" charset="0"/>
              </a:rPr>
              <a:t> </a:t>
            </a:r>
            <a:r>
              <a:rPr lang="en-US" sz="2400" dirty="0" err="1">
                <a:solidFill>
                  <a:srgbClr val="FF0000"/>
                </a:solidFill>
                <a:latin typeface="Arial" pitchFamily="34" charset="0"/>
                <a:cs typeface="Arial" pitchFamily="34" charset="0"/>
              </a:rPr>
              <a:t>phần</a:t>
            </a:r>
            <a:r>
              <a:rPr lang="en-US" sz="2400" dirty="0">
                <a:solidFill>
                  <a:srgbClr val="FF0000"/>
                </a:solidFill>
                <a:latin typeface="Arial" pitchFamily="34" charset="0"/>
                <a:cs typeface="Arial" pitchFamily="34" charset="0"/>
              </a:rPr>
              <a:t> </a:t>
            </a:r>
            <a:r>
              <a:rPr lang="en-US" sz="2400" dirty="0" err="1">
                <a:solidFill>
                  <a:srgbClr val="FF0000"/>
                </a:solidFill>
                <a:latin typeface="Arial" pitchFamily="34" charset="0"/>
                <a:cs typeface="Arial" pitchFamily="34" charset="0"/>
              </a:rPr>
              <a:t>nào</a:t>
            </a:r>
            <a:r>
              <a:rPr lang="en-US" sz="2400" dirty="0">
                <a:solidFill>
                  <a:srgbClr val="FF0000"/>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thì</a:t>
            </a:r>
            <a:r>
              <a:rPr lang="vi-VN"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phải</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viết</a:t>
            </a:r>
            <a:r>
              <a:rPr lang="vi-VN" sz="2400" dirty="0">
                <a:solidFill>
                  <a:srgbClr val="0070C0"/>
                </a:solidFill>
                <a:latin typeface="Arial" pitchFamily="34" charset="0"/>
                <a:cs typeface="Arial" pitchFamily="34" charset="0"/>
              </a:rPr>
              <a:t> </a:t>
            </a:r>
            <a:r>
              <a:rPr lang="vi-VN" sz="2400" dirty="0">
                <a:solidFill>
                  <a:srgbClr val="FF0000"/>
                </a:solidFill>
                <a:latin typeface="Arial" pitchFamily="34" charset="0"/>
                <a:cs typeface="Arial" pitchFamily="34" charset="0"/>
              </a:rPr>
              <a:t>đơn xin </a:t>
            </a:r>
            <a:r>
              <a:rPr lang="vi-VN" sz="2400" dirty="0" err="1">
                <a:solidFill>
                  <a:srgbClr val="FF0000"/>
                </a:solidFill>
                <a:latin typeface="Arial" pitchFamily="34" charset="0"/>
                <a:cs typeface="Arial" pitchFamily="34" charset="0"/>
              </a:rPr>
              <a:t>dự</a:t>
            </a:r>
            <a:r>
              <a:rPr lang="vi-VN" sz="2400" dirty="0">
                <a:solidFill>
                  <a:srgbClr val="FF0000"/>
                </a:solidFill>
                <a:latin typeface="Arial" pitchFamily="34" charset="0"/>
                <a:cs typeface="Arial" pitchFamily="34" charset="0"/>
              </a:rPr>
              <a:t> thi </a:t>
            </a:r>
            <a:r>
              <a:rPr lang="vi-VN" sz="2400" dirty="0" err="1">
                <a:solidFill>
                  <a:srgbClr val="FF0000"/>
                </a:solidFill>
                <a:latin typeface="Arial" pitchFamily="34" charset="0"/>
                <a:cs typeface="Arial" pitchFamily="34" charset="0"/>
              </a:rPr>
              <a:t>kèm</a:t>
            </a:r>
            <a:r>
              <a:rPr lang="vi-VN" sz="2400" dirty="0">
                <a:solidFill>
                  <a:srgbClr val="FF0000"/>
                </a:solidFill>
                <a:latin typeface="Arial" pitchFamily="34" charset="0"/>
                <a:cs typeface="Arial" pitchFamily="34" charset="0"/>
              </a:rPr>
              <a:t> </a:t>
            </a:r>
            <a:r>
              <a:rPr lang="en-US" sz="2400" dirty="0" err="1">
                <a:solidFill>
                  <a:srgbClr val="FF0000"/>
                </a:solidFill>
                <a:latin typeface="Arial" pitchFamily="34" charset="0"/>
                <a:cs typeface="Arial" pitchFamily="34" charset="0"/>
              </a:rPr>
              <a:t>bản</a:t>
            </a:r>
            <a:r>
              <a:rPr lang="en-US" sz="2400" dirty="0">
                <a:solidFill>
                  <a:srgbClr val="FF0000"/>
                </a:solidFill>
                <a:latin typeface="Arial" pitchFamily="34" charset="0"/>
                <a:cs typeface="Arial" pitchFamily="34" charset="0"/>
              </a:rPr>
              <a:t> </a:t>
            </a:r>
            <a:r>
              <a:rPr lang="en-US" sz="2400" dirty="0" err="1">
                <a:solidFill>
                  <a:srgbClr val="FF0000"/>
                </a:solidFill>
                <a:latin typeface="Arial" pitchFamily="34" charset="0"/>
                <a:cs typeface="Arial" pitchFamily="34" charset="0"/>
              </a:rPr>
              <a:t>chụp</a:t>
            </a:r>
            <a:r>
              <a:rPr lang="en-US" sz="2400" dirty="0">
                <a:solidFill>
                  <a:srgbClr val="FF0000"/>
                </a:solidFill>
                <a:latin typeface="Arial" pitchFamily="34" charset="0"/>
                <a:cs typeface="Arial" pitchFamily="34" charset="0"/>
              </a:rPr>
              <a:t> </a:t>
            </a:r>
            <a:r>
              <a:rPr lang="vi-VN" sz="2400" dirty="0" err="1">
                <a:solidFill>
                  <a:srgbClr val="FF0000"/>
                </a:solidFill>
                <a:latin typeface="Arial" pitchFamily="34" charset="0"/>
                <a:cs typeface="Arial" pitchFamily="34" charset="0"/>
              </a:rPr>
              <a:t>các</a:t>
            </a:r>
            <a:r>
              <a:rPr lang="vi-VN" sz="2400" dirty="0">
                <a:solidFill>
                  <a:srgbClr val="FF0000"/>
                </a:solidFill>
                <a:latin typeface="Arial" pitchFamily="34" charset="0"/>
                <a:cs typeface="Arial" pitchFamily="34" charset="0"/>
              </a:rPr>
              <a:t> </a:t>
            </a:r>
            <a:r>
              <a:rPr lang="vi-VN" sz="2400" dirty="0" err="1">
                <a:solidFill>
                  <a:srgbClr val="FF0000"/>
                </a:solidFill>
                <a:latin typeface="Arial" pitchFamily="34" charset="0"/>
                <a:cs typeface="Arial" pitchFamily="34" charset="0"/>
              </a:rPr>
              <a:t>giấy</a:t>
            </a:r>
            <a:r>
              <a:rPr lang="vi-VN" sz="2400" dirty="0">
                <a:solidFill>
                  <a:srgbClr val="FF0000"/>
                </a:solidFill>
                <a:latin typeface="Arial" pitchFamily="34" charset="0"/>
                <a:cs typeface="Arial" pitchFamily="34" charset="0"/>
              </a:rPr>
              <a:t> </a:t>
            </a:r>
            <a:r>
              <a:rPr lang="vi-VN" sz="2400" dirty="0" err="1">
                <a:solidFill>
                  <a:srgbClr val="FF0000"/>
                </a:solidFill>
                <a:latin typeface="Arial" pitchFamily="34" charset="0"/>
                <a:cs typeface="Arial" pitchFamily="34" charset="0"/>
              </a:rPr>
              <a:t>tờ</a:t>
            </a:r>
            <a:r>
              <a:rPr lang="vi-VN" sz="2400" dirty="0">
                <a:solidFill>
                  <a:srgbClr val="FF0000"/>
                </a:solidFill>
                <a:latin typeface="Arial" pitchFamily="34" charset="0"/>
                <a:cs typeface="Arial" pitchFamily="34" charset="0"/>
              </a:rPr>
              <a:t> </a:t>
            </a:r>
            <a:r>
              <a:rPr lang="en-US" sz="2400" dirty="0" err="1">
                <a:solidFill>
                  <a:srgbClr val="FF0000"/>
                </a:solidFill>
                <a:latin typeface="Arial" pitchFamily="34" charset="0"/>
                <a:cs typeface="Arial" pitchFamily="34" charset="0"/>
              </a:rPr>
              <a:t>chứng</a:t>
            </a:r>
            <a:r>
              <a:rPr lang="en-US" sz="2400" dirty="0">
                <a:solidFill>
                  <a:srgbClr val="FF0000"/>
                </a:solidFill>
                <a:latin typeface="Arial" pitchFamily="34" charset="0"/>
                <a:cs typeface="Arial" pitchFamily="34" charset="0"/>
              </a:rPr>
              <a:t> </a:t>
            </a:r>
            <a:r>
              <a:rPr lang="en-US" sz="2400" dirty="0" err="1">
                <a:solidFill>
                  <a:srgbClr val="FF0000"/>
                </a:solidFill>
                <a:latin typeface="Arial" pitchFamily="34" charset="0"/>
                <a:cs typeface="Arial" pitchFamily="34" charset="0"/>
              </a:rPr>
              <a:t>minh</a:t>
            </a:r>
            <a:r>
              <a:rPr lang="en-US" sz="2400" dirty="0">
                <a:solidFill>
                  <a:srgbClr val="FF0000"/>
                </a:solidFill>
                <a:latin typeface="Arial" pitchFamily="34" charset="0"/>
                <a:cs typeface="Arial" pitchFamily="34" charset="0"/>
              </a:rPr>
              <a:t> </a:t>
            </a:r>
            <a:r>
              <a:rPr lang="vi-VN" sz="2400" dirty="0">
                <a:solidFill>
                  <a:srgbClr val="0070C0"/>
                </a:solidFill>
                <a:latin typeface="Arial" pitchFamily="34" charset="0"/>
                <a:cs typeface="Arial" pitchFamily="34" charset="0"/>
              </a:rPr>
              <a:t>cho </a:t>
            </a:r>
            <a:r>
              <a:rPr lang="en-US" sz="2400" dirty="0" err="1">
                <a:solidFill>
                  <a:srgbClr val="0070C0"/>
                </a:solidFill>
                <a:latin typeface="Arial" pitchFamily="34" charset="0"/>
                <a:cs typeface="Arial" pitchFamily="34" charset="0"/>
              </a:rPr>
              <a:t>lý</a:t>
            </a:r>
            <a:r>
              <a:rPr lang="en-US" sz="2400" dirty="0">
                <a:solidFill>
                  <a:srgbClr val="0070C0"/>
                </a:solidFill>
                <a:latin typeface="Arial" pitchFamily="34" charset="0"/>
                <a:cs typeface="Arial" pitchFamily="34" charset="0"/>
              </a:rPr>
              <a:t> do </a:t>
            </a:r>
            <a:r>
              <a:rPr lang="vi-VN" sz="2400" dirty="0" err="1">
                <a:solidFill>
                  <a:srgbClr val="0070C0"/>
                </a:solidFill>
                <a:latin typeface="Arial" pitchFamily="34" charset="0"/>
                <a:cs typeface="Arial" pitchFamily="34" charset="0"/>
              </a:rPr>
              <a:t>vắng</a:t>
            </a:r>
            <a:r>
              <a:rPr lang="vi-VN"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học</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để</a:t>
            </a:r>
            <a:r>
              <a:rPr lang="en-US"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được</a:t>
            </a:r>
            <a:r>
              <a:rPr lang="vi-VN"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xem</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xét</a:t>
            </a:r>
            <a:r>
              <a:rPr lang="en-US"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dự</a:t>
            </a:r>
            <a:r>
              <a:rPr lang="vi-VN" sz="2400" dirty="0">
                <a:solidFill>
                  <a:srgbClr val="0070C0"/>
                </a:solidFill>
                <a:latin typeface="Arial" pitchFamily="34" charset="0"/>
                <a:cs typeface="Arial" pitchFamily="34" charset="0"/>
              </a:rPr>
              <a:t> thi </a:t>
            </a:r>
            <a:r>
              <a:rPr lang="vi-VN" sz="2400" dirty="0" err="1">
                <a:solidFill>
                  <a:srgbClr val="0070C0"/>
                </a:solidFill>
                <a:latin typeface="Arial" pitchFamily="34" charset="0"/>
                <a:cs typeface="Arial" pitchFamily="34" charset="0"/>
              </a:rPr>
              <a:t>kết</a:t>
            </a:r>
            <a:r>
              <a:rPr lang="vi-VN"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thúc</a:t>
            </a:r>
            <a:r>
              <a:rPr lang="vi-VN"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học</a:t>
            </a:r>
            <a:r>
              <a:rPr lang="vi-VN"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phần</a:t>
            </a:r>
            <a:r>
              <a:rPr lang="vi-VN" sz="2400" dirty="0">
                <a:solidFill>
                  <a:srgbClr val="0070C0"/>
                </a:solidFill>
                <a:latin typeface="Arial" pitchFamily="34" charset="0"/>
                <a:cs typeface="Arial" pitchFamily="34" charset="0"/>
              </a:rPr>
              <a:t> </a:t>
            </a:r>
            <a:r>
              <a:rPr lang="vi-VN" sz="2400" dirty="0" err="1">
                <a:solidFill>
                  <a:srgbClr val="0070C0"/>
                </a:solidFill>
                <a:latin typeface="Arial" pitchFamily="34" charset="0"/>
                <a:cs typeface="Arial" pitchFamily="34" charset="0"/>
              </a:rPr>
              <a:t>đó</a:t>
            </a:r>
            <a:r>
              <a:rPr lang="vi-VN" sz="2400" dirty="0">
                <a:solidFill>
                  <a:srgbClr val="0070C0"/>
                </a:solidFill>
                <a:latin typeface="Arial" pitchFamily="34" charset="0"/>
                <a:cs typeface="Arial" pitchFamily="34" charset="0"/>
              </a:rPr>
              <a:t>,</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thời</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gian</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gửi</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đơn</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chậm</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nhất</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là</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trước</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ngày</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hướng</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dẫn</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ôn</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thi</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kết</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thúc</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học</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phần</a:t>
            </a:r>
            <a:r>
              <a:rPr lang="vi-VN" sz="2400" dirty="0">
                <a:solidFill>
                  <a:srgbClr val="0070C0"/>
                </a:solidFill>
                <a:latin typeface="Arial" pitchFamily="34" charset="0"/>
                <a:cs typeface="Arial" pitchFamily="34" charset="0"/>
              </a:rPr>
              <a:t> (</a:t>
            </a:r>
            <a:r>
              <a:rPr lang="en-US" sz="2400" dirty="0">
                <a:solidFill>
                  <a:srgbClr val="0070C0"/>
                </a:solidFill>
                <a:latin typeface="Arial" pitchFamily="34" charset="0"/>
                <a:cs typeface="Arial" pitchFamily="34" charset="0"/>
              </a:rPr>
              <a:t>at </a:t>
            </a:r>
            <a:r>
              <a:rPr lang="en-US" sz="2400" dirty="0" err="1">
                <a:solidFill>
                  <a:srgbClr val="0070C0"/>
                </a:solidFill>
                <a:latin typeface="Arial" pitchFamily="34" charset="0"/>
                <a:cs typeface="Arial" pitchFamily="34" charset="0"/>
              </a:rPr>
              <a:t>tổng</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hợp</a:t>
            </a:r>
            <a:r>
              <a:rPr lang="en-US" sz="2400" dirty="0">
                <a:solidFill>
                  <a:srgbClr val="0070C0"/>
                </a:solidFill>
                <a:latin typeface="Arial" pitchFamily="34" charset="0"/>
                <a:cs typeface="Arial" pitchFamily="34" charset="0"/>
              </a:rPr>
              <a:t> a </a:t>
            </a:r>
            <a:r>
              <a:rPr lang="en-US" sz="2400" dirty="0" err="1">
                <a:solidFill>
                  <a:srgbClr val="0070C0"/>
                </a:solidFill>
                <a:latin typeface="Arial" pitchFamily="34" charset="0"/>
                <a:cs typeface="Arial" pitchFamily="34" charset="0"/>
              </a:rPr>
              <a:t>mình</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nộp</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ct</a:t>
            </a:r>
            <a:r>
              <a:rPr lang="en-US" sz="2400" dirty="0">
                <a:solidFill>
                  <a:srgbClr val="0070C0"/>
                </a:solidFill>
                <a:latin typeface="Arial" pitchFamily="34" charset="0"/>
                <a:cs typeface="Arial" pitchFamily="34" charset="0"/>
              </a:rPr>
              <a:t> &gt; </a:t>
            </a:r>
            <a:r>
              <a:rPr lang="vi-VN" sz="2400" dirty="0">
                <a:solidFill>
                  <a:srgbClr val="0070C0"/>
                </a:solidFill>
                <a:latin typeface="Arial" pitchFamily="34" charset="0"/>
                <a:cs typeface="Arial" pitchFamily="34" charset="0"/>
              </a:rPr>
              <a:t>nộp về GVCN để GVCN xem đơn trước khi gửi về các </a:t>
            </a:r>
            <a:r>
              <a:rPr lang="vi-VN" sz="2400" dirty="0" smtClean="0">
                <a:solidFill>
                  <a:srgbClr val="0070C0"/>
                </a:solidFill>
                <a:latin typeface="Arial" pitchFamily="34" charset="0"/>
                <a:cs typeface="Arial" pitchFamily="34" charset="0"/>
              </a:rPr>
              <a:t>Khoa</a:t>
            </a:r>
            <a:r>
              <a:rPr lang="en-US" sz="2400" dirty="0" smtClean="0">
                <a:solidFill>
                  <a:srgbClr val="0070C0"/>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thời</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gian</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gửi</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đơn</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chậm</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nhất</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là</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trước</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ngày</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hướng</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dẫn</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ôn</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kiểm</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tra</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kết</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thúc</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học</a:t>
            </a:r>
            <a:r>
              <a:rPr lang="en-US" sz="2400" dirty="0">
                <a:solidFill>
                  <a:schemeClr val="accent1"/>
                </a:solidFill>
                <a:latin typeface="Arial" pitchFamily="34" charset="0"/>
                <a:cs typeface="Arial" pitchFamily="34" charset="0"/>
              </a:rPr>
              <a:t> </a:t>
            </a:r>
            <a:r>
              <a:rPr lang="en-US" sz="2400" dirty="0" err="1">
                <a:solidFill>
                  <a:schemeClr val="accent1"/>
                </a:solidFill>
                <a:latin typeface="Arial" pitchFamily="34" charset="0"/>
                <a:cs typeface="Arial" pitchFamily="34" charset="0"/>
              </a:rPr>
              <a:t>phần</a:t>
            </a:r>
            <a:r>
              <a:rPr lang="vi-VN" sz="2400" dirty="0" smtClean="0">
                <a:solidFill>
                  <a:schemeClr val="accent1"/>
                </a:solidFill>
                <a:latin typeface="Arial" pitchFamily="34" charset="0"/>
                <a:cs typeface="Arial" pitchFamily="34" charset="0"/>
              </a:rPr>
              <a:t>)</a:t>
            </a:r>
            <a:endParaRPr lang="en-US" sz="2400" dirty="0">
              <a:solidFill>
                <a:schemeClr val="accent1"/>
              </a:solidFill>
              <a:latin typeface="Arial" pitchFamily="34" charset="0"/>
              <a:cs typeface="Arial" pitchFamily="34" charset="0"/>
            </a:endParaRPr>
          </a:p>
          <a:p>
            <a:pPr marL="0" indent="282575" algn="just">
              <a:lnSpc>
                <a:spcPct val="120000"/>
              </a:lnSpc>
              <a:spcBef>
                <a:spcPts val="0"/>
              </a:spcBef>
              <a:buNone/>
              <a:tabLst>
                <a:tab pos="628650" algn="l"/>
              </a:tabLst>
            </a:pPr>
            <a:endParaRPr lang="en-US" sz="2400" dirty="0" smtClean="0">
              <a:solidFill>
                <a:srgbClr val="0070C0"/>
              </a:solidFill>
              <a:latin typeface="Arial" pitchFamily="34" charset="0"/>
              <a:cs typeface="Arial" pitchFamily="34" charset="0"/>
            </a:endParaRPr>
          </a:p>
          <a:p>
            <a:pPr marL="0" indent="282575" algn="just">
              <a:lnSpc>
                <a:spcPct val="120000"/>
              </a:lnSpc>
              <a:spcBef>
                <a:spcPts val="0"/>
              </a:spcBef>
              <a:buNone/>
              <a:tabLst>
                <a:tab pos="628650" algn="l"/>
              </a:tabLst>
            </a:pPr>
            <a:r>
              <a:rPr lang="vi-VN" sz="2400" dirty="0" smtClean="0">
                <a:solidFill>
                  <a:srgbClr val="0070C0"/>
                </a:solidFill>
                <a:latin typeface="Arial" pitchFamily="34" charset="0"/>
                <a:cs typeface="Arial" pitchFamily="34" charset="0"/>
              </a:rPr>
              <a:t>Địa </a:t>
            </a:r>
            <a:r>
              <a:rPr lang="vi-VN" sz="2400" dirty="0">
                <a:solidFill>
                  <a:srgbClr val="0070C0"/>
                </a:solidFill>
                <a:latin typeface="Arial" pitchFamily="34" charset="0"/>
                <a:cs typeface="Arial" pitchFamily="34" charset="0"/>
              </a:rPr>
              <a:t>chỉ </a:t>
            </a:r>
            <a:r>
              <a:rPr lang="en-US" sz="2400" dirty="0">
                <a:solidFill>
                  <a:srgbClr val="0070C0"/>
                </a:solidFill>
                <a:latin typeface="Arial" pitchFamily="34" charset="0"/>
                <a:cs typeface="Arial" pitchFamily="34" charset="0"/>
              </a:rPr>
              <a:t>email</a:t>
            </a:r>
            <a:r>
              <a:rPr lang="vi-VN" sz="2400" dirty="0">
                <a:solidFill>
                  <a:srgbClr val="0070C0"/>
                </a:solidFill>
                <a:latin typeface="Arial" pitchFamily="34" charset="0"/>
                <a:cs typeface="Arial" pitchFamily="34" charset="0"/>
              </a:rPr>
              <a:t> các Khoa</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như</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sau</a:t>
            </a:r>
            <a:r>
              <a:rPr lang="en-US" sz="2400" dirty="0">
                <a:solidFill>
                  <a:srgbClr val="0070C0"/>
                </a:solidFill>
                <a:latin typeface="Arial" pitchFamily="34" charset="0"/>
                <a:cs typeface="Arial" pitchFamily="34" charset="0"/>
              </a:rPr>
              <a:t>:</a:t>
            </a:r>
            <a:endParaRPr lang="vi-VN" sz="2400" dirty="0">
              <a:solidFill>
                <a:srgbClr val="0070C0"/>
              </a:solidFill>
              <a:latin typeface="Arial" pitchFamily="34" charset="0"/>
              <a:cs typeface="Arial" pitchFamily="34" charset="0"/>
            </a:endParaRPr>
          </a:p>
          <a:p>
            <a:pPr algn="just">
              <a:lnSpc>
                <a:spcPct val="120000"/>
              </a:lnSpc>
              <a:spcBef>
                <a:spcPts val="0"/>
              </a:spcBef>
              <a:buFont typeface="Courier New" pitchFamily="49" charset="0"/>
              <a:buChar char="o"/>
              <a:tabLst>
                <a:tab pos="628650" algn="l"/>
              </a:tabLst>
            </a:pPr>
            <a:r>
              <a:rPr lang="vi-VN" sz="2400" dirty="0">
                <a:solidFill>
                  <a:srgbClr val="0070C0"/>
                </a:solidFill>
                <a:latin typeface="Arial" pitchFamily="34" charset="0"/>
                <a:cs typeface="Arial" pitchFamily="34" charset="0"/>
              </a:rPr>
              <a:t>Học phần 1: </a:t>
            </a:r>
            <a:r>
              <a:rPr lang="en-US" sz="2400" dirty="0">
                <a:solidFill>
                  <a:srgbClr val="FF0000"/>
                </a:solidFill>
                <a:latin typeface="Arial" pitchFamily="34" charset="0"/>
                <a:cs typeface="Arial" pitchFamily="34" charset="0"/>
              </a:rPr>
              <a:t>khoaduongloi@ttgdqp.edu.vn</a:t>
            </a:r>
            <a:endParaRPr lang="vi-VN" sz="2400" dirty="0">
              <a:solidFill>
                <a:srgbClr val="FF0000"/>
              </a:solidFill>
              <a:latin typeface="Arial" pitchFamily="34" charset="0"/>
              <a:cs typeface="Arial" pitchFamily="34" charset="0"/>
            </a:endParaRPr>
          </a:p>
          <a:p>
            <a:pPr algn="just">
              <a:lnSpc>
                <a:spcPct val="120000"/>
              </a:lnSpc>
              <a:spcBef>
                <a:spcPts val="0"/>
              </a:spcBef>
              <a:buFont typeface="Courier New" pitchFamily="49" charset="0"/>
              <a:buChar char="o"/>
              <a:tabLst>
                <a:tab pos="628650" algn="l"/>
              </a:tabLst>
            </a:pPr>
            <a:r>
              <a:rPr lang="vi-VN" sz="2400" dirty="0">
                <a:solidFill>
                  <a:srgbClr val="0070C0"/>
                </a:solidFill>
                <a:latin typeface="Arial" pitchFamily="34" charset="0"/>
                <a:cs typeface="Arial" pitchFamily="34" charset="0"/>
              </a:rPr>
              <a:t>Học phần 2: </a:t>
            </a:r>
            <a:r>
              <a:rPr lang="en-US" sz="2400" dirty="0">
                <a:solidFill>
                  <a:srgbClr val="FF0000"/>
                </a:solidFill>
                <a:latin typeface="Arial" pitchFamily="34" charset="0"/>
                <a:cs typeface="Arial" pitchFamily="34" charset="0"/>
              </a:rPr>
              <a:t>k</a:t>
            </a:r>
            <a:r>
              <a:rPr lang="vi-VN" sz="2400" dirty="0">
                <a:solidFill>
                  <a:srgbClr val="FF0000"/>
                </a:solidFill>
                <a:latin typeface="Arial" pitchFamily="34" charset="0"/>
                <a:cs typeface="Arial" pitchFamily="34" charset="0"/>
              </a:rPr>
              <a:t>hoa</a:t>
            </a:r>
            <a:r>
              <a:rPr lang="en-US" sz="2400" dirty="0">
                <a:solidFill>
                  <a:srgbClr val="FF0000"/>
                </a:solidFill>
                <a:latin typeface="Arial" pitchFamily="34" charset="0"/>
                <a:cs typeface="Arial" pitchFamily="34" charset="0"/>
              </a:rPr>
              <a:t>congtac@ttgdqp.edu.vn</a:t>
            </a:r>
          </a:p>
          <a:p>
            <a:pPr algn="just">
              <a:lnSpc>
                <a:spcPct val="120000"/>
              </a:lnSpc>
              <a:spcBef>
                <a:spcPts val="0"/>
              </a:spcBef>
              <a:buFont typeface="Courier New" pitchFamily="49" charset="0"/>
              <a:buChar char="o"/>
              <a:tabLst>
                <a:tab pos="628650" algn="l"/>
              </a:tabLst>
            </a:pPr>
            <a:r>
              <a:rPr lang="vi-VN" sz="2400" dirty="0">
                <a:solidFill>
                  <a:srgbClr val="0070C0"/>
                </a:solidFill>
                <a:latin typeface="Arial" pitchFamily="34" charset="0"/>
                <a:cs typeface="Arial" pitchFamily="34" charset="0"/>
              </a:rPr>
              <a:t>Học phần 3</a:t>
            </a:r>
            <a:r>
              <a:rPr lang="en-US" sz="2400" dirty="0">
                <a:solidFill>
                  <a:srgbClr val="0070C0"/>
                </a:solidFill>
                <a:latin typeface="Arial" pitchFamily="34" charset="0"/>
                <a:cs typeface="Arial" pitchFamily="34" charset="0"/>
              </a:rPr>
              <a:t>,</a:t>
            </a:r>
            <a:r>
              <a:rPr lang="vi-VN" sz="2400" dirty="0">
                <a:solidFill>
                  <a:srgbClr val="0070C0"/>
                </a:solidFill>
                <a:latin typeface="Arial" pitchFamily="34" charset="0"/>
                <a:cs typeface="Arial" pitchFamily="34" charset="0"/>
              </a:rPr>
              <a:t> 4: </a:t>
            </a:r>
            <a:r>
              <a:rPr lang="en-US" sz="2400" dirty="0">
                <a:solidFill>
                  <a:srgbClr val="FF0000"/>
                </a:solidFill>
                <a:latin typeface="Arial" pitchFamily="34" charset="0"/>
                <a:cs typeface="Arial" pitchFamily="34" charset="0"/>
              </a:rPr>
              <a:t>khoaquansu@ttgdqp.edu.vn</a:t>
            </a:r>
          </a:p>
          <a:p>
            <a:pPr algn="just">
              <a:lnSpc>
                <a:spcPct val="120000"/>
              </a:lnSpc>
              <a:spcBef>
                <a:spcPts val="0"/>
              </a:spcBef>
              <a:buFont typeface="Courier New" pitchFamily="49" charset="0"/>
              <a:buChar char="o"/>
              <a:tabLst>
                <a:tab pos="628650" algn="l"/>
              </a:tabLst>
            </a:pPr>
            <a:r>
              <a:rPr lang="en-US" sz="2400" dirty="0">
                <a:solidFill>
                  <a:srgbClr val="0070C0"/>
                </a:solidFill>
                <a:latin typeface="Arial" pitchFamily="34" charset="0"/>
                <a:cs typeface="Arial" pitchFamily="34" charset="0"/>
              </a:rPr>
              <a:t>Link </a:t>
            </a:r>
            <a:r>
              <a:rPr lang="en-US" sz="2400" dirty="0" err="1">
                <a:solidFill>
                  <a:srgbClr val="0070C0"/>
                </a:solidFill>
                <a:latin typeface="Arial" pitchFamily="34" charset="0"/>
                <a:cs typeface="Arial" pitchFamily="34" charset="0"/>
              </a:rPr>
              <a:t>mẫu</a:t>
            </a:r>
            <a:r>
              <a:rPr lang="en-US" sz="2400" dirty="0">
                <a:solidFill>
                  <a:srgbClr val="0070C0"/>
                </a:solidFill>
                <a:latin typeface="Arial" pitchFamily="34" charset="0"/>
                <a:cs typeface="Arial" pitchFamily="34" charset="0"/>
              </a:rPr>
              <a:t> </a:t>
            </a:r>
            <a:r>
              <a:rPr lang="en-US" sz="2400" dirty="0" err="1">
                <a:solidFill>
                  <a:srgbClr val="0070C0"/>
                </a:solidFill>
                <a:latin typeface="Arial" pitchFamily="34" charset="0"/>
                <a:cs typeface="Arial" pitchFamily="34" charset="0"/>
              </a:rPr>
              <a:t>đơn</a:t>
            </a:r>
            <a:r>
              <a:rPr lang="en-US" sz="2400" dirty="0">
                <a:solidFill>
                  <a:srgbClr val="0070C0"/>
                </a:solidFill>
                <a:latin typeface="Arial" pitchFamily="34" charset="0"/>
                <a:cs typeface="Arial" pitchFamily="34" charset="0"/>
              </a:rPr>
              <a:t>: </a:t>
            </a:r>
            <a:endParaRPr lang="en-US" sz="2400" dirty="0" smtClean="0">
              <a:solidFill>
                <a:srgbClr val="0070C0"/>
              </a:solidFill>
              <a:latin typeface="Arial" pitchFamily="34" charset="0"/>
              <a:cs typeface="Arial" pitchFamily="34" charset="0"/>
            </a:endParaRPr>
          </a:p>
          <a:p>
            <a:pPr algn="just">
              <a:lnSpc>
                <a:spcPct val="120000"/>
              </a:lnSpc>
              <a:spcBef>
                <a:spcPts val="0"/>
              </a:spcBef>
              <a:buFont typeface="Courier New" pitchFamily="49" charset="0"/>
              <a:buChar char="o"/>
              <a:tabLst>
                <a:tab pos="628650" algn="l"/>
              </a:tabLst>
            </a:pPr>
            <a:r>
              <a:rPr lang="vi-VN" sz="2400" dirty="0">
                <a:solidFill>
                  <a:srgbClr val="FF0000"/>
                </a:solidFill>
                <a:latin typeface="Arial" pitchFamily="34" charset="0"/>
                <a:cs typeface="Arial" pitchFamily="34" charset="0"/>
              </a:rPr>
              <a:t>http://www.ttgdqp.edu.vn/upload/3/4316/%C4%90%C6%A1n%20xin%20ph%C3%A9p%20d%E1%BB%B1%20thi.docx</a:t>
            </a:r>
            <a:endParaRPr lang="en-US" sz="4800" dirty="0">
              <a:solidFill>
                <a:srgbClr val="0070C0"/>
              </a:solidFill>
              <a:latin typeface="Arial" pitchFamily="34" charset="0"/>
              <a:cs typeface="Arial" pitchFamily="34" charset="0"/>
            </a:endParaRPr>
          </a:p>
          <a:p>
            <a:pPr algn="just">
              <a:lnSpc>
                <a:spcPct val="120000"/>
              </a:lnSpc>
              <a:spcBef>
                <a:spcPts val="0"/>
              </a:spcBef>
              <a:buFont typeface="Courier New" pitchFamily="49" charset="0"/>
              <a:buChar char="o"/>
              <a:tabLst>
                <a:tab pos="628650" algn="l"/>
              </a:tabLst>
            </a:pPr>
            <a:endParaRPr lang="en-US" sz="2400" dirty="0">
              <a:solidFill>
                <a:srgbClr val="0070C0"/>
              </a:solidFill>
              <a:latin typeface="Arial" pitchFamily="34" charset="0"/>
              <a:cs typeface="Arial" pitchFamily="34" charset="0"/>
            </a:endParaRPr>
          </a:p>
          <a:p>
            <a:pPr marL="0" indent="0" algn="just">
              <a:lnSpc>
                <a:spcPct val="120000"/>
              </a:lnSpc>
              <a:spcBef>
                <a:spcPts val="0"/>
              </a:spcBef>
              <a:buNone/>
              <a:tabLst>
                <a:tab pos="628650" algn="l"/>
              </a:tabLst>
            </a:pPr>
            <a:endParaRPr lang="en-US" sz="2400" dirty="0">
              <a:solidFill>
                <a:srgbClr val="0070C0"/>
              </a:solidFill>
              <a:latin typeface="Arial" pitchFamily="34" charset="0"/>
              <a:cs typeface="Arial" pitchFamily="34" charset="0"/>
            </a:endParaRPr>
          </a:p>
          <a:p>
            <a:pPr marL="0" indent="0" algn="ctr">
              <a:lnSpc>
                <a:spcPct val="120000"/>
              </a:lnSpc>
              <a:spcBef>
                <a:spcPts val="0"/>
              </a:spcBef>
              <a:buNone/>
            </a:pPr>
            <a:r>
              <a:rPr lang="en-US" sz="2400" dirty="0">
                <a:solidFill>
                  <a:srgbClr val="0070C0"/>
                </a:solidFill>
                <a:latin typeface="Arial" pitchFamily="34" charset="0"/>
                <a:cs typeface="Arial" pitchFamily="34" charset="0"/>
              </a:rPr>
              <a:t>	</a:t>
            </a:r>
            <a:endParaRPr lang="en-US" sz="2400" dirty="0">
              <a:solidFill>
                <a:srgbClr val="FF0000"/>
              </a:solidFill>
              <a:latin typeface="Arial" pitchFamily="34" charset="0"/>
              <a:cs typeface="Arial" pitchFamily="34" charset="0"/>
            </a:endParaRPr>
          </a:p>
          <a:p>
            <a:pPr marL="45720" indent="0" algn="just">
              <a:buNone/>
            </a:pPr>
            <a:endParaRPr lang="en-SG" sz="4400" dirty="0">
              <a:solidFill>
                <a:srgbClr val="0070C0"/>
              </a:solidFill>
              <a:latin typeface="Arial" pitchFamily="34" charset="0"/>
              <a:cs typeface="Arial" pitchFamily="34" charset="0"/>
            </a:endParaRPr>
          </a:p>
        </p:txBody>
      </p:sp>
      <p:sp>
        <p:nvSpPr>
          <p:cNvPr id="5" name="Rectangle 4"/>
          <p:cNvSpPr/>
          <p:nvPr/>
        </p:nvSpPr>
        <p:spPr>
          <a:xfrm>
            <a:off x="-8627" y="893074"/>
            <a:ext cx="5676181" cy="477054"/>
          </a:xfrm>
          <a:prstGeom prst="rect">
            <a:avLst/>
          </a:prstGeom>
        </p:spPr>
        <p:txBody>
          <a:bodyPr wrap="square">
            <a:spAutoFit/>
          </a:bodyPr>
          <a:lstStyle/>
          <a:p>
            <a:pPr lvl="0"/>
            <a:r>
              <a:rPr lang="vi-VN" sz="2500" b="1" dirty="0">
                <a:solidFill>
                  <a:srgbClr val="FF0000"/>
                </a:solidFill>
              </a:rPr>
              <a:t>Quy định </a:t>
            </a:r>
            <a:r>
              <a:rPr lang="en-US" sz="2500" b="1" dirty="0" err="1" smtClean="0">
                <a:solidFill>
                  <a:srgbClr val="FF0000"/>
                </a:solidFill>
              </a:rPr>
              <a:t>cấm</a:t>
            </a:r>
            <a:r>
              <a:rPr lang="en-US" sz="2500" b="1" dirty="0" smtClean="0">
                <a:solidFill>
                  <a:srgbClr val="FF0000"/>
                </a:solidFill>
              </a:rPr>
              <a:t> </a:t>
            </a:r>
            <a:r>
              <a:rPr lang="en-US" sz="2500" b="1" dirty="0" err="1" smtClean="0">
                <a:solidFill>
                  <a:srgbClr val="FF0000"/>
                </a:solidFill>
              </a:rPr>
              <a:t>thi</a:t>
            </a:r>
            <a:r>
              <a:rPr lang="en-US" sz="2500" b="1" dirty="0" smtClean="0">
                <a:solidFill>
                  <a:srgbClr val="FF0000"/>
                </a:solidFill>
              </a:rPr>
              <a:t> </a:t>
            </a:r>
            <a:r>
              <a:rPr lang="en-US" sz="2500" b="1" dirty="0" err="1" smtClean="0">
                <a:solidFill>
                  <a:srgbClr val="FF0000"/>
                </a:solidFill>
              </a:rPr>
              <a:t>và</a:t>
            </a:r>
            <a:r>
              <a:rPr lang="en-US" sz="2500" b="1" dirty="0" smtClean="0">
                <a:solidFill>
                  <a:srgbClr val="FF0000"/>
                </a:solidFill>
              </a:rPr>
              <a:t> </a:t>
            </a:r>
            <a:r>
              <a:rPr lang="en-US" sz="2500" b="1" dirty="0" err="1" smtClean="0">
                <a:solidFill>
                  <a:srgbClr val="FF0000"/>
                </a:solidFill>
              </a:rPr>
              <a:t>giải</a:t>
            </a:r>
            <a:r>
              <a:rPr lang="en-US" sz="2500" b="1" dirty="0" smtClean="0">
                <a:solidFill>
                  <a:srgbClr val="FF0000"/>
                </a:solidFill>
              </a:rPr>
              <a:t> </a:t>
            </a:r>
            <a:r>
              <a:rPr lang="en-US" sz="2500" b="1" dirty="0" err="1" smtClean="0">
                <a:solidFill>
                  <a:srgbClr val="FF0000"/>
                </a:solidFill>
              </a:rPr>
              <a:t>quyết</a:t>
            </a:r>
            <a:r>
              <a:rPr lang="en-US" sz="2500" b="1" dirty="0" smtClean="0">
                <a:solidFill>
                  <a:srgbClr val="FF0000"/>
                </a:solidFill>
              </a:rPr>
              <a:t> </a:t>
            </a:r>
            <a:r>
              <a:rPr lang="en-US" sz="2500" b="1" dirty="0" err="1" smtClean="0">
                <a:solidFill>
                  <a:srgbClr val="FF0000"/>
                </a:solidFill>
              </a:rPr>
              <a:t>đơn</a:t>
            </a:r>
            <a:endParaRPr lang="en-SG" sz="2500" dirty="0">
              <a:solidFill>
                <a:srgbClr val="FF0000"/>
              </a:solidFill>
            </a:endParaRPr>
          </a:p>
        </p:txBody>
      </p:sp>
    </p:spTree>
    <p:extLst>
      <p:ext uri="{BB962C8B-B14F-4D97-AF65-F5344CB8AC3E}">
        <p14:creationId xmlns:p14="http://schemas.microsoft.com/office/powerpoint/2010/main" val="30946976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52600" y="304800"/>
            <a:ext cx="8686800" cy="1143000"/>
          </a:xfrm>
          <a:prstGeom prst="rect">
            <a:avLst/>
          </a:prstGeom>
        </p:spPr>
        <p:txBody>
          <a:bodyPr/>
          <a:lstStyle/>
          <a:p>
            <a:pPr lvl="0" algn="ctr" rtl="0"/>
            <a:r>
              <a:rPr lang="en-US" b="1" dirty="0">
                <a:latin typeface="Arial" pitchFamily="34" charset="0"/>
                <a:cs typeface="Arial" pitchFamily="34" charset="0"/>
              </a:rPr>
              <a:t> </a:t>
            </a:r>
            <a:endParaRPr lang="en-SG" dirty="0">
              <a:latin typeface="Arial" pitchFamily="34" charset="0"/>
              <a:cs typeface="Arial" pitchFamily="34" charset="0"/>
            </a:endParaRPr>
          </a:p>
        </p:txBody>
      </p:sp>
      <p:sp>
        <p:nvSpPr>
          <p:cNvPr id="3" name="Content Placeholder 2"/>
          <p:cNvSpPr>
            <a:spLocks noGrp="1"/>
          </p:cNvSpPr>
          <p:nvPr>
            <p:ph sz="quarter" idx="4294967295"/>
          </p:nvPr>
        </p:nvSpPr>
        <p:spPr>
          <a:xfrm>
            <a:off x="421616" y="1847491"/>
            <a:ext cx="10725150" cy="4724400"/>
          </a:xfrm>
          <a:prstGeom prst="rect">
            <a:avLst/>
          </a:prstGeom>
        </p:spPr>
        <p:txBody>
          <a:bodyPr>
            <a:normAutofit/>
          </a:bodyPr>
          <a:lstStyle/>
          <a:p>
            <a:pPr marL="45720" indent="0" algn="ctr">
              <a:buNone/>
            </a:pPr>
            <a:r>
              <a:rPr lang="vi-VN" b="1" dirty="0">
                <a:solidFill>
                  <a:srgbClr val="0070C0"/>
                </a:solidFill>
                <a:latin typeface="Arial" pitchFamily="34" charset="0"/>
                <a:cs typeface="Arial" pitchFamily="34" charset="0"/>
              </a:rPr>
              <a:t>Trường hợp được thi lại các học phần và thi vét</a:t>
            </a:r>
            <a:endParaRPr lang="en-US" dirty="0">
              <a:solidFill>
                <a:srgbClr val="0070C0"/>
              </a:solidFill>
            </a:endParaRPr>
          </a:p>
          <a:p>
            <a:pPr lvl="0" rtl="0">
              <a:lnSpc>
                <a:spcPct val="120000"/>
              </a:lnSpc>
              <a:buFont typeface="Wingdings" pitchFamily="2" charset="2"/>
              <a:buChar char="v"/>
            </a:pPr>
            <a:r>
              <a:rPr lang="vi-VN" sz="2400" dirty="0">
                <a:solidFill>
                  <a:srgbClr val="0070C0"/>
                </a:solidFill>
              </a:rPr>
              <a:t>Thí sinh thi dưới 5 điểm được thi lại một lần trong khóa học</a:t>
            </a:r>
            <a:r>
              <a:rPr lang="en-US" sz="2400" dirty="0">
                <a:solidFill>
                  <a:srgbClr val="0070C0"/>
                </a:solidFill>
              </a:rPr>
              <a:t>.</a:t>
            </a:r>
            <a:endParaRPr lang="en-SG" sz="2400" dirty="0">
              <a:solidFill>
                <a:srgbClr val="0070C0"/>
              </a:solidFill>
            </a:endParaRPr>
          </a:p>
          <a:p>
            <a:pPr lvl="0" rtl="0">
              <a:lnSpc>
                <a:spcPct val="120000"/>
              </a:lnSpc>
              <a:buFont typeface="Wingdings" pitchFamily="2" charset="2"/>
              <a:buChar char="v"/>
            </a:pPr>
            <a:r>
              <a:rPr lang="vi-VN" sz="2400" dirty="0">
                <a:solidFill>
                  <a:srgbClr val="0070C0"/>
                </a:solidFill>
              </a:rPr>
              <a:t>Thí sinh </a:t>
            </a:r>
            <a:r>
              <a:rPr lang="vi-VN" sz="2400" b="1" dirty="0">
                <a:solidFill>
                  <a:srgbClr val="FF0000"/>
                </a:solidFill>
              </a:rPr>
              <a:t>vắng thi lần </a:t>
            </a:r>
            <a:r>
              <a:rPr lang="en-US" sz="2400" b="1" dirty="0">
                <a:solidFill>
                  <a:srgbClr val="FF0000"/>
                </a:solidFill>
              </a:rPr>
              <a:t>0</a:t>
            </a:r>
            <a:r>
              <a:rPr lang="vi-VN" sz="2400" b="1" dirty="0">
                <a:solidFill>
                  <a:srgbClr val="FF0000"/>
                </a:solidFill>
              </a:rPr>
              <a:t>1 có lý do chính </a:t>
            </a:r>
            <a:r>
              <a:rPr lang="vi-VN" sz="2400" dirty="0">
                <a:solidFill>
                  <a:srgbClr val="0070C0"/>
                </a:solidFill>
              </a:rPr>
              <a:t>đáng hoặc </a:t>
            </a:r>
            <a:r>
              <a:rPr lang="vi-VN" sz="2400" dirty="0">
                <a:solidFill>
                  <a:srgbClr val="FF0000"/>
                </a:solidFill>
              </a:rPr>
              <a:t>đang thi lần </a:t>
            </a:r>
            <a:r>
              <a:rPr lang="en-US" sz="2400" dirty="0">
                <a:solidFill>
                  <a:srgbClr val="FF0000"/>
                </a:solidFill>
              </a:rPr>
              <a:t>0</a:t>
            </a:r>
            <a:r>
              <a:rPr lang="vi-VN" sz="2400" dirty="0">
                <a:solidFill>
                  <a:srgbClr val="FF0000"/>
                </a:solidFill>
              </a:rPr>
              <a:t>1 bị sự cố về máy </a:t>
            </a:r>
            <a:r>
              <a:rPr lang="vi-VN" sz="2400" dirty="0">
                <a:solidFill>
                  <a:srgbClr val="0070C0"/>
                </a:solidFill>
              </a:rPr>
              <a:t>hoặc </a:t>
            </a:r>
            <a:r>
              <a:rPr lang="vi-VN" sz="2400" dirty="0">
                <a:solidFill>
                  <a:srgbClr val="FF0000"/>
                </a:solidFill>
              </a:rPr>
              <a:t>đường truyền </a:t>
            </a:r>
            <a:r>
              <a:rPr lang="vi-VN" sz="2400" dirty="0">
                <a:solidFill>
                  <a:srgbClr val="0070C0"/>
                </a:solidFill>
              </a:rPr>
              <a:t>(phải gửi đơn xin dự thi kèm các giấy tờ chứng minh) sẽ được xem xét thi lại như thi lần một. </a:t>
            </a:r>
            <a:endParaRPr lang="en-SG" sz="2400" dirty="0">
              <a:solidFill>
                <a:srgbClr val="0070C0"/>
              </a:solidFill>
            </a:endParaRPr>
          </a:p>
          <a:p>
            <a:pPr lvl="0" rtl="0">
              <a:lnSpc>
                <a:spcPct val="120000"/>
              </a:lnSpc>
              <a:buFont typeface="Wingdings" pitchFamily="2" charset="2"/>
              <a:buChar char="v"/>
            </a:pPr>
            <a:r>
              <a:rPr lang="vi-VN" sz="2400" dirty="0">
                <a:solidFill>
                  <a:srgbClr val="0070C0"/>
                </a:solidFill>
              </a:rPr>
              <a:t>Trung tâm sẽ thông báo về thời gian và phương pháp tổ chức thi tới những thí sinh thuộc diện trên qua </a:t>
            </a:r>
            <a:r>
              <a:rPr lang="en-US" sz="2400" dirty="0" smtClean="0">
                <a:solidFill>
                  <a:srgbClr val="0070C0"/>
                </a:solidFill>
              </a:rPr>
              <a:t>website </a:t>
            </a:r>
            <a:r>
              <a:rPr lang="en-US" sz="2400" dirty="0" err="1" smtClean="0">
                <a:solidFill>
                  <a:srgbClr val="0070C0"/>
                </a:solidFill>
              </a:rPr>
              <a:t>của</a:t>
            </a:r>
            <a:r>
              <a:rPr lang="en-US" sz="2400" dirty="0" smtClean="0">
                <a:solidFill>
                  <a:srgbClr val="0070C0"/>
                </a:solidFill>
              </a:rPr>
              <a:t> </a:t>
            </a:r>
            <a:r>
              <a:rPr lang="en-US" sz="2400" dirty="0" err="1" smtClean="0">
                <a:solidFill>
                  <a:srgbClr val="0070C0"/>
                </a:solidFill>
              </a:rPr>
              <a:t>Trung</a:t>
            </a:r>
            <a:r>
              <a:rPr lang="en-US" sz="2400" dirty="0" smtClean="0">
                <a:solidFill>
                  <a:srgbClr val="0070C0"/>
                </a:solidFill>
              </a:rPr>
              <a:t> </a:t>
            </a:r>
            <a:r>
              <a:rPr lang="en-US" sz="2400" dirty="0" err="1" smtClean="0">
                <a:solidFill>
                  <a:srgbClr val="0070C0"/>
                </a:solidFill>
              </a:rPr>
              <a:t>tâm</a:t>
            </a:r>
            <a:r>
              <a:rPr lang="en-US" sz="2400" dirty="0">
                <a:solidFill>
                  <a:srgbClr val="0070C0"/>
                </a:solidFill>
              </a:rPr>
              <a:t>.</a:t>
            </a:r>
            <a:endParaRPr lang="en-SG" sz="2400" dirty="0">
              <a:solidFill>
                <a:srgbClr val="0070C0"/>
              </a:solidFill>
            </a:endParaRPr>
          </a:p>
        </p:txBody>
      </p:sp>
      <p:sp>
        <p:nvSpPr>
          <p:cNvPr id="5" name="Rectangle 4"/>
          <p:cNvSpPr/>
          <p:nvPr/>
        </p:nvSpPr>
        <p:spPr>
          <a:xfrm>
            <a:off x="707366" y="1149147"/>
            <a:ext cx="5676181" cy="477054"/>
          </a:xfrm>
          <a:prstGeom prst="rect">
            <a:avLst/>
          </a:prstGeom>
        </p:spPr>
        <p:txBody>
          <a:bodyPr wrap="square">
            <a:spAutoFit/>
          </a:bodyPr>
          <a:lstStyle/>
          <a:p>
            <a:pPr lvl="0"/>
            <a:r>
              <a:rPr lang="vi-VN" sz="2500" b="1" dirty="0">
                <a:solidFill>
                  <a:srgbClr val="FF0000"/>
                </a:solidFill>
              </a:rPr>
              <a:t>Quy định </a:t>
            </a:r>
            <a:r>
              <a:rPr lang="en-US" sz="2500" b="1" dirty="0" err="1" smtClean="0">
                <a:solidFill>
                  <a:srgbClr val="FF0000"/>
                </a:solidFill>
              </a:rPr>
              <a:t>cấm</a:t>
            </a:r>
            <a:r>
              <a:rPr lang="en-US" sz="2500" b="1" dirty="0" smtClean="0">
                <a:solidFill>
                  <a:srgbClr val="FF0000"/>
                </a:solidFill>
              </a:rPr>
              <a:t> </a:t>
            </a:r>
            <a:r>
              <a:rPr lang="en-US" sz="2500" b="1" dirty="0" err="1" smtClean="0">
                <a:solidFill>
                  <a:srgbClr val="FF0000"/>
                </a:solidFill>
              </a:rPr>
              <a:t>thi</a:t>
            </a:r>
            <a:r>
              <a:rPr lang="en-US" sz="2500" b="1" dirty="0" smtClean="0">
                <a:solidFill>
                  <a:srgbClr val="FF0000"/>
                </a:solidFill>
              </a:rPr>
              <a:t> </a:t>
            </a:r>
            <a:r>
              <a:rPr lang="en-US" sz="2500" b="1" dirty="0" err="1" smtClean="0">
                <a:solidFill>
                  <a:srgbClr val="FF0000"/>
                </a:solidFill>
              </a:rPr>
              <a:t>và</a:t>
            </a:r>
            <a:r>
              <a:rPr lang="en-US" sz="2500" b="1" dirty="0" smtClean="0">
                <a:solidFill>
                  <a:srgbClr val="FF0000"/>
                </a:solidFill>
              </a:rPr>
              <a:t> </a:t>
            </a:r>
            <a:r>
              <a:rPr lang="en-US" sz="2500" b="1" dirty="0" err="1" smtClean="0">
                <a:solidFill>
                  <a:srgbClr val="FF0000"/>
                </a:solidFill>
              </a:rPr>
              <a:t>giải</a:t>
            </a:r>
            <a:r>
              <a:rPr lang="en-US" sz="2500" b="1" dirty="0" smtClean="0">
                <a:solidFill>
                  <a:srgbClr val="FF0000"/>
                </a:solidFill>
              </a:rPr>
              <a:t> </a:t>
            </a:r>
            <a:r>
              <a:rPr lang="en-US" sz="2500" b="1" dirty="0" err="1" smtClean="0">
                <a:solidFill>
                  <a:srgbClr val="FF0000"/>
                </a:solidFill>
              </a:rPr>
              <a:t>quyết</a:t>
            </a:r>
            <a:r>
              <a:rPr lang="en-US" sz="2500" b="1" dirty="0" smtClean="0">
                <a:solidFill>
                  <a:srgbClr val="FF0000"/>
                </a:solidFill>
              </a:rPr>
              <a:t> </a:t>
            </a:r>
            <a:r>
              <a:rPr lang="en-US" sz="2500" b="1" dirty="0" err="1" smtClean="0">
                <a:solidFill>
                  <a:srgbClr val="FF0000"/>
                </a:solidFill>
              </a:rPr>
              <a:t>đơn</a:t>
            </a:r>
            <a:endParaRPr lang="en-SG" sz="2500" dirty="0">
              <a:solidFill>
                <a:srgbClr val="FF0000"/>
              </a:solidFill>
            </a:endParaRPr>
          </a:p>
        </p:txBody>
      </p:sp>
    </p:spTree>
    <p:extLst>
      <p:ext uri="{BB962C8B-B14F-4D97-AF65-F5344CB8AC3E}">
        <p14:creationId xmlns:p14="http://schemas.microsoft.com/office/powerpoint/2010/main" val="7469802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9403" y="152400"/>
            <a:ext cx="6512511" cy="1143000"/>
          </a:xfrm>
          <a:prstGeom prst="rect">
            <a:avLst/>
          </a:prstGeom>
        </p:spPr>
        <p:txBody>
          <a:bodyPr/>
          <a:lstStyle/>
          <a:p>
            <a:pPr lvl="0" rtl="0"/>
            <a:endParaRPr lang="en-SG" dirty="0"/>
          </a:p>
        </p:txBody>
      </p:sp>
      <p:sp>
        <p:nvSpPr>
          <p:cNvPr id="3" name="Content Placeholder 2"/>
          <p:cNvSpPr>
            <a:spLocks noGrp="1"/>
          </p:cNvSpPr>
          <p:nvPr>
            <p:ph sz="quarter" idx="4294967295"/>
          </p:nvPr>
        </p:nvSpPr>
        <p:spPr>
          <a:xfrm>
            <a:off x="684598" y="1858633"/>
            <a:ext cx="11058764" cy="3925570"/>
          </a:xfrm>
          <a:prstGeom prst="rect">
            <a:avLst/>
          </a:prstGeom>
        </p:spPr>
        <p:txBody>
          <a:bodyPr>
            <a:normAutofit/>
          </a:bodyPr>
          <a:lstStyle/>
          <a:p>
            <a:pPr marL="45720" indent="0" algn="ctr">
              <a:buNone/>
            </a:pPr>
            <a:r>
              <a:rPr lang="en-US" sz="2400" b="1" dirty="0" err="1">
                <a:solidFill>
                  <a:srgbClr val="0070C0"/>
                </a:solidFill>
                <a:latin typeface="Arial" pitchFamily="34" charset="0"/>
                <a:cs typeface="Arial" pitchFamily="34" charset="0"/>
              </a:rPr>
              <a:t>Việc</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đăng</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ký</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học</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lại</a:t>
            </a:r>
            <a:endParaRPr lang="en-US" sz="2400" b="1" dirty="0">
              <a:solidFill>
                <a:srgbClr val="0070C0"/>
              </a:solidFill>
              <a:latin typeface="Arial" pitchFamily="34" charset="0"/>
              <a:cs typeface="Arial" pitchFamily="34" charset="0"/>
            </a:endParaRPr>
          </a:p>
          <a:p>
            <a:pPr marL="45720" indent="0" algn="ctr">
              <a:buNone/>
            </a:pPr>
            <a:endParaRPr lang="en-US" sz="2400" dirty="0">
              <a:solidFill>
                <a:srgbClr val="0070C0"/>
              </a:solidFill>
              <a:latin typeface="Arial" pitchFamily="34" charset="0"/>
              <a:cs typeface="Arial" pitchFamily="34" charset="0"/>
            </a:endParaRPr>
          </a:p>
          <a:p>
            <a:pPr>
              <a:lnSpc>
                <a:spcPct val="150000"/>
              </a:lnSpc>
              <a:spcBef>
                <a:spcPts val="0"/>
              </a:spcBef>
              <a:buFont typeface="Wingdings" pitchFamily="2" charset="2"/>
              <a:buChar char="v"/>
            </a:pPr>
            <a:r>
              <a:rPr lang="en-US" sz="2400" dirty="0">
                <a:solidFill>
                  <a:srgbClr val="0070C0"/>
                </a:solidFill>
              </a:rPr>
              <a:t> </a:t>
            </a:r>
            <a:r>
              <a:rPr lang="vi-VN" sz="2400" dirty="0">
                <a:solidFill>
                  <a:srgbClr val="0070C0"/>
                </a:solidFill>
              </a:rPr>
              <a:t>Sinh viên bị cấm thi kết thúc học phần hoặc đã thi lại nhưng vẫn dưới 5 điểm. </a:t>
            </a:r>
            <a:endParaRPr lang="en-US" sz="2400" dirty="0">
              <a:solidFill>
                <a:srgbClr val="0070C0"/>
              </a:solidFill>
            </a:endParaRPr>
          </a:p>
          <a:p>
            <a:pPr marL="0" indent="0">
              <a:lnSpc>
                <a:spcPct val="150000"/>
              </a:lnSpc>
              <a:spcBef>
                <a:spcPts val="0"/>
              </a:spcBef>
              <a:buNone/>
            </a:pPr>
            <a:endParaRPr lang="en-SG" sz="2400" dirty="0">
              <a:solidFill>
                <a:srgbClr val="0070C0"/>
              </a:solidFill>
            </a:endParaRPr>
          </a:p>
          <a:p>
            <a:pPr>
              <a:lnSpc>
                <a:spcPct val="150000"/>
              </a:lnSpc>
              <a:spcBef>
                <a:spcPts val="0"/>
              </a:spcBef>
              <a:buFont typeface="Wingdings" pitchFamily="2" charset="2"/>
              <a:buChar char="v"/>
            </a:pPr>
            <a:r>
              <a:rPr lang="vi-VN" sz="2400" dirty="0">
                <a:solidFill>
                  <a:srgbClr val="0070C0"/>
                </a:solidFill>
              </a:rPr>
              <a:t> Sinh viên thi không đủ điểm học phần nào thì học lại học phần đó, các học phần khác được bảo lưu kết quả.</a:t>
            </a:r>
            <a:endParaRPr lang="en-SG" sz="2400" dirty="0">
              <a:solidFill>
                <a:srgbClr val="0070C0"/>
              </a:solidFill>
            </a:endParaRPr>
          </a:p>
        </p:txBody>
      </p:sp>
      <p:sp>
        <p:nvSpPr>
          <p:cNvPr id="5" name="Rectangle 4"/>
          <p:cNvSpPr/>
          <p:nvPr/>
        </p:nvSpPr>
        <p:spPr>
          <a:xfrm>
            <a:off x="552091" y="1030396"/>
            <a:ext cx="5676181" cy="477054"/>
          </a:xfrm>
          <a:prstGeom prst="rect">
            <a:avLst/>
          </a:prstGeom>
        </p:spPr>
        <p:txBody>
          <a:bodyPr wrap="square">
            <a:spAutoFit/>
          </a:bodyPr>
          <a:lstStyle/>
          <a:p>
            <a:pPr lvl="0"/>
            <a:r>
              <a:rPr lang="vi-VN" sz="2500" b="1" dirty="0">
                <a:solidFill>
                  <a:srgbClr val="FF0000"/>
                </a:solidFill>
              </a:rPr>
              <a:t>Quy định </a:t>
            </a:r>
            <a:r>
              <a:rPr lang="en-US" sz="2500" b="1" dirty="0" err="1" smtClean="0">
                <a:solidFill>
                  <a:srgbClr val="FF0000"/>
                </a:solidFill>
              </a:rPr>
              <a:t>cấm</a:t>
            </a:r>
            <a:r>
              <a:rPr lang="en-US" sz="2500" b="1" dirty="0" smtClean="0">
                <a:solidFill>
                  <a:srgbClr val="FF0000"/>
                </a:solidFill>
              </a:rPr>
              <a:t> </a:t>
            </a:r>
            <a:r>
              <a:rPr lang="en-US" sz="2500" b="1" dirty="0" err="1" smtClean="0">
                <a:solidFill>
                  <a:srgbClr val="FF0000"/>
                </a:solidFill>
              </a:rPr>
              <a:t>thi</a:t>
            </a:r>
            <a:r>
              <a:rPr lang="en-US" sz="2500" b="1" dirty="0" smtClean="0">
                <a:solidFill>
                  <a:srgbClr val="FF0000"/>
                </a:solidFill>
              </a:rPr>
              <a:t> </a:t>
            </a:r>
            <a:r>
              <a:rPr lang="en-US" sz="2500" b="1" dirty="0" err="1" smtClean="0">
                <a:solidFill>
                  <a:srgbClr val="FF0000"/>
                </a:solidFill>
              </a:rPr>
              <a:t>và</a:t>
            </a:r>
            <a:r>
              <a:rPr lang="en-US" sz="2500" b="1" dirty="0" smtClean="0">
                <a:solidFill>
                  <a:srgbClr val="FF0000"/>
                </a:solidFill>
              </a:rPr>
              <a:t> </a:t>
            </a:r>
            <a:r>
              <a:rPr lang="en-US" sz="2500" b="1" dirty="0" err="1" smtClean="0">
                <a:solidFill>
                  <a:srgbClr val="FF0000"/>
                </a:solidFill>
              </a:rPr>
              <a:t>giải</a:t>
            </a:r>
            <a:r>
              <a:rPr lang="en-US" sz="2500" b="1" dirty="0" smtClean="0">
                <a:solidFill>
                  <a:srgbClr val="FF0000"/>
                </a:solidFill>
              </a:rPr>
              <a:t> </a:t>
            </a:r>
            <a:r>
              <a:rPr lang="en-US" sz="2500" b="1" dirty="0" err="1" smtClean="0">
                <a:solidFill>
                  <a:srgbClr val="FF0000"/>
                </a:solidFill>
              </a:rPr>
              <a:t>quyết</a:t>
            </a:r>
            <a:r>
              <a:rPr lang="en-US" sz="2500" b="1" dirty="0" smtClean="0">
                <a:solidFill>
                  <a:srgbClr val="FF0000"/>
                </a:solidFill>
              </a:rPr>
              <a:t> </a:t>
            </a:r>
            <a:r>
              <a:rPr lang="en-US" sz="2500" b="1" dirty="0" err="1" smtClean="0">
                <a:solidFill>
                  <a:srgbClr val="FF0000"/>
                </a:solidFill>
              </a:rPr>
              <a:t>đơn</a:t>
            </a:r>
            <a:endParaRPr lang="en-SG" sz="2500" dirty="0">
              <a:solidFill>
                <a:srgbClr val="FF0000"/>
              </a:solidFill>
            </a:endParaRPr>
          </a:p>
        </p:txBody>
      </p:sp>
    </p:spTree>
    <p:extLst>
      <p:ext uri="{BB962C8B-B14F-4D97-AF65-F5344CB8AC3E}">
        <p14:creationId xmlns:p14="http://schemas.microsoft.com/office/powerpoint/2010/main" val="392312018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752600" y="2413001"/>
            <a:ext cx="8534400" cy="2703667"/>
          </a:xfrm>
          <a:prstGeom prst="rect">
            <a:avLst/>
          </a:prstGeom>
        </p:spPr>
        <p:txBody>
          <a:bodyPr>
            <a:normAutofit/>
          </a:bodyPr>
          <a:lstStyle/>
          <a:p>
            <a:pPr marL="45720" indent="0" algn="ctr">
              <a:buNone/>
            </a:pPr>
            <a:r>
              <a:rPr lang="en-US" sz="2400" b="1" dirty="0" err="1">
                <a:solidFill>
                  <a:srgbClr val="0070C0"/>
                </a:solidFill>
                <a:latin typeface="Arial" pitchFamily="34" charset="0"/>
                <a:cs typeface="Arial" pitchFamily="34" charset="0"/>
              </a:rPr>
              <a:t>Quy</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chế</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thi</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trắc</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nghiệm</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trực</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tuyến</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sinh</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viên</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xem</a:t>
            </a:r>
            <a:r>
              <a:rPr lang="en-US" sz="2400" b="1" dirty="0">
                <a:solidFill>
                  <a:srgbClr val="0070C0"/>
                </a:solidFill>
                <a:latin typeface="Arial" pitchFamily="34" charset="0"/>
                <a:cs typeface="Arial" pitchFamily="34" charset="0"/>
              </a:rPr>
              <a:t> </a:t>
            </a:r>
            <a:r>
              <a:rPr lang="en-US" sz="2400" b="1" dirty="0" err="1">
                <a:solidFill>
                  <a:srgbClr val="0070C0"/>
                </a:solidFill>
                <a:latin typeface="Arial" pitchFamily="34" charset="0"/>
                <a:cs typeface="Arial" pitchFamily="34" charset="0"/>
              </a:rPr>
              <a:t>trên</a:t>
            </a:r>
            <a:r>
              <a:rPr lang="en-US" sz="2400" b="1" dirty="0">
                <a:solidFill>
                  <a:srgbClr val="0070C0"/>
                </a:solidFill>
                <a:latin typeface="Arial" pitchFamily="34" charset="0"/>
                <a:cs typeface="Arial" pitchFamily="34" charset="0"/>
              </a:rPr>
              <a:t> </a:t>
            </a:r>
            <a:r>
              <a:rPr lang="en-US" sz="3200" b="1" dirty="0" err="1">
                <a:solidFill>
                  <a:srgbClr val="FF0000"/>
                </a:solidFill>
                <a:latin typeface="Arial" pitchFamily="34" charset="0"/>
                <a:cs typeface="Arial" pitchFamily="34" charset="0"/>
              </a:rPr>
              <a:t>trang</a:t>
            </a:r>
            <a:r>
              <a:rPr lang="en-US" sz="3200" b="1" dirty="0">
                <a:solidFill>
                  <a:srgbClr val="FF0000"/>
                </a:solidFill>
                <a:latin typeface="Arial" pitchFamily="34" charset="0"/>
                <a:cs typeface="Arial" pitchFamily="34" charset="0"/>
              </a:rPr>
              <a:t> web </a:t>
            </a:r>
            <a:r>
              <a:rPr lang="en-US" sz="3200" b="1" dirty="0" err="1">
                <a:solidFill>
                  <a:srgbClr val="FF0000"/>
                </a:solidFill>
                <a:latin typeface="Arial" pitchFamily="34" charset="0"/>
                <a:cs typeface="Arial" pitchFamily="34" charset="0"/>
              </a:rPr>
              <a:t>của</a:t>
            </a:r>
            <a:r>
              <a:rPr lang="en-US" sz="3200" b="1" dirty="0">
                <a:solidFill>
                  <a:srgbClr val="FF0000"/>
                </a:solidFill>
                <a:latin typeface="Arial" pitchFamily="34" charset="0"/>
                <a:cs typeface="Arial" pitchFamily="34" charset="0"/>
              </a:rPr>
              <a:t> </a:t>
            </a:r>
            <a:r>
              <a:rPr lang="en-US" sz="3200" b="1" dirty="0" err="1">
                <a:solidFill>
                  <a:srgbClr val="FF0000"/>
                </a:solidFill>
                <a:latin typeface="Arial" pitchFamily="34" charset="0"/>
                <a:cs typeface="Arial" pitchFamily="34" charset="0"/>
              </a:rPr>
              <a:t>Trung</a:t>
            </a:r>
            <a:r>
              <a:rPr lang="en-US" sz="3200" b="1" dirty="0">
                <a:solidFill>
                  <a:srgbClr val="FF0000"/>
                </a:solidFill>
                <a:latin typeface="Arial" pitchFamily="34" charset="0"/>
                <a:cs typeface="Arial" pitchFamily="34" charset="0"/>
              </a:rPr>
              <a:t> </a:t>
            </a:r>
            <a:r>
              <a:rPr lang="en-US" sz="3200" b="1" dirty="0" err="1">
                <a:solidFill>
                  <a:srgbClr val="FF0000"/>
                </a:solidFill>
                <a:latin typeface="Arial" pitchFamily="34" charset="0"/>
                <a:cs typeface="Arial" pitchFamily="34" charset="0"/>
              </a:rPr>
              <a:t>tâm</a:t>
            </a:r>
            <a:r>
              <a:rPr lang="en-US" sz="3200" b="1" dirty="0">
                <a:solidFill>
                  <a:srgbClr val="FF0000"/>
                </a:solidFill>
                <a:latin typeface="Arial" pitchFamily="34" charset="0"/>
                <a:cs typeface="Arial" pitchFamily="34" charset="0"/>
              </a:rPr>
              <a:t>.</a:t>
            </a:r>
          </a:p>
          <a:p>
            <a:pPr marL="45720" indent="0" algn="ctr">
              <a:buNone/>
            </a:pPr>
            <a:endParaRPr lang="vi-VN" sz="1800" dirty="0">
              <a:solidFill>
                <a:srgbClr val="FF0000"/>
              </a:solidFill>
              <a:latin typeface="Arial" pitchFamily="34" charset="0"/>
              <a:cs typeface="Arial" pitchFamily="34" charset="0"/>
            </a:endParaRPr>
          </a:p>
          <a:p>
            <a:pPr marL="45720" indent="0" algn="ctr">
              <a:buNone/>
            </a:pPr>
            <a:endParaRPr lang="en-US" sz="1800" dirty="0">
              <a:solidFill>
                <a:srgbClr val="FF0000"/>
              </a:solidFill>
              <a:latin typeface="Arial" pitchFamily="34" charset="0"/>
              <a:cs typeface="Arial" pitchFamily="34" charset="0"/>
            </a:endParaRPr>
          </a:p>
          <a:p>
            <a:pPr marL="45720" indent="0" algn="ctr">
              <a:buNone/>
            </a:pPr>
            <a:endParaRPr lang="en-US" sz="1800"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14685023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0E57C7E1-B556-4877-AA3E-0A7058FB7751}"/>
              </a:ext>
            </a:extLst>
          </p:cNvPr>
          <p:cNvSpPr>
            <a:spLocks noGrp="1"/>
          </p:cNvSpPr>
          <p:nvPr>
            <p:ph type="title"/>
          </p:nvPr>
        </p:nvSpPr>
        <p:spPr>
          <a:xfrm>
            <a:off x="828472" y="549951"/>
            <a:ext cx="10515600" cy="1325563"/>
          </a:xfrm>
        </p:spPr>
        <p:txBody>
          <a:bodyPr/>
          <a:lstStyle/>
          <a:p>
            <a:pPr algn="ctr"/>
            <a:r>
              <a:rPr lang="en-US" b="1" dirty="0" err="1">
                <a:solidFill>
                  <a:srgbClr val="FF0000"/>
                </a:solidFill>
              </a:rPr>
              <a:t>Ký</a:t>
            </a:r>
            <a:r>
              <a:rPr lang="en-US" b="1" dirty="0">
                <a:solidFill>
                  <a:srgbClr val="FF0000"/>
                </a:solidFill>
              </a:rPr>
              <a:t> </a:t>
            </a:r>
            <a:r>
              <a:rPr lang="en-US" b="1" dirty="0" err="1">
                <a:solidFill>
                  <a:srgbClr val="FF0000"/>
                </a:solidFill>
              </a:rPr>
              <a:t>hiệu</a:t>
            </a:r>
            <a:r>
              <a:rPr lang="en-US" b="1" dirty="0">
                <a:solidFill>
                  <a:srgbClr val="FF0000"/>
                </a:solidFill>
              </a:rPr>
              <a:t> </a:t>
            </a:r>
            <a:r>
              <a:rPr lang="en-US" b="1" dirty="0" err="1">
                <a:solidFill>
                  <a:srgbClr val="FF0000"/>
                </a:solidFill>
              </a:rPr>
              <a:t>của</a:t>
            </a:r>
            <a:r>
              <a:rPr lang="en-US" b="1" dirty="0">
                <a:solidFill>
                  <a:srgbClr val="FF0000"/>
                </a:solidFill>
              </a:rPr>
              <a:t> </a:t>
            </a:r>
            <a:r>
              <a:rPr lang="en-US" b="1" dirty="0" err="1">
                <a:solidFill>
                  <a:srgbClr val="FF0000"/>
                </a:solidFill>
              </a:rPr>
              <a:t>từng</a:t>
            </a:r>
            <a:r>
              <a:rPr lang="en-US" b="1" dirty="0">
                <a:solidFill>
                  <a:srgbClr val="FF0000"/>
                </a:solidFill>
              </a:rPr>
              <a:t> </a:t>
            </a:r>
            <a:r>
              <a:rPr lang="en-US" b="1" dirty="0" err="1">
                <a:solidFill>
                  <a:srgbClr val="FF0000"/>
                </a:solidFill>
              </a:rPr>
              <a:t>Học</a:t>
            </a:r>
            <a:r>
              <a:rPr lang="en-US" b="1" dirty="0">
                <a:solidFill>
                  <a:srgbClr val="FF0000"/>
                </a:solidFill>
              </a:rPr>
              <a:t> </a:t>
            </a:r>
            <a:r>
              <a:rPr lang="en-US" b="1" dirty="0" err="1">
                <a:solidFill>
                  <a:srgbClr val="FF0000"/>
                </a:solidFill>
              </a:rPr>
              <a:t>phần</a:t>
            </a:r>
            <a:endParaRPr lang="vi-VN" b="1" dirty="0">
              <a:solidFill>
                <a:srgbClr val="FF0000"/>
              </a:solidFill>
            </a:endParaRPr>
          </a:p>
        </p:txBody>
      </p:sp>
      <p:sp>
        <p:nvSpPr>
          <p:cNvPr id="6" name="Chỗ dành sẵn cho Nội dung 2">
            <a:extLst>
              <a:ext uri="{FF2B5EF4-FFF2-40B4-BE49-F238E27FC236}">
                <a16:creationId xmlns:a16="http://schemas.microsoft.com/office/drawing/2014/main" xmlns="" id="{FCD2AC98-DDA8-43E4-9B61-38A518AEE07D}"/>
              </a:ext>
            </a:extLst>
          </p:cNvPr>
          <p:cNvSpPr>
            <a:spLocks noGrp="1"/>
          </p:cNvSpPr>
          <p:nvPr>
            <p:ph idx="1"/>
          </p:nvPr>
        </p:nvSpPr>
        <p:spPr>
          <a:xfrm>
            <a:off x="838200" y="1825625"/>
            <a:ext cx="10515600" cy="4351338"/>
          </a:xfrm>
        </p:spPr>
        <p:txBody>
          <a:bodyPr/>
          <a:lstStyle/>
          <a:p>
            <a:pPr>
              <a:buFontTx/>
              <a:buChar char="-"/>
            </a:pPr>
            <a:r>
              <a:rPr lang="en-US" dirty="0" err="1" smtClean="0">
                <a:solidFill>
                  <a:srgbClr val="FF0000"/>
                </a:solidFill>
              </a:rPr>
              <a:t>Học</a:t>
            </a:r>
            <a:r>
              <a:rPr lang="en-US" dirty="0" smtClean="0">
                <a:solidFill>
                  <a:srgbClr val="FF0000"/>
                </a:solidFill>
              </a:rPr>
              <a:t> </a:t>
            </a:r>
            <a:r>
              <a:rPr lang="en-US" dirty="0" err="1" smtClean="0">
                <a:solidFill>
                  <a:srgbClr val="FF0000"/>
                </a:solidFill>
              </a:rPr>
              <a:t>phần</a:t>
            </a:r>
            <a:r>
              <a:rPr lang="en-US" dirty="0" smtClean="0">
                <a:solidFill>
                  <a:srgbClr val="FF0000"/>
                </a:solidFill>
              </a:rPr>
              <a:t> 1</a:t>
            </a:r>
            <a:r>
              <a:rPr lang="en-US" dirty="0" smtClean="0"/>
              <a:t>: ĐL1…: </a:t>
            </a:r>
            <a:r>
              <a:rPr lang="en-US" dirty="0" err="1" smtClean="0">
                <a:solidFill>
                  <a:srgbClr val="0070C0"/>
                </a:solidFill>
              </a:rPr>
              <a:t>Khoa</a:t>
            </a:r>
            <a:r>
              <a:rPr lang="en-US" dirty="0" smtClean="0">
                <a:solidFill>
                  <a:srgbClr val="0070C0"/>
                </a:solidFill>
              </a:rPr>
              <a:t> </a:t>
            </a:r>
            <a:r>
              <a:rPr lang="en-US" dirty="0" err="1" smtClean="0">
                <a:solidFill>
                  <a:srgbClr val="0070C0"/>
                </a:solidFill>
              </a:rPr>
              <a:t>Đường</a:t>
            </a:r>
            <a:r>
              <a:rPr lang="en-US" dirty="0" smtClean="0">
                <a:solidFill>
                  <a:srgbClr val="0070C0"/>
                </a:solidFill>
              </a:rPr>
              <a:t> </a:t>
            </a:r>
            <a:r>
              <a:rPr lang="en-US" dirty="0" err="1" smtClean="0">
                <a:solidFill>
                  <a:srgbClr val="0070C0"/>
                </a:solidFill>
              </a:rPr>
              <a:t>lối</a:t>
            </a:r>
            <a:r>
              <a:rPr lang="en-US" dirty="0" smtClean="0">
                <a:solidFill>
                  <a:srgbClr val="0070C0"/>
                </a:solidFill>
              </a:rPr>
              <a:t> QPAN</a:t>
            </a:r>
            <a:endParaRPr lang="en-US" dirty="0">
              <a:solidFill>
                <a:srgbClr val="0070C0"/>
              </a:solidFill>
            </a:endParaRPr>
          </a:p>
          <a:p>
            <a:pPr>
              <a:buFontTx/>
              <a:buChar char="-"/>
            </a:pPr>
            <a:endParaRPr lang="en-US" dirty="0" smtClean="0">
              <a:solidFill>
                <a:srgbClr val="FF0000"/>
              </a:solidFill>
            </a:endParaRPr>
          </a:p>
          <a:p>
            <a:pPr>
              <a:buFontTx/>
              <a:buChar char="-"/>
            </a:pPr>
            <a:r>
              <a:rPr lang="en-US" dirty="0" err="1" smtClean="0">
                <a:solidFill>
                  <a:srgbClr val="FF0000"/>
                </a:solidFill>
              </a:rPr>
              <a:t>Học</a:t>
            </a:r>
            <a:r>
              <a:rPr lang="en-US" dirty="0" smtClean="0">
                <a:solidFill>
                  <a:srgbClr val="FF0000"/>
                </a:solidFill>
              </a:rPr>
              <a:t> </a:t>
            </a:r>
            <a:r>
              <a:rPr lang="en-US" dirty="0" err="1" smtClean="0">
                <a:solidFill>
                  <a:srgbClr val="FF0000"/>
                </a:solidFill>
              </a:rPr>
              <a:t>phần</a:t>
            </a:r>
            <a:r>
              <a:rPr lang="en-US" dirty="0" smtClean="0">
                <a:solidFill>
                  <a:srgbClr val="FF0000"/>
                </a:solidFill>
              </a:rPr>
              <a:t> 2</a:t>
            </a:r>
            <a:r>
              <a:rPr lang="en-US" dirty="0" smtClean="0"/>
              <a:t>: CT1…: </a:t>
            </a:r>
            <a:r>
              <a:rPr lang="en-US" dirty="0" err="1" smtClean="0">
                <a:solidFill>
                  <a:srgbClr val="0070C0"/>
                </a:solidFill>
              </a:rPr>
              <a:t>Khoa</a:t>
            </a:r>
            <a:r>
              <a:rPr lang="en-US" dirty="0" smtClean="0">
                <a:solidFill>
                  <a:srgbClr val="0070C0"/>
                </a:solidFill>
              </a:rPr>
              <a:t> </a:t>
            </a:r>
            <a:r>
              <a:rPr lang="en-US" dirty="0" err="1" smtClean="0">
                <a:solidFill>
                  <a:srgbClr val="0070C0"/>
                </a:solidFill>
              </a:rPr>
              <a:t>Công</a:t>
            </a:r>
            <a:r>
              <a:rPr lang="en-US" dirty="0" smtClean="0">
                <a:solidFill>
                  <a:srgbClr val="0070C0"/>
                </a:solidFill>
              </a:rPr>
              <a:t> </a:t>
            </a:r>
            <a:r>
              <a:rPr lang="en-US" dirty="0" err="1" smtClean="0">
                <a:solidFill>
                  <a:srgbClr val="0070C0"/>
                </a:solidFill>
              </a:rPr>
              <a:t>tác</a:t>
            </a:r>
            <a:r>
              <a:rPr lang="en-US" dirty="0" smtClean="0">
                <a:solidFill>
                  <a:srgbClr val="0070C0"/>
                </a:solidFill>
              </a:rPr>
              <a:t> QPAN</a:t>
            </a:r>
          </a:p>
          <a:p>
            <a:pPr>
              <a:buFontTx/>
              <a:buChar char="-"/>
            </a:pPr>
            <a:endParaRPr lang="en-US" dirty="0" smtClean="0">
              <a:solidFill>
                <a:srgbClr val="FF0000"/>
              </a:solidFill>
            </a:endParaRPr>
          </a:p>
          <a:p>
            <a:pPr>
              <a:buFontTx/>
              <a:buChar char="-"/>
            </a:pPr>
            <a:r>
              <a:rPr lang="en-US" dirty="0" err="1" smtClean="0">
                <a:solidFill>
                  <a:srgbClr val="FF0000"/>
                </a:solidFill>
              </a:rPr>
              <a:t>Học</a:t>
            </a:r>
            <a:r>
              <a:rPr lang="en-US" dirty="0" smtClean="0">
                <a:solidFill>
                  <a:srgbClr val="FF0000"/>
                </a:solidFill>
              </a:rPr>
              <a:t> </a:t>
            </a:r>
            <a:r>
              <a:rPr lang="en-US" dirty="0" err="1" smtClean="0">
                <a:solidFill>
                  <a:srgbClr val="FF0000"/>
                </a:solidFill>
              </a:rPr>
              <a:t>phần</a:t>
            </a:r>
            <a:r>
              <a:rPr lang="en-US" dirty="0" smtClean="0">
                <a:solidFill>
                  <a:srgbClr val="FF0000"/>
                </a:solidFill>
              </a:rPr>
              <a:t> 3</a:t>
            </a:r>
            <a:r>
              <a:rPr lang="en-US" dirty="0" smtClean="0"/>
              <a:t>: QS1…:</a:t>
            </a:r>
          </a:p>
          <a:p>
            <a:pPr marL="0" indent="0">
              <a:buNone/>
            </a:pPr>
            <a:endParaRPr lang="en-US" dirty="0" smtClean="0">
              <a:solidFill>
                <a:srgbClr val="FF0000"/>
              </a:solidFill>
            </a:endParaRPr>
          </a:p>
          <a:p>
            <a:pPr>
              <a:buFontTx/>
              <a:buChar char="-"/>
            </a:pPr>
            <a:r>
              <a:rPr lang="en-US" dirty="0" err="1" smtClean="0">
                <a:solidFill>
                  <a:srgbClr val="FF0000"/>
                </a:solidFill>
              </a:rPr>
              <a:t>Học</a:t>
            </a:r>
            <a:r>
              <a:rPr lang="en-US" dirty="0" smtClean="0">
                <a:solidFill>
                  <a:srgbClr val="FF0000"/>
                </a:solidFill>
              </a:rPr>
              <a:t> </a:t>
            </a:r>
            <a:r>
              <a:rPr lang="en-US" dirty="0" err="1" smtClean="0">
                <a:solidFill>
                  <a:srgbClr val="FF0000"/>
                </a:solidFill>
              </a:rPr>
              <a:t>phần</a:t>
            </a:r>
            <a:r>
              <a:rPr lang="en-US" dirty="0" smtClean="0">
                <a:solidFill>
                  <a:srgbClr val="FF0000"/>
                </a:solidFill>
              </a:rPr>
              <a:t> 4</a:t>
            </a:r>
            <a:r>
              <a:rPr lang="en-US" dirty="0" smtClean="0"/>
              <a:t>: KC1…:</a:t>
            </a:r>
            <a:endParaRPr lang="en-US" dirty="0"/>
          </a:p>
        </p:txBody>
      </p:sp>
      <p:sp>
        <p:nvSpPr>
          <p:cNvPr id="8" name="Right Brace 7"/>
          <p:cNvSpPr/>
          <p:nvPr/>
        </p:nvSpPr>
        <p:spPr>
          <a:xfrm>
            <a:off x="4378358" y="3799491"/>
            <a:ext cx="1119352" cy="1450428"/>
          </a:xfrm>
          <a:prstGeom prst="rightBrace">
            <a:avLst>
              <a:gd name="adj1" fmla="val 8333"/>
              <a:gd name="adj2" fmla="val 4782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dirty="0"/>
          </a:p>
        </p:txBody>
      </p:sp>
      <p:sp>
        <p:nvSpPr>
          <p:cNvPr id="10" name="Rectangle 9"/>
          <p:cNvSpPr/>
          <p:nvPr/>
        </p:nvSpPr>
        <p:spPr>
          <a:xfrm>
            <a:off x="5675586" y="4075388"/>
            <a:ext cx="4067504" cy="898634"/>
          </a:xfrm>
          <a:prstGeom prst="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smtClean="0">
                <a:solidFill>
                  <a:srgbClr val="0070C0"/>
                </a:solidFill>
              </a:rPr>
              <a:t>Khoa</a:t>
            </a:r>
            <a:r>
              <a:rPr lang="en-US" sz="2800" dirty="0" smtClean="0">
                <a:solidFill>
                  <a:srgbClr val="0070C0"/>
                </a:solidFill>
              </a:rPr>
              <a:t> </a:t>
            </a:r>
            <a:r>
              <a:rPr lang="en-US" sz="2800" dirty="0" err="1" smtClean="0">
                <a:solidFill>
                  <a:srgbClr val="0070C0"/>
                </a:solidFill>
              </a:rPr>
              <a:t>Quân</a:t>
            </a:r>
            <a:r>
              <a:rPr lang="en-US" sz="2800" dirty="0" smtClean="0">
                <a:solidFill>
                  <a:srgbClr val="0070C0"/>
                </a:solidFill>
              </a:rPr>
              <a:t> </a:t>
            </a:r>
            <a:r>
              <a:rPr lang="en-US" sz="2800" dirty="0" err="1" smtClean="0">
                <a:solidFill>
                  <a:srgbClr val="0070C0"/>
                </a:solidFill>
              </a:rPr>
              <a:t>sự</a:t>
            </a:r>
            <a:endParaRPr lang="en-US" sz="2800" dirty="0">
              <a:solidFill>
                <a:srgbClr val="0070C0"/>
              </a:solidFill>
            </a:endParaRPr>
          </a:p>
        </p:txBody>
      </p:sp>
    </p:spTree>
    <p:extLst>
      <p:ext uri="{BB962C8B-B14F-4D97-AF65-F5344CB8AC3E}">
        <p14:creationId xmlns:p14="http://schemas.microsoft.com/office/powerpoint/2010/main" val="34023913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EF83D4B8-B1B8-4230-86B7-A4183204BDCD}"/>
              </a:ext>
            </a:extLst>
          </p:cNvPr>
          <p:cNvSpPr>
            <a:spLocks noGrp="1"/>
          </p:cNvSpPr>
          <p:nvPr>
            <p:ph type="title"/>
          </p:nvPr>
        </p:nvSpPr>
        <p:spPr>
          <a:xfrm>
            <a:off x="838200" y="538546"/>
            <a:ext cx="10515600" cy="1325563"/>
          </a:xfrm>
        </p:spPr>
        <p:txBody>
          <a:bodyPr/>
          <a:lstStyle/>
          <a:p>
            <a:pPr algn="ctr"/>
            <a:r>
              <a:rPr lang="vi-VN" b="1" dirty="0" smtClean="0">
                <a:solidFill>
                  <a:srgbClr val="FF0000"/>
                </a:solidFill>
              </a:rPr>
              <a:t>THI TRỰC TUYẾN</a:t>
            </a:r>
            <a:endParaRPr lang="vi-VN" b="1" dirty="0">
              <a:solidFill>
                <a:srgbClr val="FF0000"/>
              </a:solidFill>
            </a:endParaRPr>
          </a:p>
        </p:txBody>
      </p:sp>
      <p:sp>
        <p:nvSpPr>
          <p:cNvPr id="7" name="Chỗ dành sẵn cho Nội dung 2">
            <a:extLst>
              <a:ext uri="{FF2B5EF4-FFF2-40B4-BE49-F238E27FC236}">
                <a16:creationId xmlns:a16="http://schemas.microsoft.com/office/drawing/2014/main" xmlns="" id="{4325F6A7-7803-4F89-8D95-A42EA00DA4F5}"/>
              </a:ext>
            </a:extLst>
          </p:cNvPr>
          <p:cNvSpPr>
            <a:spLocks noGrp="1"/>
          </p:cNvSpPr>
          <p:nvPr>
            <p:ph idx="1"/>
          </p:nvPr>
        </p:nvSpPr>
        <p:spPr>
          <a:xfrm>
            <a:off x="317937" y="1671145"/>
            <a:ext cx="11726918" cy="4789597"/>
          </a:xfrm>
        </p:spPr>
        <p:txBody>
          <a:bodyPr>
            <a:normAutofit/>
          </a:bodyPr>
          <a:lstStyle/>
          <a:p>
            <a:pPr>
              <a:buFontTx/>
              <a:buChar char="-"/>
            </a:pPr>
            <a:r>
              <a:rPr lang="en-US" dirty="0" smtClean="0"/>
              <a:t>Đề </a:t>
            </a:r>
            <a:r>
              <a:rPr lang="en-US" dirty="0" err="1" smtClean="0"/>
              <a:t>thi</a:t>
            </a:r>
            <a:r>
              <a:rPr lang="en-US" dirty="0" smtClean="0"/>
              <a:t> </a:t>
            </a:r>
            <a:r>
              <a:rPr lang="en-US" dirty="0" err="1" smtClean="0"/>
              <a:t>mỗi</a:t>
            </a:r>
            <a:r>
              <a:rPr lang="en-US" dirty="0" smtClean="0"/>
              <a:t> </a:t>
            </a:r>
            <a:r>
              <a:rPr lang="en-US" dirty="0"/>
              <a:t>HP </a:t>
            </a:r>
            <a:r>
              <a:rPr lang="en-US" dirty="0" err="1"/>
              <a:t>có</a:t>
            </a:r>
            <a:r>
              <a:rPr lang="en-US" dirty="0"/>
              <a:t> 20 </a:t>
            </a:r>
            <a:r>
              <a:rPr lang="en-US" dirty="0" err="1"/>
              <a:t>câu</a:t>
            </a:r>
            <a:r>
              <a:rPr lang="en-US" dirty="0"/>
              <a:t> </a:t>
            </a:r>
            <a:r>
              <a:rPr lang="en-US" dirty="0" err="1"/>
              <a:t>và</a:t>
            </a:r>
            <a:r>
              <a:rPr lang="en-US" dirty="0"/>
              <a:t> </a:t>
            </a:r>
            <a:r>
              <a:rPr lang="en-US" dirty="0" err="1"/>
              <a:t>làm</a:t>
            </a:r>
            <a:r>
              <a:rPr lang="en-US" dirty="0"/>
              <a:t> </a:t>
            </a:r>
            <a:r>
              <a:rPr lang="en-US" dirty="0" err="1"/>
              <a:t>trong</a:t>
            </a:r>
            <a:r>
              <a:rPr lang="en-US" dirty="0"/>
              <a:t> 15</a:t>
            </a:r>
            <a:r>
              <a:rPr lang="en-US" dirty="0" smtClean="0"/>
              <a:t>’.</a:t>
            </a:r>
          </a:p>
          <a:p>
            <a:pPr marL="0" indent="1600200" algn="just">
              <a:buNone/>
            </a:pPr>
            <a:endParaRPr lang="en-US" dirty="0"/>
          </a:p>
          <a:p>
            <a:pPr marL="0" indent="0" algn="just">
              <a:buNone/>
            </a:pPr>
            <a:r>
              <a:rPr lang="en-US" b="1" dirty="0" err="1" smtClean="0">
                <a:solidFill>
                  <a:srgbClr val="FF0000"/>
                </a:solidFill>
              </a:rPr>
              <a:t>Lưu</a:t>
            </a:r>
            <a:r>
              <a:rPr lang="en-US" b="1" dirty="0" smtClean="0">
                <a:solidFill>
                  <a:srgbClr val="FF0000"/>
                </a:solidFill>
              </a:rPr>
              <a:t> ý:- </a:t>
            </a:r>
            <a:r>
              <a:rPr lang="en-US" dirty="0" err="1" smtClean="0">
                <a:solidFill>
                  <a:srgbClr val="FF0000"/>
                </a:solidFill>
              </a:rPr>
              <a:t>Thi</a:t>
            </a:r>
            <a:r>
              <a:rPr lang="en-US" dirty="0" smtClean="0">
                <a:solidFill>
                  <a:srgbClr val="FF0000"/>
                </a:solidFill>
              </a:rPr>
              <a:t> </a:t>
            </a:r>
            <a:r>
              <a:rPr lang="en-US" dirty="0" err="1">
                <a:solidFill>
                  <a:srgbClr val="FF0000"/>
                </a:solidFill>
              </a:rPr>
              <a:t>dưới</a:t>
            </a:r>
            <a:r>
              <a:rPr lang="en-US" dirty="0">
                <a:solidFill>
                  <a:srgbClr val="FF0000"/>
                </a:solidFill>
              </a:rPr>
              <a:t> 5đ, </a:t>
            </a:r>
            <a:r>
              <a:rPr lang="en-US" dirty="0" err="1">
                <a:solidFill>
                  <a:srgbClr val="FF0000"/>
                </a:solidFill>
              </a:rPr>
              <a:t>không</a:t>
            </a:r>
            <a:r>
              <a:rPr lang="en-US" dirty="0">
                <a:solidFill>
                  <a:srgbClr val="FF0000"/>
                </a:solidFill>
              </a:rPr>
              <a:t> </a:t>
            </a:r>
            <a:r>
              <a:rPr lang="en-US" dirty="0" err="1">
                <a:solidFill>
                  <a:srgbClr val="FF0000"/>
                </a:solidFill>
              </a:rPr>
              <a:t>đạt</a:t>
            </a:r>
            <a:r>
              <a:rPr lang="en-US" dirty="0">
                <a:solidFill>
                  <a:srgbClr val="FF0000"/>
                </a:solidFill>
              </a:rPr>
              <a:t> </a:t>
            </a:r>
            <a:r>
              <a:rPr lang="en-US" dirty="0" err="1">
                <a:solidFill>
                  <a:srgbClr val="FF0000"/>
                </a:solidFill>
              </a:rPr>
              <a:t>yêu</a:t>
            </a:r>
            <a:r>
              <a:rPr lang="en-US" dirty="0">
                <a:solidFill>
                  <a:srgbClr val="FF0000"/>
                </a:solidFill>
              </a:rPr>
              <a:t> </a:t>
            </a:r>
            <a:r>
              <a:rPr lang="en-US" dirty="0" err="1">
                <a:solidFill>
                  <a:srgbClr val="FF0000"/>
                </a:solidFill>
              </a:rPr>
              <a:t>cầu</a:t>
            </a:r>
            <a:r>
              <a:rPr lang="en-US" dirty="0">
                <a:solidFill>
                  <a:srgbClr val="FF0000"/>
                </a:solidFill>
              </a:rPr>
              <a:t>, </a:t>
            </a:r>
            <a:r>
              <a:rPr lang="en-US" dirty="0" err="1">
                <a:solidFill>
                  <a:srgbClr val="FF0000"/>
                </a:solidFill>
              </a:rPr>
              <a:t>được</a:t>
            </a:r>
            <a:r>
              <a:rPr lang="en-US" dirty="0">
                <a:solidFill>
                  <a:srgbClr val="FF0000"/>
                </a:solidFill>
              </a:rPr>
              <a:t> </a:t>
            </a:r>
            <a:r>
              <a:rPr lang="en-US" dirty="0" err="1">
                <a:solidFill>
                  <a:srgbClr val="FF0000"/>
                </a:solidFill>
              </a:rPr>
              <a:t>thi</a:t>
            </a:r>
            <a:r>
              <a:rPr lang="en-US" dirty="0">
                <a:solidFill>
                  <a:srgbClr val="FF0000"/>
                </a:solidFill>
              </a:rPr>
              <a:t> </a:t>
            </a:r>
            <a:r>
              <a:rPr lang="en-US" dirty="0" err="1">
                <a:solidFill>
                  <a:srgbClr val="FF0000"/>
                </a:solidFill>
              </a:rPr>
              <a:t>lại</a:t>
            </a:r>
            <a:r>
              <a:rPr lang="en-US" dirty="0">
                <a:solidFill>
                  <a:srgbClr val="FF0000"/>
                </a:solidFill>
              </a:rPr>
              <a:t> 1 </a:t>
            </a:r>
            <a:r>
              <a:rPr lang="en-US" dirty="0" err="1">
                <a:solidFill>
                  <a:srgbClr val="FF0000"/>
                </a:solidFill>
              </a:rPr>
              <a:t>lần</a:t>
            </a:r>
            <a:r>
              <a:rPr lang="en-US" dirty="0" smtClean="0">
                <a:solidFill>
                  <a:srgbClr val="FF0000"/>
                </a:solidFill>
              </a:rPr>
              <a:t>.</a:t>
            </a:r>
            <a:r>
              <a:rPr lang="vi-VN" dirty="0" smtClean="0">
                <a:solidFill>
                  <a:srgbClr val="FF0000"/>
                </a:solidFill>
              </a:rPr>
              <a:t> </a:t>
            </a:r>
          </a:p>
          <a:p>
            <a:pPr marL="0" indent="0" algn="just">
              <a:buNone/>
            </a:pPr>
            <a:r>
              <a:rPr lang="vi-VN" dirty="0" smtClean="0">
                <a:solidFill>
                  <a:srgbClr val="FF0000"/>
                </a:solidFill>
              </a:rPr>
              <a:t>           - Dưới 2đ là điểm liệt</a:t>
            </a:r>
            <a:endParaRPr lang="en-US" dirty="0" smtClean="0">
              <a:solidFill>
                <a:srgbClr val="FF0000"/>
              </a:solidFill>
            </a:endParaRPr>
          </a:p>
          <a:p>
            <a:pPr marL="0" indent="0" algn="just">
              <a:buNone/>
            </a:pPr>
            <a:r>
              <a:rPr lang="en-US" dirty="0">
                <a:solidFill>
                  <a:srgbClr val="FF0000"/>
                </a:solidFill>
              </a:rPr>
              <a:t> </a:t>
            </a:r>
            <a:r>
              <a:rPr lang="en-US" dirty="0" smtClean="0">
                <a:solidFill>
                  <a:srgbClr val="FF0000"/>
                </a:solidFill>
              </a:rPr>
              <a:t>          - </a:t>
            </a:r>
            <a:r>
              <a:rPr lang="en-US" dirty="0" err="1" smtClean="0">
                <a:solidFill>
                  <a:srgbClr val="FF0000"/>
                </a:solidFill>
              </a:rPr>
              <a:t>Rớt</a:t>
            </a:r>
            <a:r>
              <a:rPr lang="en-US" dirty="0" smtClean="0">
                <a:solidFill>
                  <a:srgbClr val="FF0000"/>
                </a:solidFill>
              </a:rPr>
              <a:t> </a:t>
            </a:r>
            <a:r>
              <a:rPr lang="en-US" dirty="0" err="1" smtClean="0">
                <a:solidFill>
                  <a:srgbClr val="FF0000"/>
                </a:solidFill>
              </a:rPr>
              <a:t>học</a:t>
            </a:r>
            <a:r>
              <a:rPr lang="en-US" dirty="0" smtClean="0">
                <a:solidFill>
                  <a:srgbClr val="FF0000"/>
                </a:solidFill>
              </a:rPr>
              <a:t> </a:t>
            </a:r>
            <a:r>
              <a:rPr lang="en-US" dirty="0" err="1" smtClean="0">
                <a:solidFill>
                  <a:srgbClr val="FF0000"/>
                </a:solidFill>
              </a:rPr>
              <a:t>phần</a:t>
            </a:r>
            <a:r>
              <a:rPr lang="en-US" dirty="0" smtClean="0">
                <a:solidFill>
                  <a:srgbClr val="FF0000"/>
                </a:solidFill>
              </a:rPr>
              <a:t> </a:t>
            </a:r>
            <a:r>
              <a:rPr lang="en-US" dirty="0" err="1" smtClean="0">
                <a:solidFill>
                  <a:srgbClr val="FF0000"/>
                </a:solidFill>
              </a:rPr>
              <a:t>nào</a:t>
            </a:r>
            <a:r>
              <a:rPr lang="en-US" dirty="0" smtClean="0">
                <a:solidFill>
                  <a:srgbClr val="FF0000"/>
                </a:solidFill>
              </a:rPr>
              <a:t>, </a:t>
            </a:r>
            <a:r>
              <a:rPr lang="en-US" dirty="0" err="1" smtClean="0">
                <a:solidFill>
                  <a:srgbClr val="FF0000"/>
                </a:solidFill>
              </a:rPr>
              <a:t>đăng</a:t>
            </a:r>
            <a:r>
              <a:rPr lang="en-US" dirty="0" smtClean="0">
                <a:solidFill>
                  <a:srgbClr val="FF0000"/>
                </a:solidFill>
              </a:rPr>
              <a:t> </a:t>
            </a:r>
            <a:r>
              <a:rPr lang="en-US" dirty="0" err="1" smtClean="0">
                <a:solidFill>
                  <a:srgbClr val="FF0000"/>
                </a:solidFill>
              </a:rPr>
              <a:t>kí</a:t>
            </a:r>
            <a:r>
              <a:rPr lang="en-US" dirty="0" smtClean="0">
                <a:solidFill>
                  <a:srgbClr val="FF0000"/>
                </a:solidFill>
              </a:rPr>
              <a:t> </a:t>
            </a:r>
            <a:r>
              <a:rPr lang="en-US" dirty="0" err="1" smtClean="0">
                <a:solidFill>
                  <a:srgbClr val="FF0000"/>
                </a:solidFill>
              </a:rPr>
              <a:t>học</a:t>
            </a:r>
            <a:r>
              <a:rPr lang="en-US" dirty="0" smtClean="0">
                <a:solidFill>
                  <a:srgbClr val="FF0000"/>
                </a:solidFill>
              </a:rPr>
              <a:t> </a:t>
            </a:r>
            <a:r>
              <a:rPr lang="en-US" dirty="0" err="1" smtClean="0">
                <a:solidFill>
                  <a:srgbClr val="FF0000"/>
                </a:solidFill>
              </a:rPr>
              <a:t>lại</a:t>
            </a:r>
            <a:r>
              <a:rPr lang="en-US" dirty="0" smtClean="0">
                <a:solidFill>
                  <a:srgbClr val="FF0000"/>
                </a:solidFill>
              </a:rPr>
              <a:t> </a:t>
            </a:r>
            <a:r>
              <a:rPr lang="en-US" dirty="0" err="1" smtClean="0">
                <a:solidFill>
                  <a:srgbClr val="FF0000"/>
                </a:solidFill>
              </a:rPr>
              <a:t>toàn</a:t>
            </a:r>
            <a:r>
              <a:rPr lang="en-US" dirty="0" smtClean="0">
                <a:solidFill>
                  <a:srgbClr val="FF0000"/>
                </a:solidFill>
              </a:rPr>
              <a:t> </a:t>
            </a:r>
            <a:r>
              <a:rPr lang="en-US" dirty="0" err="1" smtClean="0">
                <a:solidFill>
                  <a:srgbClr val="FF0000"/>
                </a:solidFill>
              </a:rPr>
              <a:t>bộ</a:t>
            </a:r>
            <a:r>
              <a:rPr lang="en-US" dirty="0" smtClean="0">
                <a:solidFill>
                  <a:srgbClr val="FF0000"/>
                </a:solidFill>
              </a:rPr>
              <a:t> </a:t>
            </a:r>
            <a:r>
              <a:rPr lang="en-US" dirty="0" err="1" smtClean="0">
                <a:solidFill>
                  <a:srgbClr val="FF0000"/>
                </a:solidFill>
              </a:rPr>
              <a:t>học</a:t>
            </a:r>
            <a:r>
              <a:rPr lang="en-US" dirty="0" smtClean="0">
                <a:solidFill>
                  <a:srgbClr val="FF0000"/>
                </a:solidFill>
              </a:rPr>
              <a:t> </a:t>
            </a:r>
            <a:r>
              <a:rPr lang="en-US" dirty="0" err="1" smtClean="0">
                <a:solidFill>
                  <a:srgbClr val="FF0000"/>
                </a:solidFill>
              </a:rPr>
              <a:t>phần</a:t>
            </a:r>
            <a:r>
              <a:rPr lang="en-US" dirty="0" smtClean="0">
                <a:solidFill>
                  <a:srgbClr val="FF0000"/>
                </a:solidFill>
              </a:rPr>
              <a:t> </a:t>
            </a:r>
            <a:r>
              <a:rPr lang="en-US" dirty="0" err="1" smtClean="0">
                <a:solidFill>
                  <a:srgbClr val="FF0000"/>
                </a:solidFill>
              </a:rPr>
              <a:t>đó</a:t>
            </a:r>
            <a:r>
              <a:rPr lang="en-US" dirty="0" smtClean="0">
                <a:solidFill>
                  <a:srgbClr val="FF0000"/>
                </a:solidFill>
              </a:rPr>
              <a:t> </a:t>
            </a:r>
            <a:r>
              <a:rPr lang="en-US" dirty="0" err="1" smtClean="0">
                <a:solidFill>
                  <a:srgbClr val="FF0000"/>
                </a:solidFill>
              </a:rPr>
              <a:t>và</a:t>
            </a:r>
            <a:r>
              <a:rPr lang="en-US" dirty="0" smtClean="0">
                <a:solidFill>
                  <a:srgbClr val="FF0000"/>
                </a:solidFill>
              </a:rPr>
              <a:t> </a:t>
            </a:r>
            <a:r>
              <a:rPr lang="en-US" dirty="0" err="1" smtClean="0">
                <a:solidFill>
                  <a:srgbClr val="FF0000"/>
                </a:solidFill>
              </a:rPr>
              <a:t>thi</a:t>
            </a:r>
            <a:r>
              <a:rPr lang="en-US" dirty="0" smtClean="0">
                <a:solidFill>
                  <a:srgbClr val="FF0000"/>
                </a:solidFill>
              </a:rPr>
              <a:t> </a:t>
            </a:r>
            <a:r>
              <a:rPr lang="en-US" dirty="0" err="1" smtClean="0">
                <a:solidFill>
                  <a:srgbClr val="FF0000"/>
                </a:solidFill>
              </a:rPr>
              <a:t>lại</a:t>
            </a:r>
            <a:endParaRPr lang="en-US" dirty="0" smtClean="0">
              <a:solidFill>
                <a:srgbClr val="FF0000"/>
              </a:solidFill>
            </a:endParaRPr>
          </a:p>
          <a:p>
            <a:pPr marL="0" indent="0" algn="just">
              <a:buNone/>
            </a:pPr>
            <a:endParaRPr lang="en-US" dirty="0">
              <a:solidFill>
                <a:srgbClr val="FF0000"/>
              </a:solidFill>
            </a:endParaRPr>
          </a:p>
          <a:p>
            <a:pPr marL="0" indent="0" algn="just">
              <a:buNone/>
            </a:pPr>
            <a:endParaRPr lang="en-US" dirty="0">
              <a:solidFill>
                <a:srgbClr val="FF0000"/>
              </a:solidFill>
            </a:endParaRPr>
          </a:p>
        </p:txBody>
      </p:sp>
    </p:spTree>
    <p:extLst>
      <p:ext uri="{BB962C8B-B14F-4D97-AF65-F5344CB8AC3E}">
        <p14:creationId xmlns:p14="http://schemas.microsoft.com/office/powerpoint/2010/main" val="4843994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49266" y="993150"/>
            <a:ext cx="9733280" cy="461665"/>
          </a:xfrm>
          <a:prstGeom prst="rect">
            <a:avLst/>
          </a:prstGeom>
        </p:spPr>
        <p:txBody>
          <a:bodyPr wrap="square">
            <a:spAutoFit/>
          </a:bodyPr>
          <a:lstStyle/>
          <a:p>
            <a:pPr algn="ctr" defTabSz="1219170"/>
            <a:r>
              <a:rPr lang="vi-VN" sz="2400" b="1" dirty="0">
                <a:solidFill>
                  <a:srgbClr val="FF0000"/>
                </a:solidFill>
                <a:latin typeface="Arial" panose="020B0604020202020204" pitchFamily="34" charset="0"/>
              </a:rPr>
              <a:t>Quy định </a:t>
            </a:r>
            <a:r>
              <a:rPr lang="en-US" sz="2400" b="1" dirty="0" err="1">
                <a:solidFill>
                  <a:srgbClr val="FF0000"/>
                </a:solidFill>
                <a:latin typeface="Trebuchet MS"/>
              </a:rPr>
              <a:t>về</a:t>
            </a:r>
            <a:r>
              <a:rPr lang="en-US" sz="2400" b="1" dirty="0">
                <a:solidFill>
                  <a:srgbClr val="FF0000"/>
                </a:solidFill>
                <a:latin typeface="Trebuchet MS"/>
              </a:rPr>
              <a:t> </a:t>
            </a:r>
            <a:r>
              <a:rPr lang="en-US" sz="2400" b="1" dirty="0" err="1">
                <a:solidFill>
                  <a:srgbClr val="FF0000"/>
                </a:solidFill>
                <a:latin typeface="Arial" pitchFamily="34" charset="0"/>
                <a:cs typeface="Arial" pitchFamily="34" charset="0"/>
              </a:rPr>
              <a:t>tham</a:t>
            </a:r>
            <a:r>
              <a:rPr lang="en-US" sz="2400" b="1" dirty="0">
                <a:solidFill>
                  <a:srgbClr val="FF0000"/>
                </a:solidFill>
                <a:latin typeface="Arial" pitchFamily="34" charset="0"/>
                <a:cs typeface="Arial" pitchFamily="34" charset="0"/>
              </a:rPr>
              <a:t> </a:t>
            </a:r>
            <a:r>
              <a:rPr lang="en-US" sz="2400" b="1" dirty="0" err="1">
                <a:solidFill>
                  <a:srgbClr val="FF0000"/>
                </a:solidFill>
                <a:latin typeface="Arial" pitchFamily="34" charset="0"/>
                <a:cs typeface="Arial" pitchFamily="34" charset="0"/>
              </a:rPr>
              <a:t>gia</a:t>
            </a:r>
            <a:r>
              <a:rPr lang="en-US" sz="2400" b="1" dirty="0">
                <a:solidFill>
                  <a:srgbClr val="FF0000"/>
                </a:solidFill>
                <a:latin typeface="Arial" pitchFamily="34" charset="0"/>
                <a:cs typeface="Arial" pitchFamily="34" charset="0"/>
              </a:rPr>
              <a:t> </a:t>
            </a:r>
            <a:r>
              <a:rPr lang="en-US" sz="2400" b="1" dirty="0" err="1">
                <a:solidFill>
                  <a:srgbClr val="FF0000"/>
                </a:solidFill>
                <a:latin typeface="Arial" pitchFamily="34" charset="0"/>
                <a:cs typeface="Arial" pitchFamily="34" charset="0"/>
              </a:rPr>
              <a:t>hoạt</a:t>
            </a:r>
            <a:r>
              <a:rPr lang="en-US" sz="2400" b="1" dirty="0">
                <a:solidFill>
                  <a:srgbClr val="FF0000"/>
                </a:solidFill>
                <a:latin typeface="Arial" pitchFamily="34" charset="0"/>
                <a:cs typeface="Arial" pitchFamily="34" charset="0"/>
              </a:rPr>
              <a:t> </a:t>
            </a:r>
            <a:r>
              <a:rPr lang="en-US" sz="2400" b="1" dirty="0" err="1">
                <a:solidFill>
                  <a:srgbClr val="FF0000"/>
                </a:solidFill>
                <a:latin typeface="Arial" pitchFamily="34" charset="0"/>
                <a:cs typeface="Arial" pitchFamily="34" charset="0"/>
              </a:rPr>
              <a:t>động</a:t>
            </a:r>
            <a:r>
              <a:rPr lang="en-US" sz="2400" b="1" dirty="0">
                <a:solidFill>
                  <a:srgbClr val="FF0000"/>
                </a:solidFill>
                <a:latin typeface="Arial" pitchFamily="34" charset="0"/>
                <a:cs typeface="Arial" pitchFamily="34" charset="0"/>
              </a:rPr>
              <a:t> </a:t>
            </a:r>
            <a:r>
              <a:rPr lang="en-US" sz="2400" b="1" dirty="0" err="1">
                <a:solidFill>
                  <a:srgbClr val="FF0000"/>
                </a:solidFill>
                <a:latin typeface="Arial" pitchFamily="34" charset="0"/>
                <a:cs typeface="Arial" pitchFamily="34" charset="0"/>
              </a:rPr>
              <a:t>ngoại</a:t>
            </a:r>
            <a:r>
              <a:rPr lang="en-US" sz="2400" b="1" dirty="0">
                <a:solidFill>
                  <a:srgbClr val="FF0000"/>
                </a:solidFill>
                <a:latin typeface="Arial" pitchFamily="34" charset="0"/>
                <a:cs typeface="Arial" pitchFamily="34" charset="0"/>
              </a:rPr>
              <a:t> </a:t>
            </a:r>
            <a:r>
              <a:rPr lang="en-US" sz="2400" b="1" dirty="0" err="1">
                <a:solidFill>
                  <a:srgbClr val="FF0000"/>
                </a:solidFill>
                <a:latin typeface="Arial" pitchFamily="34" charset="0"/>
                <a:cs typeface="Arial" pitchFamily="34" charset="0"/>
              </a:rPr>
              <a:t>khóa</a:t>
            </a:r>
            <a:r>
              <a:rPr lang="en-US" sz="2400" b="1" dirty="0">
                <a:solidFill>
                  <a:srgbClr val="FF0000"/>
                </a:solidFill>
                <a:latin typeface="Arial" pitchFamily="34" charset="0"/>
                <a:cs typeface="Arial" pitchFamily="34" charset="0"/>
              </a:rPr>
              <a:t> </a:t>
            </a:r>
            <a:r>
              <a:rPr lang="vi-VN" sz="2400" b="1" dirty="0">
                <a:solidFill>
                  <a:srgbClr val="FF0000"/>
                </a:solidFill>
                <a:latin typeface="Arial" panose="020B0604020202020204" pitchFamily="34" charset="0"/>
              </a:rPr>
              <a:t>đối với sinh viê</a:t>
            </a:r>
            <a:r>
              <a:rPr lang="en-US" sz="2400" b="1" dirty="0">
                <a:solidFill>
                  <a:srgbClr val="FF0000"/>
                </a:solidFill>
                <a:latin typeface="Trebuchet MS"/>
              </a:rPr>
              <a:t>n</a:t>
            </a:r>
            <a:endParaRPr lang="en-SG" sz="2400" b="1" dirty="0">
              <a:solidFill>
                <a:srgbClr val="FF0000"/>
              </a:solidFill>
              <a:latin typeface="Trebuchet MS"/>
            </a:endParaRPr>
          </a:p>
        </p:txBody>
      </p:sp>
      <p:sp>
        <p:nvSpPr>
          <p:cNvPr id="8" name="TextBox 7"/>
          <p:cNvSpPr txBox="1"/>
          <p:nvPr/>
        </p:nvSpPr>
        <p:spPr>
          <a:xfrm>
            <a:off x="143838" y="1467105"/>
            <a:ext cx="11918023" cy="4031104"/>
          </a:xfrm>
          <a:prstGeom prst="rect">
            <a:avLst/>
          </a:prstGeom>
          <a:noFill/>
        </p:spPr>
        <p:txBody>
          <a:bodyPr wrap="square" rtlCol="0">
            <a:spAutoFit/>
          </a:bodyPr>
          <a:lstStyle/>
          <a:p>
            <a:pPr algn="just" defTabSz="1219170"/>
            <a:r>
              <a:rPr lang="en-US" sz="2133" b="1" dirty="0" err="1">
                <a:solidFill>
                  <a:srgbClr val="B4DCFA">
                    <a:lumMod val="50000"/>
                  </a:srgbClr>
                </a:solidFill>
                <a:latin typeface="Arial" pitchFamily="34" charset="0"/>
                <a:cs typeface="Arial" pitchFamily="34" charset="0"/>
              </a:rPr>
              <a:t>Sinh</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viên</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bắt</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buộc</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phải</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tham</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gia</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các</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chương</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trình</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hoạt</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động</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ngoại</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khóa</a:t>
            </a:r>
            <a:r>
              <a:rPr lang="en-US" sz="2133" b="1" dirty="0">
                <a:solidFill>
                  <a:srgbClr val="B4DCFA">
                    <a:lumMod val="50000"/>
                  </a:srgbClr>
                </a:solidFill>
                <a:latin typeface="Arial" pitchFamily="34" charset="0"/>
                <a:cs typeface="Arial" pitchFamily="34" charset="0"/>
              </a:rPr>
              <a:t> do </a:t>
            </a:r>
            <a:r>
              <a:rPr lang="en-US" sz="2133" b="1" dirty="0" err="1">
                <a:solidFill>
                  <a:srgbClr val="B4DCFA">
                    <a:lumMod val="50000"/>
                  </a:srgbClr>
                </a:solidFill>
                <a:latin typeface="Arial" pitchFamily="34" charset="0"/>
                <a:cs typeface="Arial" pitchFamily="34" charset="0"/>
              </a:rPr>
              <a:t>Trung</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tâm</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tổ</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chức</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bài</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tập</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thể</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dục</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buổi</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sáng</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gấp</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xếp</a:t>
            </a:r>
            <a:r>
              <a:rPr lang="en-US" sz="2133" b="1" dirty="0">
                <a:solidFill>
                  <a:srgbClr val="B4DCFA">
                    <a:lumMod val="50000"/>
                  </a:srgbClr>
                </a:solidFill>
                <a:latin typeface="Arial" pitchFamily="34" charset="0"/>
                <a:cs typeface="Arial" pitchFamily="34" charset="0"/>
              </a:rPr>
              <a:t> </a:t>
            </a:r>
            <a:r>
              <a:rPr lang="en-US" sz="2133" b="1" dirty="0" err="1">
                <a:solidFill>
                  <a:srgbClr val="B4DCFA">
                    <a:lumMod val="50000"/>
                  </a:srgbClr>
                </a:solidFill>
                <a:latin typeface="Arial" pitchFamily="34" charset="0"/>
                <a:cs typeface="Arial" pitchFamily="34" charset="0"/>
              </a:rPr>
              <a:t>nội</a:t>
            </a:r>
            <a:r>
              <a:rPr lang="en-US" sz="2133" b="1" dirty="0">
                <a:solidFill>
                  <a:srgbClr val="B4DCFA">
                    <a:lumMod val="50000"/>
                  </a:srgbClr>
                </a:solidFill>
                <a:latin typeface="Arial" pitchFamily="34" charset="0"/>
                <a:cs typeface="Arial" pitchFamily="34" charset="0"/>
              </a:rPr>
              <a:t> </a:t>
            </a:r>
            <a:r>
              <a:rPr lang="en-US" sz="2133" b="1" dirty="0" err="1" smtClean="0">
                <a:solidFill>
                  <a:srgbClr val="B4DCFA">
                    <a:lumMod val="50000"/>
                  </a:srgbClr>
                </a:solidFill>
                <a:latin typeface="Arial" pitchFamily="34" charset="0"/>
                <a:cs typeface="Arial" pitchFamily="34" charset="0"/>
              </a:rPr>
              <a:t>vụ</a:t>
            </a:r>
            <a:r>
              <a:rPr lang="en-US" sz="2133" b="1" dirty="0" smtClean="0">
                <a:solidFill>
                  <a:srgbClr val="B4DCFA">
                    <a:lumMod val="50000"/>
                  </a:srgbClr>
                </a:solidFill>
                <a:latin typeface="Arial" pitchFamily="34" charset="0"/>
                <a:cs typeface="Arial" pitchFamily="34" charset="0"/>
              </a:rPr>
              <a:t>) </a:t>
            </a:r>
            <a:endParaRPr lang="en-US" sz="2133" b="1" dirty="0">
              <a:solidFill>
                <a:srgbClr val="B4DCFA">
                  <a:lumMod val="50000"/>
                </a:srgbClr>
              </a:solidFill>
              <a:latin typeface="Arial" pitchFamily="34" charset="0"/>
              <a:cs typeface="Arial" pitchFamily="34" charset="0"/>
            </a:endParaRPr>
          </a:p>
          <a:p>
            <a:pPr algn="just" defTabSz="1219170"/>
            <a:endParaRPr lang="en-US" sz="2133" dirty="0">
              <a:solidFill>
                <a:prstClr val="black"/>
              </a:solidFill>
              <a:latin typeface="Arial" pitchFamily="34" charset="0"/>
              <a:cs typeface="Arial" pitchFamily="34" charset="0"/>
            </a:endParaRPr>
          </a:p>
          <a:p>
            <a:pPr marL="380990" indent="-380990" algn="just" defTabSz="1219170">
              <a:buFont typeface="Wingdings" pitchFamily="2" charset="2"/>
              <a:buChar char="ü"/>
            </a:pPr>
            <a:r>
              <a:rPr lang="en-US" sz="2133" dirty="0" err="1">
                <a:solidFill>
                  <a:srgbClr val="B4DCFA">
                    <a:lumMod val="50000"/>
                  </a:srgbClr>
                </a:solidFill>
                <a:latin typeface="Arial" pitchFamily="34" charset="0"/>
                <a:cs typeface="Arial" pitchFamily="34" charset="0"/>
              </a:rPr>
              <a:t>Tham</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gia</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hoạt</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động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ngoại</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khóa</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là</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cơ</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sở</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để</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đánh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giá</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điểm</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rèn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luyện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sinh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viên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trong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khóa</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học</a:t>
            </a:r>
            <a:endParaRPr lang="en-US" sz="2133" dirty="0">
              <a:solidFill>
                <a:srgbClr val="B4DCFA">
                  <a:lumMod val="50000"/>
                </a:srgbClr>
              </a:solidFill>
              <a:latin typeface="Arial" pitchFamily="34" charset="0"/>
              <a:cs typeface="Arial" pitchFamily="34" charset="0"/>
            </a:endParaRPr>
          </a:p>
          <a:p>
            <a:pPr algn="just" defTabSz="1219170"/>
            <a:endParaRPr lang="en-US" sz="2133" dirty="0">
              <a:solidFill>
                <a:srgbClr val="B4DCFA">
                  <a:lumMod val="50000"/>
                </a:srgbClr>
              </a:solidFill>
              <a:latin typeface="Arial" pitchFamily="34" charset="0"/>
              <a:cs typeface="Arial" pitchFamily="34" charset="0"/>
            </a:endParaRPr>
          </a:p>
          <a:p>
            <a:pPr marL="380990" indent="-380990" algn="just" defTabSz="1219170">
              <a:buFont typeface="Wingdings" pitchFamily="2" charset="2"/>
              <a:buChar char="ü"/>
            </a:pPr>
            <a:r>
              <a:rPr lang="en-US" sz="2133" dirty="0" err="1">
                <a:solidFill>
                  <a:srgbClr val="B4DCFA">
                    <a:lumMod val="50000"/>
                  </a:srgbClr>
                </a:solidFill>
                <a:latin typeface="Arial" pitchFamily="34" charset="0"/>
                <a:cs typeface="Arial" pitchFamily="34" charset="0"/>
              </a:rPr>
              <a:t>Điểm</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đánh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giá</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rèn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luyện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sinh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viên</a:t>
            </a:r>
            <a:r>
              <a:rPr lang="en-US" sz="2133" dirty="0">
                <a:solidFill>
                  <a:srgbClr val="B4DCFA">
                    <a:lumMod val="50000"/>
                  </a:srgbClr>
                </a:solidFill>
                <a:latin typeface="Arial" pitchFamily="34" charset="0"/>
                <a:cs typeface="Arial" pitchFamily="34" charset="0"/>
              </a:rPr>
              <a:t> do GVCN </a:t>
            </a:r>
            <a:r>
              <a:rPr lang="en-US" sz="2133" dirty="0" err="1">
                <a:solidFill>
                  <a:srgbClr val="B4DCFA">
                    <a:lumMod val="50000"/>
                  </a:srgbClr>
                </a:solidFill>
                <a:latin typeface="Arial" pitchFamily="34" charset="0"/>
                <a:cs typeface="Arial" pitchFamily="34" charset="0"/>
              </a:rPr>
              <a:t>đánh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giá</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theo</a:t>
            </a:r>
            <a:r>
              <a:rPr lang="en-US" sz="2133" dirty="0">
                <a:solidFill>
                  <a:srgbClr val="B4DCFA">
                    <a:lumMod val="50000"/>
                  </a:srgbClr>
                </a:solidFill>
                <a:latin typeface="Arial" pitchFamily="34" charset="0"/>
                <a:cs typeface="Arial" pitchFamily="34" charset="0"/>
              </a:rPr>
              <a:t> 2 </a:t>
            </a:r>
            <a:r>
              <a:rPr lang="en-US" sz="2133" dirty="0" err="1">
                <a:solidFill>
                  <a:srgbClr val="B4DCFA">
                    <a:lumMod val="50000"/>
                  </a:srgbClr>
                </a:solidFill>
                <a:latin typeface="Arial" pitchFamily="34" charset="0"/>
                <a:cs typeface="Arial" pitchFamily="34" charset="0"/>
              </a:rPr>
              <a:t>mức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Đạt</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và</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Không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đạt</a:t>
            </a:r>
            <a:r>
              <a:rPr lang="en-US" sz="2133" dirty="0">
                <a:solidFill>
                  <a:srgbClr val="B4DCFA">
                    <a:lumMod val="50000"/>
                  </a:srgbClr>
                </a:solidFill>
                <a:latin typeface="Arial" pitchFamily="34" charset="0"/>
                <a:cs typeface="Arial" pitchFamily="34" charset="0"/>
              </a:rPr>
              <a:t>.</a:t>
            </a:r>
          </a:p>
          <a:p>
            <a:pPr algn="just" defTabSz="1219170"/>
            <a:endParaRPr lang="en-US" sz="2133" dirty="0">
              <a:solidFill>
                <a:srgbClr val="B4DCFA">
                  <a:lumMod val="50000"/>
                </a:srgbClr>
              </a:solidFill>
              <a:latin typeface="Arial" pitchFamily="34" charset="0"/>
              <a:cs typeface="Arial" pitchFamily="34" charset="0"/>
            </a:endParaRPr>
          </a:p>
          <a:p>
            <a:pPr marL="380990" indent="-380990" algn="just" defTabSz="1219170">
              <a:buFont typeface="Wingdings" pitchFamily="2" charset="2"/>
              <a:buChar char="ü"/>
            </a:pPr>
            <a:r>
              <a:rPr lang="en-US" sz="2133" dirty="0" err="1">
                <a:solidFill>
                  <a:srgbClr val="B4DCFA">
                    <a:lumMod val="50000"/>
                  </a:srgbClr>
                </a:solidFill>
                <a:latin typeface="Arial" pitchFamily="34" charset="0"/>
                <a:cs typeface="Arial" pitchFamily="34" charset="0"/>
              </a:rPr>
              <a:t>Điều</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kiện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bắt</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buộc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để</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sinh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viên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hoàn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thành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khóa</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học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và</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được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cấp</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chứng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chỉ</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là</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thi</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mỗi</a:t>
            </a:r>
            <a:r>
              <a:rPr lang="en-US" sz="2133" dirty="0">
                <a:solidFill>
                  <a:srgbClr val="B4DCFA">
                    <a:lumMod val="50000"/>
                  </a:srgbClr>
                </a:solidFill>
                <a:latin typeface="Arial" pitchFamily="34" charset="0"/>
                <a:cs typeface="Arial" pitchFamily="34" charset="0"/>
              </a:rPr>
              <a:t> HP </a:t>
            </a:r>
            <a:r>
              <a:rPr lang="en-US" sz="2133" dirty="0" err="1">
                <a:solidFill>
                  <a:srgbClr val="B4DCFA">
                    <a:lumMod val="50000"/>
                  </a:srgbClr>
                </a:solidFill>
                <a:latin typeface="Arial" pitchFamily="34" charset="0"/>
                <a:cs typeface="Arial" pitchFamily="34" charset="0"/>
              </a:rPr>
              <a:t>phải</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đạt</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từ</a:t>
            </a:r>
            <a:r>
              <a:rPr lang="en-US" sz="2133" dirty="0">
                <a:solidFill>
                  <a:srgbClr val="B4DCFA">
                    <a:lumMod val="50000"/>
                  </a:srgbClr>
                </a:solidFill>
                <a:latin typeface="Arial" pitchFamily="34" charset="0"/>
                <a:cs typeface="Arial" pitchFamily="34" charset="0"/>
              </a:rPr>
              <a:t> 5đ </a:t>
            </a:r>
            <a:r>
              <a:rPr lang="en-US" sz="2133" dirty="0" err="1">
                <a:solidFill>
                  <a:srgbClr val="B4DCFA">
                    <a:lumMod val="50000"/>
                  </a:srgbClr>
                </a:solidFill>
                <a:latin typeface="Arial" pitchFamily="34" charset="0"/>
                <a:cs typeface="Arial" pitchFamily="34" charset="0"/>
              </a:rPr>
              <a:t>trở</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lên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và</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điểm</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đánh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giá</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rèn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luyện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sinh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viên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phải</a:t>
            </a:r>
            <a:r>
              <a:rPr lang="en-US" sz="2133" dirty="0">
                <a:solidFill>
                  <a:srgbClr val="B4DCFA">
                    <a:lumMod val="50000"/>
                  </a:srgbClr>
                </a:solidFill>
                <a:latin typeface="Arial" pitchFamily="34" charset="0"/>
                <a:cs typeface="Arial" pitchFamily="34" charset="0"/>
              </a:rPr>
              <a:t> ở </a:t>
            </a:r>
            <a:r>
              <a:rPr lang="en-US" sz="2133" dirty="0" err="1">
                <a:solidFill>
                  <a:srgbClr val="B4DCFA">
                    <a:lumMod val="50000"/>
                  </a:srgbClr>
                </a:solidFill>
                <a:latin typeface="Arial" pitchFamily="34" charset="0"/>
                <a:cs typeface="Arial" pitchFamily="34" charset="0"/>
              </a:rPr>
              <a:t>mức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Đạt</a:t>
            </a:r>
            <a:r>
              <a:rPr lang="en-US" sz="2133" dirty="0">
                <a:solidFill>
                  <a:srgbClr val="B4DCFA">
                    <a:lumMod val="50000"/>
                  </a:srgbClr>
                </a:solidFill>
                <a:latin typeface="Arial" pitchFamily="34" charset="0"/>
                <a:cs typeface="Arial" pitchFamily="34" charset="0"/>
              </a:rPr>
              <a:t>.</a:t>
            </a:r>
          </a:p>
          <a:p>
            <a:pPr algn="just" defTabSz="1219170"/>
            <a:endParaRPr lang="en-US" sz="2133" dirty="0">
              <a:solidFill>
                <a:srgbClr val="B4DCFA">
                  <a:lumMod val="50000"/>
                </a:srgbClr>
              </a:solidFill>
              <a:latin typeface="Arial" pitchFamily="34" charset="0"/>
              <a:cs typeface="Arial" pitchFamily="34" charset="0"/>
            </a:endParaRPr>
          </a:p>
          <a:p>
            <a:pPr marL="380990" indent="-380990" algn="just" defTabSz="1219170">
              <a:buFont typeface="Wingdings" pitchFamily="2" charset="2"/>
              <a:buChar char="ü"/>
            </a:pPr>
            <a:r>
              <a:rPr lang="en-US" sz="2133" dirty="0" err="1">
                <a:solidFill>
                  <a:srgbClr val="B4DCFA">
                    <a:lumMod val="50000"/>
                  </a:srgbClr>
                </a:solidFill>
                <a:latin typeface="Arial" pitchFamily="34" charset="0"/>
                <a:cs typeface="Arial" pitchFamily="34" charset="0"/>
              </a:rPr>
              <a:t>Nếu</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điểm</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đánh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giá</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rèn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luyện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sinh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viên</a:t>
            </a:r>
            <a:r>
              <a:rPr lang="en-US" sz="2133" dirty="0">
                <a:solidFill>
                  <a:srgbClr val="B4DCFA">
                    <a:lumMod val="50000"/>
                  </a:srgbClr>
                </a:solidFill>
                <a:latin typeface="Arial" pitchFamily="34" charset="0"/>
                <a:cs typeface="Arial" pitchFamily="34" charset="0"/>
              </a:rPr>
              <a:t> ở </a:t>
            </a:r>
            <a:r>
              <a:rPr lang="en-US" sz="2133" dirty="0" err="1">
                <a:solidFill>
                  <a:srgbClr val="B4DCFA">
                    <a:lumMod val="50000"/>
                  </a:srgbClr>
                </a:solidFill>
                <a:latin typeface="Arial" pitchFamily="34" charset="0"/>
                <a:cs typeface="Arial" pitchFamily="34" charset="0"/>
              </a:rPr>
              <a:t>mức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Không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đạt</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thì</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sinh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viên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không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thể</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hoàn</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thành</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khóa</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học</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tại</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Trung</a:t>
            </a:r>
            <a:r>
              <a:rPr lang="en-US" sz="2133" dirty="0">
                <a:solidFill>
                  <a:srgbClr val="B4DCFA">
                    <a:lumMod val="50000"/>
                  </a:srgbClr>
                </a:solidFill>
                <a:latin typeface="Arial" pitchFamily="34" charset="0"/>
                <a:cs typeface="Arial" pitchFamily="34" charset="0"/>
              </a:rPr>
              <a:t> </a:t>
            </a:r>
            <a:r>
              <a:rPr lang="en-US" sz="2133" dirty="0" err="1">
                <a:solidFill>
                  <a:srgbClr val="B4DCFA">
                    <a:lumMod val="50000"/>
                  </a:srgbClr>
                </a:solidFill>
                <a:latin typeface="Arial" pitchFamily="34" charset="0"/>
                <a:cs typeface="Arial" pitchFamily="34" charset="0"/>
              </a:rPr>
              <a:t>tâm</a:t>
            </a:r>
            <a:endParaRPr lang="en-US" sz="2133" dirty="0">
              <a:solidFill>
                <a:srgbClr val="B4DCFA">
                  <a:lumMod val="50000"/>
                </a:srgbClr>
              </a:solidFill>
              <a:latin typeface="Arial" pitchFamily="34" charset="0"/>
              <a:cs typeface="Arial" pitchFamily="34" charset="0"/>
            </a:endParaRPr>
          </a:p>
        </p:txBody>
      </p:sp>
    </p:spTree>
    <p:extLst>
      <p:ext uri="{BB962C8B-B14F-4D97-AF65-F5344CB8AC3E}">
        <p14:creationId xmlns:p14="http://schemas.microsoft.com/office/powerpoint/2010/main" val="38699242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11404" y="141961"/>
            <a:ext cx="10787968" cy="646331"/>
          </a:xfrm>
          <a:prstGeom prst="rect">
            <a:avLst/>
          </a:prstGeom>
          <a:solidFill>
            <a:srgbClr val="92D050"/>
          </a:solidFill>
        </p:spPr>
        <p:txBody>
          <a:bodyPr wrap="square">
            <a:spAutoFit/>
          </a:bodyPr>
          <a:lstStyle/>
          <a:p>
            <a:pPr algn="ctr"/>
            <a:r>
              <a:rPr lang="en-US" b="1" dirty="0" err="1">
                <a:latin typeface="Arial" pitchFamily="34" charset="0"/>
                <a:cs typeface="Arial" pitchFamily="34" charset="0"/>
              </a:rPr>
              <a:t>Khóa</a:t>
            </a:r>
            <a:r>
              <a:rPr lang="en-US" b="1" dirty="0">
                <a:latin typeface="Arial" pitchFamily="34" charset="0"/>
                <a:cs typeface="Arial" pitchFamily="34" charset="0"/>
              </a:rPr>
              <a:t> </a:t>
            </a:r>
            <a:r>
              <a:rPr lang="en-US" b="1" dirty="0" smtClean="0">
                <a:latin typeface="Arial" pitchFamily="34" charset="0"/>
                <a:cs typeface="Arial" pitchFamily="34" charset="0"/>
              </a:rPr>
              <a:t>414 </a:t>
            </a:r>
            <a:r>
              <a:rPr lang="en-US" b="1" dirty="0" err="1" smtClean="0">
                <a:latin typeface="Arial" pitchFamily="34" charset="0"/>
                <a:cs typeface="Arial" pitchFamily="34" charset="0"/>
              </a:rPr>
              <a:t>tổ</a:t>
            </a:r>
            <a:r>
              <a:rPr lang="en-US" b="1" dirty="0" smtClean="0">
                <a:latin typeface="Arial" pitchFamily="34" charset="0"/>
                <a:cs typeface="Arial" pitchFamily="34" charset="0"/>
              </a:rPr>
              <a:t> </a:t>
            </a:r>
            <a:r>
              <a:rPr lang="en-US" b="1" dirty="0" err="1">
                <a:latin typeface="Arial" pitchFamily="34" charset="0"/>
                <a:cs typeface="Arial" pitchFamily="34" charset="0"/>
              </a:rPr>
              <a:t>chức</a:t>
            </a:r>
            <a:r>
              <a:rPr lang="en-US" b="1" dirty="0">
                <a:latin typeface="Arial" pitchFamily="34" charset="0"/>
                <a:cs typeface="Arial" pitchFamily="34" charset="0"/>
              </a:rPr>
              <a:t> </a:t>
            </a:r>
            <a:r>
              <a:rPr lang="en-US" b="1" dirty="0" err="1">
                <a:latin typeface="Arial" pitchFamily="34" charset="0"/>
                <a:cs typeface="Arial" pitchFamily="34" charset="0"/>
              </a:rPr>
              <a:t>các</a:t>
            </a:r>
            <a:r>
              <a:rPr lang="en-US" b="1" dirty="0">
                <a:latin typeface="Arial" pitchFamily="34" charset="0"/>
                <a:cs typeface="Arial" pitchFamily="34" charset="0"/>
              </a:rPr>
              <a:t> </a:t>
            </a:r>
            <a:r>
              <a:rPr lang="en-US" b="1" dirty="0" err="1">
                <a:latin typeface="Arial" pitchFamily="34" charset="0"/>
                <a:cs typeface="Arial" pitchFamily="34" charset="0"/>
              </a:rPr>
              <a:t>hoạt</a:t>
            </a:r>
            <a:r>
              <a:rPr lang="en-US" b="1" dirty="0">
                <a:latin typeface="Arial" pitchFamily="34" charset="0"/>
                <a:cs typeface="Arial" pitchFamily="34" charset="0"/>
              </a:rPr>
              <a:t> </a:t>
            </a:r>
            <a:r>
              <a:rPr lang="en-US" b="1" dirty="0" err="1">
                <a:latin typeface="Arial" pitchFamily="34" charset="0"/>
                <a:cs typeface="Arial" pitchFamily="34" charset="0"/>
              </a:rPr>
              <a:t>động</a:t>
            </a:r>
            <a:r>
              <a:rPr lang="en-US" b="1" dirty="0">
                <a:latin typeface="Arial" pitchFamily="34" charset="0"/>
                <a:cs typeface="Arial" pitchFamily="34" charset="0"/>
              </a:rPr>
              <a:t> </a:t>
            </a:r>
            <a:r>
              <a:rPr lang="en-US" b="1" dirty="0" err="1" smtClean="0">
                <a:latin typeface="Arial" pitchFamily="34" charset="0"/>
                <a:cs typeface="Arial" pitchFamily="34" charset="0"/>
              </a:rPr>
              <a:t>ngoại</a:t>
            </a:r>
            <a:r>
              <a:rPr lang="en-US" b="1" dirty="0" smtClean="0">
                <a:latin typeface="Arial" pitchFamily="34" charset="0"/>
                <a:cs typeface="Arial" pitchFamily="34" charset="0"/>
              </a:rPr>
              <a:t> </a:t>
            </a:r>
            <a:r>
              <a:rPr lang="en-US" b="1" dirty="0" err="1" smtClean="0">
                <a:latin typeface="Arial" pitchFamily="34" charset="0"/>
                <a:cs typeface="Arial" pitchFamily="34" charset="0"/>
              </a:rPr>
              <a:t>khóa</a:t>
            </a:r>
            <a:r>
              <a:rPr lang="en-US" b="1" dirty="0" smtClean="0">
                <a:latin typeface="Arial" pitchFamily="34" charset="0"/>
                <a:cs typeface="Arial" pitchFamily="34" charset="0"/>
              </a:rPr>
              <a:t> </a:t>
            </a:r>
            <a:r>
              <a:rPr lang="en-US" b="1" dirty="0" err="1">
                <a:latin typeface="Arial" pitchFamily="34" charset="0"/>
                <a:cs typeface="Arial" pitchFamily="34" charset="0"/>
              </a:rPr>
              <a:t>các</a:t>
            </a:r>
            <a:r>
              <a:rPr lang="en-US" b="1" dirty="0">
                <a:latin typeface="Arial" pitchFamily="34" charset="0"/>
                <a:cs typeface="Arial" pitchFamily="34" charset="0"/>
              </a:rPr>
              <a:t> </a:t>
            </a:r>
            <a:r>
              <a:rPr lang="en-US" b="1" dirty="0" err="1">
                <a:latin typeface="Arial" pitchFamily="34" charset="0"/>
                <a:cs typeface="Arial" pitchFamily="34" charset="0"/>
              </a:rPr>
              <a:t>nội</a:t>
            </a:r>
            <a:r>
              <a:rPr lang="en-US" b="1" dirty="0">
                <a:latin typeface="Arial" pitchFamily="34" charset="0"/>
                <a:cs typeface="Arial" pitchFamily="34" charset="0"/>
              </a:rPr>
              <a:t> dung </a:t>
            </a:r>
            <a:r>
              <a:rPr lang="en-US" b="1" dirty="0" err="1">
                <a:latin typeface="Arial" pitchFamily="34" charset="0"/>
                <a:cs typeface="Arial" pitchFamily="34" charset="0"/>
              </a:rPr>
              <a:t>sau</a:t>
            </a:r>
            <a:r>
              <a:rPr lang="en-US" b="1" dirty="0" smtClean="0">
                <a:latin typeface="Arial" pitchFamily="34" charset="0"/>
                <a:cs typeface="Arial" pitchFamily="34" charset="0"/>
              </a:rPr>
              <a:t>:</a:t>
            </a:r>
          </a:p>
          <a:p>
            <a:pPr algn="ctr"/>
            <a:endParaRPr lang="en-US" b="1" dirty="0">
              <a:latin typeface="Arial" pitchFamily="34" charset="0"/>
              <a:cs typeface="Arial"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410739804"/>
              </p:ext>
            </p:extLst>
          </p:nvPr>
        </p:nvGraphicFramePr>
        <p:xfrm>
          <a:off x="158065" y="788292"/>
          <a:ext cx="11887200" cy="4871907"/>
        </p:xfrm>
        <a:graphic>
          <a:graphicData uri="http://schemas.openxmlformats.org/drawingml/2006/table">
            <a:tbl>
              <a:tblPr firstRow="1" firstCol="1" bandRow="1">
                <a:tableStyleId>{5C22544A-7EE6-4342-B048-85BDC9FD1C3A}</a:tableStyleId>
              </a:tblPr>
              <a:tblGrid>
                <a:gridCol w="915359">
                  <a:extLst>
                    <a:ext uri="{9D8B030D-6E8A-4147-A177-3AD203B41FA5}">
                      <a16:colId xmlns:a16="http://schemas.microsoft.com/office/drawing/2014/main" xmlns="" val="20000"/>
                    </a:ext>
                  </a:extLst>
                </a:gridCol>
                <a:gridCol w="2764058">
                  <a:extLst>
                    <a:ext uri="{9D8B030D-6E8A-4147-A177-3AD203B41FA5}">
                      <a16:colId xmlns:a16="http://schemas.microsoft.com/office/drawing/2014/main" xmlns="" val="20001"/>
                    </a:ext>
                  </a:extLst>
                </a:gridCol>
                <a:gridCol w="3958160">
                  <a:extLst>
                    <a:ext uri="{9D8B030D-6E8A-4147-A177-3AD203B41FA5}">
                      <a16:colId xmlns:a16="http://schemas.microsoft.com/office/drawing/2014/main" xmlns="" val="20002"/>
                    </a:ext>
                  </a:extLst>
                </a:gridCol>
                <a:gridCol w="2619479">
                  <a:extLst>
                    <a:ext uri="{9D8B030D-6E8A-4147-A177-3AD203B41FA5}">
                      <a16:colId xmlns:a16="http://schemas.microsoft.com/office/drawing/2014/main" xmlns="" val="20003"/>
                    </a:ext>
                  </a:extLst>
                </a:gridCol>
                <a:gridCol w="1630144">
                  <a:extLst>
                    <a:ext uri="{9D8B030D-6E8A-4147-A177-3AD203B41FA5}">
                      <a16:colId xmlns:a16="http://schemas.microsoft.com/office/drawing/2014/main" xmlns="" val="20004"/>
                    </a:ext>
                  </a:extLst>
                </a:gridCol>
              </a:tblGrid>
              <a:tr h="330971">
                <a:tc>
                  <a:txBody>
                    <a:bodyPr/>
                    <a:lstStyle/>
                    <a:p>
                      <a:pPr indent="457200" algn="just">
                        <a:spcBef>
                          <a:spcPts val="300"/>
                        </a:spcBef>
                        <a:spcAft>
                          <a:spcPts val="0"/>
                        </a:spcAft>
                      </a:pPr>
                      <a:r>
                        <a:rPr lang="en-US" sz="1200" dirty="0" smtClean="0">
                          <a:effectLst/>
                          <a:latin typeface="Times New Roman" pitchFamily="18" charset="0"/>
                          <a:ea typeface="+mn-ea"/>
                          <a:cs typeface="Times New Roman" pitchFamily="18" charset="0"/>
                        </a:rPr>
                        <a:t>STT</a:t>
                      </a:r>
                      <a:endParaRPr lang="en-US" sz="1200" dirty="0">
                        <a:effectLst/>
                        <a:latin typeface="Times New Roman" pitchFamily="18" charset="0"/>
                        <a:ea typeface="Times New Roman"/>
                        <a:cs typeface="Times New Roman" pitchFamily="18" charset="0"/>
                      </a:endParaRPr>
                    </a:p>
                  </a:txBody>
                  <a:tcPr marL="37138" marR="37138" marT="0" marB="0" anchor="ctr"/>
                </a:tc>
                <a:tc>
                  <a:txBody>
                    <a:bodyPr/>
                    <a:lstStyle/>
                    <a:p>
                      <a:pPr indent="457200" algn="ctr">
                        <a:spcBef>
                          <a:spcPts val="300"/>
                        </a:spcBef>
                        <a:spcAft>
                          <a:spcPts val="0"/>
                        </a:spcAft>
                      </a:pPr>
                      <a:r>
                        <a:rPr lang="vi-VN" sz="1200" dirty="0">
                          <a:effectLst/>
                          <a:latin typeface="Times New Roman" pitchFamily="18" charset="0"/>
                          <a:cs typeface="Times New Roman" pitchFamily="18" charset="0"/>
                        </a:rPr>
                        <a:t>Nội dung</a:t>
                      </a:r>
                      <a:endParaRPr lang="en-US" sz="1200" dirty="0">
                        <a:effectLst/>
                        <a:latin typeface="Times New Roman" pitchFamily="18" charset="0"/>
                        <a:ea typeface="Times New Roman"/>
                        <a:cs typeface="Times New Roman" pitchFamily="18" charset="0"/>
                      </a:endParaRPr>
                    </a:p>
                  </a:txBody>
                  <a:tcPr marL="37138" marR="37138" marT="0" marB="0" anchor="ctr"/>
                </a:tc>
                <a:tc>
                  <a:txBody>
                    <a:bodyPr/>
                    <a:lstStyle/>
                    <a:p>
                      <a:pPr indent="457200" algn="ctr">
                        <a:spcBef>
                          <a:spcPts val="300"/>
                        </a:spcBef>
                        <a:spcAft>
                          <a:spcPts val="0"/>
                        </a:spcAft>
                      </a:pPr>
                      <a:r>
                        <a:rPr lang="en-US" sz="1200" dirty="0" err="1">
                          <a:effectLst/>
                          <a:latin typeface="Times New Roman" pitchFamily="18" charset="0"/>
                          <a:cs typeface="Times New Roman" pitchFamily="18" charset="0"/>
                        </a:rPr>
                        <a:t>Thời</a:t>
                      </a:r>
                      <a:r>
                        <a:rPr lang="en-US" sz="1200" dirty="0">
                          <a:effectLst/>
                          <a:latin typeface="Times New Roman" pitchFamily="18" charset="0"/>
                          <a:cs typeface="Times New Roman" pitchFamily="18" charset="0"/>
                        </a:rPr>
                        <a:t> </a:t>
                      </a:r>
                      <a:r>
                        <a:rPr lang="en-US" sz="1200" dirty="0" err="1">
                          <a:effectLst/>
                          <a:latin typeface="Times New Roman" pitchFamily="18" charset="0"/>
                          <a:cs typeface="Times New Roman" pitchFamily="18" charset="0"/>
                        </a:rPr>
                        <a:t>gian</a:t>
                      </a:r>
                      <a:r>
                        <a:rPr lang="en-US" sz="1200" dirty="0">
                          <a:effectLst/>
                          <a:latin typeface="Times New Roman" pitchFamily="18" charset="0"/>
                          <a:cs typeface="Times New Roman" pitchFamily="18" charset="0"/>
                        </a:rPr>
                        <a:t>/ </a:t>
                      </a:r>
                      <a:r>
                        <a:rPr lang="en-US" sz="1200" dirty="0" err="1">
                          <a:effectLst/>
                          <a:latin typeface="Times New Roman" pitchFamily="18" charset="0"/>
                          <a:cs typeface="Times New Roman" pitchFamily="18" charset="0"/>
                        </a:rPr>
                        <a:t>Hình</a:t>
                      </a:r>
                      <a:r>
                        <a:rPr lang="en-US" sz="1200" dirty="0">
                          <a:effectLst/>
                          <a:latin typeface="Times New Roman" pitchFamily="18" charset="0"/>
                          <a:cs typeface="Times New Roman" pitchFamily="18" charset="0"/>
                        </a:rPr>
                        <a:t> </a:t>
                      </a:r>
                      <a:r>
                        <a:rPr lang="en-US" sz="1200" dirty="0" err="1">
                          <a:effectLst/>
                          <a:latin typeface="Times New Roman" pitchFamily="18" charset="0"/>
                          <a:cs typeface="Times New Roman" pitchFamily="18" charset="0"/>
                        </a:rPr>
                        <a:t>thức</a:t>
                      </a:r>
                      <a:endParaRPr lang="en-US" sz="1200" dirty="0">
                        <a:effectLst/>
                        <a:latin typeface="Times New Roman" pitchFamily="18" charset="0"/>
                        <a:ea typeface="Times New Roman"/>
                        <a:cs typeface="Times New Roman" pitchFamily="18" charset="0"/>
                      </a:endParaRPr>
                    </a:p>
                  </a:txBody>
                  <a:tcPr marL="37138" marR="37138" marT="0" marB="0" anchor="ctr"/>
                </a:tc>
                <a:tc>
                  <a:txBody>
                    <a:bodyPr/>
                    <a:lstStyle/>
                    <a:p>
                      <a:pPr indent="457200" algn="ctr">
                        <a:spcBef>
                          <a:spcPts val="300"/>
                        </a:spcBef>
                        <a:spcAft>
                          <a:spcPts val="0"/>
                        </a:spcAft>
                      </a:pPr>
                      <a:r>
                        <a:rPr lang="en-US" sz="1200">
                          <a:effectLst/>
                          <a:latin typeface="Times New Roman" pitchFamily="18" charset="0"/>
                          <a:cs typeface="Times New Roman" pitchFamily="18" charset="0"/>
                        </a:rPr>
                        <a:t>Địa điểm</a:t>
                      </a:r>
                      <a:endParaRPr lang="en-US" sz="1200">
                        <a:effectLst/>
                        <a:latin typeface="Times New Roman" pitchFamily="18" charset="0"/>
                        <a:ea typeface="Times New Roman"/>
                        <a:cs typeface="Times New Roman" pitchFamily="18" charset="0"/>
                      </a:endParaRPr>
                    </a:p>
                  </a:txBody>
                  <a:tcPr marL="37138" marR="37138" marT="0" marB="0" anchor="ctr"/>
                </a:tc>
                <a:tc>
                  <a:txBody>
                    <a:bodyPr/>
                    <a:lstStyle/>
                    <a:p>
                      <a:pPr indent="457200" algn="ctr">
                        <a:spcBef>
                          <a:spcPts val="300"/>
                        </a:spcBef>
                        <a:spcAft>
                          <a:spcPts val="0"/>
                        </a:spcAft>
                      </a:pPr>
                      <a:r>
                        <a:rPr lang="vi-VN" sz="1200">
                          <a:effectLst/>
                          <a:latin typeface="Times New Roman" pitchFamily="18" charset="0"/>
                          <a:cs typeface="Times New Roman" pitchFamily="18" charset="0"/>
                        </a:rPr>
                        <a:t>Ghi chú</a:t>
                      </a:r>
                      <a:endParaRPr lang="en-US" sz="1200">
                        <a:effectLst/>
                        <a:latin typeface="Times New Roman" pitchFamily="18" charset="0"/>
                        <a:ea typeface="Times New Roman"/>
                        <a:cs typeface="Times New Roman" pitchFamily="18" charset="0"/>
                      </a:endParaRPr>
                    </a:p>
                  </a:txBody>
                  <a:tcPr marL="37138" marR="37138" marT="0" marB="0" anchor="ctr"/>
                </a:tc>
                <a:extLst>
                  <a:ext uri="{0D108BD9-81ED-4DB2-BD59-A6C34878D82A}">
                    <a16:rowId xmlns:a16="http://schemas.microsoft.com/office/drawing/2014/main" xmlns="" val="10000"/>
                  </a:ext>
                </a:extLst>
              </a:tr>
              <a:tr h="805842">
                <a:tc>
                  <a:txBody>
                    <a:bodyPr/>
                    <a:lstStyle/>
                    <a:p>
                      <a:pPr indent="457200" algn="ctr">
                        <a:spcBef>
                          <a:spcPts val="300"/>
                        </a:spcBef>
                        <a:spcAft>
                          <a:spcPts val="0"/>
                        </a:spcAft>
                      </a:pPr>
                      <a:r>
                        <a:rPr lang="vi-VN" sz="1200" dirty="0">
                          <a:effectLst/>
                          <a:latin typeface="Times New Roman" pitchFamily="18" charset="0"/>
                          <a:cs typeface="Times New Roman" pitchFamily="18" charset="0"/>
                        </a:rPr>
                        <a:t>1</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marL="0" marR="0" indent="457200" algn="just" defTabSz="914400" rtl="0" eaLnBrk="1" fontAlgn="auto" latinLnBrk="0" hangingPunct="1">
                        <a:lnSpc>
                          <a:spcPct val="100000"/>
                        </a:lnSpc>
                        <a:spcBef>
                          <a:spcPts val="300"/>
                        </a:spcBef>
                        <a:spcAft>
                          <a:spcPts val="0"/>
                        </a:spcAft>
                        <a:buClrTx/>
                        <a:buSzTx/>
                        <a:buFontTx/>
                        <a:buNone/>
                        <a:tabLst/>
                        <a:defRPr/>
                      </a:pPr>
                      <a:r>
                        <a:rPr lang="en-US" sz="1200" dirty="0" err="1" smtClean="0">
                          <a:effectLst/>
                          <a:latin typeface="Times New Roman" pitchFamily="18" charset="0"/>
                          <a:cs typeface="Times New Roman" pitchFamily="18" charset="0"/>
                        </a:rPr>
                        <a:t>Hướng</a:t>
                      </a:r>
                      <a:r>
                        <a:rPr lang="en-US" sz="1200" dirty="0" smtClean="0">
                          <a:effectLst/>
                          <a:latin typeface="Times New Roman" pitchFamily="18" charset="0"/>
                          <a:cs typeface="Times New Roman" pitchFamily="18" charset="0"/>
                        </a:rPr>
                        <a:t> </a:t>
                      </a:r>
                      <a:r>
                        <a:rPr lang="en-US" sz="1200" dirty="0" err="1" smtClean="0">
                          <a:effectLst/>
                          <a:latin typeface="Times New Roman" pitchFamily="18" charset="0"/>
                          <a:cs typeface="Times New Roman" pitchFamily="18" charset="0"/>
                        </a:rPr>
                        <a:t>dẫn</a:t>
                      </a:r>
                      <a:r>
                        <a:rPr lang="vi-VN" sz="1200" dirty="0" smtClean="0">
                          <a:effectLst/>
                          <a:latin typeface="Times New Roman" pitchFamily="18" charset="0"/>
                          <a:cs typeface="Times New Roman" pitchFamily="18" charset="0"/>
                        </a:rPr>
                        <a:t> gấp xếp nội vụ </a:t>
                      </a:r>
                      <a:endParaRPr lang="en-US" sz="1200" dirty="0" smtClean="0">
                        <a:effectLst/>
                        <a:latin typeface="Times New Roman" pitchFamily="18" charset="0"/>
                        <a:cs typeface="Times New Roman" pitchFamily="18" charset="0"/>
                      </a:endParaRPr>
                    </a:p>
                  </a:txBody>
                  <a:tcPr marL="37138" marR="37138" marT="0" marB="0"/>
                </a:tc>
                <a:tc>
                  <a:txBody>
                    <a:bodyPr/>
                    <a:lstStyle/>
                    <a:p>
                      <a:pPr indent="36195" algn="l">
                        <a:spcBef>
                          <a:spcPts val="300"/>
                        </a:spcBef>
                        <a:spcAft>
                          <a:spcPts val="0"/>
                        </a:spcAft>
                      </a:pPr>
                      <a:r>
                        <a:rPr lang="en-US" sz="1300" dirty="0" smtClean="0">
                          <a:solidFill>
                            <a:srgbClr val="000000"/>
                          </a:solidFill>
                          <a:effectLst/>
                          <a:latin typeface="Times New Roman" pitchFamily="18" charset="0"/>
                          <a:ea typeface="Times New Roman"/>
                          <a:cs typeface="Times New Roman" pitchFamily="18" charset="0"/>
                        </a:rPr>
                        <a:t>            - </a:t>
                      </a:r>
                      <a:r>
                        <a:rPr lang="en-US" sz="1300" dirty="0">
                          <a:solidFill>
                            <a:srgbClr val="000000"/>
                          </a:solidFill>
                          <a:effectLst/>
                          <a:latin typeface="Times New Roman" pitchFamily="18" charset="0"/>
                          <a:ea typeface="Times New Roman"/>
                          <a:cs typeface="Times New Roman" pitchFamily="18" charset="0"/>
                        </a:rPr>
                        <a:t>16g15 </a:t>
                      </a:r>
                      <a:r>
                        <a:rPr lang="en-US" sz="1300" dirty="0" err="1">
                          <a:solidFill>
                            <a:srgbClr val="000000"/>
                          </a:solidFill>
                          <a:effectLst/>
                          <a:latin typeface="Times New Roman" pitchFamily="18" charset="0"/>
                          <a:ea typeface="Times New Roman"/>
                          <a:cs typeface="Times New Roman" pitchFamily="18" charset="0"/>
                        </a:rPr>
                        <a:t>ngày</a:t>
                      </a:r>
                      <a:r>
                        <a:rPr lang="en-US" sz="1300" dirty="0">
                          <a:solidFill>
                            <a:srgbClr val="000000"/>
                          </a:solidFill>
                          <a:effectLst/>
                          <a:latin typeface="Times New Roman" pitchFamily="18" charset="0"/>
                          <a:ea typeface="Times New Roman"/>
                          <a:cs typeface="Times New Roman" pitchFamily="18" charset="0"/>
                        </a:rPr>
                        <a:t> 07/11 (c1-c22)</a:t>
                      </a:r>
                      <a:endParaRPr lang="en-US" sz="1400" dirty="0">
                        <a:effectLst/>
                        <a:latin typeface="Times New Roman" pitchFamily="18" charset="0"/>
                        <a:ea typeface="Times New Roman"/>
                        <a:cs typeface="Times New Roman" pitchFamily="18" charset="0"/>
                      </a:endParaRPr>
                    </a:p>
                    <a:p>
                      <a:pPr indent="36195" algn="l">
                        <a:spcBef>
                          <a:spcPts val="300"/>
                        </a:spcBef>
                        <a:spcAft>
                          <a:spcPts val="0"/>
                        </a:spcAft>
                      </a:pPr>
                      <a:r>
                        <a:rPr lang="en-US" sz="1300" dirty="0" smtClean="0">
                          <a:solidFill>
                            <a:srgbClr val="000000"/>
                          </a:solidFill>
                          <a:effectLst/>
                          <a:latin typeface="Times New Roman" pitchFamily="18" charset="0"/>
                          <a:ea typeface="Times New Roman"/>
                          <a:cs typeface="Times New Roman" pitchFamily="18" charset="0"/>
                        </a:rPr>
                        <a:t>            - </a:t>
                      </a:r>
                      <a:r>
                        <a:rPr lang="en-US" sz="1300" dirty="0">
                          <a:solidFill>
                            <a:srgbClr val="000000"/>
                          </a:solidFill>
                          <a:effectLst/>
                          <a:latin typeface="Times New Roman" pitchFamily="18" charset="0"/>
                          <a:ea typeface="Times New Roman"/>
                          <a:cs typeface="Times New Roman" pitchFamily="18" charset="0"/>
                        </a:rPr>
                        <a:t>16g15 </a:t>
                      </a:r>
                      <a:r>
                        <a:rPr lang="en-US" sz="1300" dirty="0" err="1">
                          <a:solidFill>
                            <a:srgbClr val="000000"/>
                          </a:solidFill>
                          <a:effectLst/>
                          <a:latin typeface="Times New Roman" pitchFamily="18" charset="0"/>
                          <a:ea typeface="Times New Roman"/>
                          <a:cs typeface="Times New Roman" pitchFamily="18" charset="0"/>
                        </a:rPr>
                        <a:t>ngày</a:t>
                      </a:r>
                      <a:r>
                        <a:rPr lang="en-US" sz="1300" dirty="0">
                          <a:solidFill>
                            <a:srgbClr val="000000"/>
                          </a:solidFill>
                          <a:effectLst/>
                          <a:latin typeface="Times New Roman" pitchFamily="18" charset="0"/>
                          <a:ea typeface="Times New Roman"/>
                          <a:cs typeface="Times New Roman" pitchFamily="18" charset="0"/>
                        </a:rPr>
                        <a:t> 21/11 (c23-c40)</a:t>
                      </a:r>
                      <a:endParaRPr lang="en-US" sz="1400" dirty="0">
                        <a:effectLst/>
                        <a:latin typeface="Times New Roman" pitchFamily="18" charset="0"/>
                        <a:ea typeface="Times New Roman"/>
                        <a:cs typeface="Times New Roman" pitchFamily="18" charset="0"/>
                      </a:endParaRPr>
                    </a:p>
                  </a:txBody>
                  <a:tcPr marL="68580" marR="68580" marT="0" marB="0"/>
                </a:tc>
                <a:tc>
                  <a:txBody>
                    <a:bodyPr/>
                    <a:lstStyle/>
                    <a:p>
                      <a:pPr indent="36195" algn="ctr">
                        <a:spcBef>
                          <a:spcPts val="300"/>
                        </a:spcBef>
                        <a:spcAft>
                          <a:spcPts val="0"/>
                        </a:spcAft>
                      </a:pPr>
                      <a:r>
                        <a:rPr lang="en-US" sz="1300">
                          <a:solidFill>
                            <a:srgbClr val="000000"/>
                          </a:solidFill>
                          <a:effectLst/>
                          <a:latin typeface="Times New Roman" pitchFamily="18" charset="0"/>
                          <a:ea typeface="Times New Roman"/>
                          <a:cs typeface="Times New Roman" pitchFamily="18" charset="0"/>
                        </a:rPr>
                        <a:t>- Sân nhà B1-B2</a:t>
                      </a:r>
                      <a:endParaRPr lang="en-US" sz="1400">
                        <a:effectLst/>
                        <a:latin typeface="Times New Roman" pitchFamily="18" charset="0"/>
                        <a:ea typeface="Times New Roman"/>
                        <a:cs typeface="Times New Roman" pitchFamily="18" charset="0"/>
                      </a:endParaRPr>
                    </a:p>
                    <a:p>
                      <a:pPr indent="36195" algn="ctr">
                        <a:spcBef>
                          <a:spcPts val="300"/>
                        </a:spcBef>
                        <a:spcAft>
                          <a:spcPts val="0"/>
                        </a:spcAft>
                      </a:pPr>
                      <a:r>
                        <a:rPr lang="en-US" sz="1300">
                          <a:solidFill>
                            <a:srgbClr val="000000"/>
                          </a:solidFill>
                          <a:effectLst/>
                          <a:latin typeface="Times New Roman" pitchFamily="18" charset="0"/>
                          <a:ea typeface="Times New Roman"/>
                          <a:cs typeface="Times New Roman" pitchFamily="18" charset="0"/>
                        </a:rPr>
                        <a:t>- Sân nhà B4-B5</a:t>
                      </a:r>
                      <a:endParaRPr lang="en-US" sz="1400">
                        <a:effectLst/>
                        <a:latin typeface="Times New Roman" pitchFamily="18" charset="0"/>
                        <a:ea typeface="Times New Roman"/>
                        <a:cs typeface="Times New Roman" pitchFamily="18" charset="0"/>
                      </a:endParaRPr>
                    </a:p>
                  </a:txBody>
                  <a:tcPr marL="68580" marR="68580" marT="0" marB="0"/>
                </a:tc>
                <a:tc>
                  <a:txBody>
                    <a:bodyPr/>
                    <a:lstStyle/>
                    <a:p>
                      <a:pPr indent="36195" algn="ctr">
                        <a:spcBef>
                          <a:spcPts val="300"/>
                        </a:spcBef>
                        <a:spcAft>
                          <a:spcPts val="0"/>
                        </a:spcAft>
                      </a:pPr>
                      <a:r>
                        <a:rPr lang="en-US" sz="1300" dirty="0">
                          <a:solidFill>
                            <a:srgbClr val="000000"/>
                          </a:solidFill>
                          <a:effectLst/>
                          <a:latin typeface="Times New Roman" pitchFamily="18" charset="0"/>
                          <a:ea typeface="Times New Roman"/>
                          <a:cs typeface="Times New Roman" pitchFamily="18" charset="0"/>
                        </a:rPr>
                        <a:t>03 </a:t>
                      </a:r>
                      <a:r>
                        <a:rPr lang="en-US" sz="1300" dirty="0" err="1">
                          <a:solidFill>
                            <a:srgbClr val="000000"/>
                          </a:solidFill>
                          <a:effectLst/>
                          <a:latin typeface="Times New Roman" pitchFamily="18" charset="0"/>
                          <a:ea typeface="Times New Roman"/>
                          <a:cs typeface="Times New Roman" pitchFamily="18" charset="0"/>
                        </a:rPr>
                        <a:t>ca</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trực</a:t>
                      </a:r>
                      <a:endParaRPr lang="en-US" sz="14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xmlns="" val="10001"/>
                  </a:ext>
                </a:extLst>
              </a:tr>
              <a:tr h="683184">
                <a:tc>
                  <a:txBody>
                    <a:bodyPr/>
                    <a:lstStyle/>
                    <a:p>
                      <a:pPr indent="457200" algn="ctr">
                        <a:spcBef>
                          <a:spcPts val="300"/>
                        </a:spcBef>
                        <a:spcAft>
                          <a:spcPts val="0"/>
                        </a:spcAft>
                      </a:pPr>
                      <a:r>
                        <a:rPr lang="vi-VN" sz="1200" dirty="0">
                          <a:effectLst/>
                          <a:latin typeface="Times New Roman" pitchFamily="18" charset="0"/>
                          <a:cs typeface="Times New Roman" pitchFamily="18" charset="0"/>
                        </a:rPr>
                        <a:t>2</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just">
                        <a:spcBef>
                          <a:spcPts val="300"/>
                        </a:spcBef>
                        <a:spcAft>
                          <a:spcPts val="0"/>
                        </a:spcAft>
                      </a:pPr>
                      <a:r>
                        <a:rPr lang="en-US" sz="1200" kern="1200" dirty="0" err="1" smtClean="0">
                          <a:solidFill>
                            <a:schemeClr val="dk1"/>
                          </a:solidFill>
                          <a:effectLst/>
                          <a:latin typeface="Times New Roman" pitchFamily="18" charset="0"/>
                          <a:ea typeface="+mn-ea"/>
                          <a:cs typeface="Times New Roman" pitchFamily="18" charset="0"/>
                        </a:rPr>
                        <a:t>Tổ</a:t>
                      </a:r>
                      <a:r>
                        <a:rPr lang="en-US" sz="1200" kern="1200" dirty="0" smtClean="0">
                          <a:solidFill>
                            <a:schemeClr val="dk1"/>
                          </a:solidFill>
                          <a:effectLst/>
                          <a:latin typeface="Times New Roman" pitchFamily="18" charset="0"/>
                          <a:ea typeface="+mn-ea"/>
                          <a:cs typeface="Times New Roman" pitchFamily="18" charset="0"/>
                        </a:rPr>
                        <a:t> </a:t>
                      </a:r>
                      <a:r>
                        <a:rPr lang="en-US" sz="1200" kern="1200" dirty="0" err="1" smtClean="0">
                          <a:solidFill>
                            <a:schemeClr val="dk1"/>
                          </a:solidFill>
                          <a:effectLst/>
                          <a:latin typeface="Times New Roman" pitchFamily="18" charset="0"/>
                          <a:ea typeface="+mn-ea"/>
                          <a:cs typeface="Times New Roman" pitchFamily="18" charset="0"/>
                        </a:rPr>
                        <a:t>chức</a:t>
                      </a:r>
                      <a:r>
                        <a:rPr lang="en-US" sz="1200" kern="1200" dirty="0" smtClean="0">
                          <a:solidFill>
                            <a:schemeClr val="dk1"/>
                          </a:solidFill>
                          <a:effectLst/>
                          <a:latin typeface="Times New Roman" pitchFamily="18" charset="0"/>
                          <a:ea typeface="+mn-ea"/>
                          <a:cs typeface="Times New Roman" pitchFamily="18" charset="0"/>
                        </a:rPr>
                        <a:t> </a:t>
                      </a:r>
                      <a:r>
                        <a:rPr lang="en-US" sz="1200" kern="1200" dirty="0" err="1" smtClean="0">
                          <a:solidFill>
                            <a:schemeClr val="dk1"/>
                          </a:solidFill>
                          <a:effectLst/>
                          <a:latin typeface="Times New Roman" pitchFamily="18" charset="0"/>
                          <a:ea typeface="+mn-ea"/>
                          <a:cs typeface="Times New Roman" pitchFamily="18" charset="0"/>
                        </a:rPr>
                        <a:t>hành</a:t>
                      </a:r>
                      <a:r>
                        <a:rPr lang="en-US" sz="1200" kern="1200" dirty="0" smtClean="0">
                          <a:solidFill>
                            <a:schemeClr val="dk1"/>
                          </a:solidFill>
                          <a:effectLst/>
                          <a:latin typeface="Times New Roman" pitchFamily="18" charset="0"/>
                          <a:ea typeface="+mn-ea"/>
                          <a:cs typeface="Times New Roman" pitchFamily="18" charset="0"/>
                        </a:rPr>
                        <a:t> </a:t>
                      </a:r>
                      <a:r>
                        <a:rPr lang="en-US" sz="1200" kern="1200" dirty="0" err="1" smtClean="0">
                          <a:solidFill>
                            <a:schemeClr val="dk1"/>
                          </a:solidFill>
                          <a:effectLst/>
                          <a:latin typeface="Times New Roman" pitchFamily="18" charset="0"/>
                          <a:ea typeface="+mn-ea"/>
                          <a:cs typeface="Times New Roman" pitchFamily="18" charset="0"/>
                        </a:rPr>
                        <a:t>quân</a:t>
                      </a:r>
                      <a:r>
                        <a:rPr lang="en-US" sz="1200" kern="1200" dirty="0" smtClean="0">
                          <a:solidFill>
                            <a:schemeClr val="dk1"/>
                          </a:solidFill>
                          <a:effectLst/>
                          <a:latin typeface="Times New Roman" pitchFamily="18" charset="0"/>
                          <a:ea typeface="+mn-ea"/>
                          <a:cs typeface="Times New Roman" pitchFamily="18" charset="0"/>
                        </a:rPr>
                        <a:t> </a:t>
                      </a:r>
                      <a:r>
                        <a:rPr lang="en-US" sz="1200" kern="1200" dirty="0" err="1" smtClean="0">
                          <a:solidFill>
                            <a:schemeClr val="dk1"/>
                          </a:solidFill>
                          <a:effectLst/>
                          <a:latin typeface="Times New Roman" pitchFamily="18" charset="0"/>
                          <a:ea typeface="+mn-ea"/>
                          <a:cs typeface="Times New Roman" pitchFamily="18" charset="0"/>
                        </a:rPr>
                        <a:t>rèn</a:t>
                      </a:r>
                      <a:r>
                        <a:rPr lang="en-US" sz="1200" kern="1200" dirty="0" smtClean="0">
                          <a:solidFill>
                            <a:schemeClr val="dk1"/>
                          </a:solidFill>
                          <a:effectLst/>
                          <a:latin typeface="Times New Roman" pitchFamily="18" charset="0"/>
                          <a:ea typeface="+mn-ea"/>
                          <a:cs typeface="Times New Roman" pitchFamily="18" charset="0"/>
                        </a:rPr>
                        <a:t> </a:t>
                      </a:r>
                      <a:r>
                        <a:rPr lang="en-US" sz="1200" kern="1200" dirty="0" err="1" smtClean="0">
                          <a:solidFill>
                            <a:schemeClr val="dk1"/>
                          </a:solidFill>
                          <a:effectLst/>
                          <a:latin typeface="Times New Roman" pitchFamily="18" charset="0"/>
                          <a:ea typeface="+mn-ea"/>
                          <a:cs typeface="Times New Roman" pitchFamily="18" charset="0"/>
                        </a:rPr>
                        <a:t>luyện</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l">
                        <a:spcBef>
                          <a:spcPts val="300"/>
                        </a:spcBef>
                        <a:spcAft>
                          <a:spcPts val="0"/>
                        </a:spcAft>
                      </a:pPr>
                      <a:r>
                        <a:rPr lang="en-US" sz="1300" dirty="0" smtClean="0">
                          <a:solidFill>
                            <a:srgbClr val="000000"/>
                          </a:solidFill>
                          <a:effectLst/>
                          <a:latin typeface="Times New Roman" pitchFamily="18" charset="0"/>
                          <a:ea typeface="Times New Roman"/>
                          <a:cs typeface="Times New Roman" pitchFamily="18" charset="0"/>
                        </a:rPr>
                        <a:t>16g15 </a:t>
                      </a:r>
                      <a:r>
                        <a:rPr lang="en-US" sz="1300" dirty="0" err="1" smtClean="0">
                          <a:solidFill>
                            <a:srgbClr val="000000"/>
                          </a:solidFill>
                          <a:effectLst/>
                          <a:latin typeface="Times New Roman" pitchFamily="18" charset="0"/>
                          <a:ea typeface="Times New Roman"/>
                          <a:cs typeface="Times New Roman" pitchFamily="18" charset="0"/>
                        </a:rPr>
                        <a:t>thứ</a:t>
                      </a:r>
                      <a:r>
                        <a:rPr lang="en-US" sz="1300" dirty="0" smtClean="0">
                          <a:solidFill>
                            <a:srgbClr val="000000"/>
                          </a:solidFill>
                          <a:effectLst/>
                          <a:latin typeface="Times New Roman" pitchFamily="18" charset="0"/>
                          <a:ea typeface="Times New Roman"/>
                          <a:cs typeface="Times New Roman" pitchFamily="18" charset="0"/>
                        </a:rPr>
                        <a:t> Ba, </a:t>
                      </a:r>
                      <a:r>
                        <a:rPr lang="en-US" sz="1300" dirty="0" err="1" smtClean="0">
                          <a:solidFill>
                            <a:srgbClr val="000000"/>
                          </a:solidFill>
                          <a:effectLst/>
                          <a:latin typeface="Times New Roman" pitchFamily="18" charset="0"/>
                          <a:ea typeface="Times New Roman"/>
                          <a:cs typeface="Times New Roman" pitchFamily="18" charset="0"/>
                        </a:rPr>
                        <a:t>thứ</a:t>
                      </a:r>
                      <a:r>
                        <a:rPr lang="en-US" sz="1300" dirty="0" smtClean="0">
                          <a:solidFill>
                            <a:srgbClr val="000000"/>
                          </a:solidFill>
                          <a:effectLst/>
                          <a:latin typeface="Times New Roman" pitchFamily="18" charset="0"/>
                          <a:ea typeface="Times New Roman"/>
                          <a:cs typeface="Times New Roman" pitchFamily="18" charset="0"/>
                        </a:rPr>
                        <a:t> </a:t>
                      </a:r>
                      <a:r>
                        <a:rPr lang="en-US" sz="1300" dirty="0" err="1" smtClean="0">
                          <a:solidFill>
                            <a:srgbClr val="000000"/>
                          </a:solidFill>
                          <a:effectLst/>
                          <a:latin typeface="Times New Roman" pitchFamily="18" charset="0"/>
                          <a:ea typeface="Times New Roman"/>
                          <a:cs typeface="Times New Roman" pitchFamily="18" charset="0"/>
                        </a:rPr>
                        <a:t>Năm</a:t>
                      </a:r>
                      <a:r>
                        <a:rPr lang="en-US" sz="1300" dirty="0" smtClean="0">
                          <a:solidFill>
                            <a:srgbClr val="000000"/>
                          </a:solidFill>
                          <a:effectLst/>
                          <a:latin typeface="Times New Roman" pitchFamily="18" charset="0"/>
                          <a:ea typeface="Times New Roman"/>
                          <a:cs typeface="Times New Roman" pitchFamily="18" charset="0"/>
                        </a:rPr>
                        <a:t> </a:t>
                      </a:r>
                      <a:r>
                        <a:rPr lang="en-US" sz="1300" dirty="0" err="1" smtClean="0">
                          <a:solidFill>
                            <a:srgbClr val="000000"/>
                          </a:solidFill>
                          <a:effectLst/>
                          <a:latin typeface="Times New Roman" pitchFamily="18" charset="0"/>
                          <a:ea typeface="Times New Roman"/>
                          <a:cs typeface="Times New Roman" pitchFamily="18" charset="0"/>
                        </a:rPr>
                        <a:t>hàng</a:t>
                      </a:r>
                      <a:r>
                        <a:rPr lang="en-US" sz="1300" dirty="0" smtClean="0">
                          <a:solidFill>
                            <a:srgbClr val="000000"/>
                          </a:solidFill>
                          <a:effectLst/>
                          <a:latin typeface="Times New Roman" pitchFamily="18" charset="0"/>
                          <a:ea typeface="Times New Roman"/>
                          <a:cs typeface="Times New Roman" pitchFamily="18" charset="0"/>
                        </a:rPr>
                        <a:t> </a:t>
                      </a:r>
                      <a:r>
                        <a:rPr lang="en-US" sz="1300" dirty="0" err="1" smtClean="0">
                          <a:solidFill>
                            <a:srgbClr val="000000"/>
                          </a:solidFill>
                          <a:effectLst/>
                          <a:latin typeface="Times New Roman" pitchFamily="18" charset="0"/>
                          <a:ea typeface="Times New Roman"/>
                          <a:cs typeface="Times New Roman" pitchFamily="18" charset="0"/>
                        </a:rPr>
                        <a:t>tuần</a:t>
                      </a:r>
                      <a:endParaRPr lang="en-US" sz="1400" dirty="0">
                        <a:effectLst/>
                        <a:latin typeface="Times New Roman" pitchFamily="18" charset="0"/>
                        <a:ea typeface="Times New Roman"/>
                        <a:cs typeface="Times New Roman" pitchFamily="18" charset="0"/>
                      </a:endParaRPr>
                    </a:p>
                  </a:txBody>
                  <a:tcPr marL="68580" marR="68580" marT="0" marB="0"/>
                </a:tc>
                <a:tc>
                  <a:txBody>
                    <a:bodyPr/>
                    <a:lstStyle/>
                    <a:p>
                      <a:pPr indent="457200" algn="ctr">
                        <a:spcBef>
                          <a:spcPts val="300"/>
                        </a:spcBef>
                        <a:spcAft>
                          <a:spcPts val="0"/>
                        </a:spcAft>
                      </a:pPr>
                      <a:r>
                        <a:rPr lang="en-GB" sz="1300">
                          <a:solidFill>
                            <a:srgbClr val="000000"/>
                          </a:solidFill>
                          <a:effectLst/>
                          <a:latin typeface="Times New Roman" pitchFamily="18" charset="0"/>
                          <a:ea typeface="Times New Roman"/>
                          <a:cs typeface="Times New Roman" pitchFamily="18" charset="0"/>
                        </a:rPr>
                        <a:t>Đường nội bộ TT</a:t>
                      </a:r>
                      <a:endParaRPr lang="en-US" sz="1400">
                        <a:effectLst/>
                        <a:latin typeface="Times New Roman" pitchFamily="18" charset="0"/>
                        <a:ea typeface="Times New Roman"/>
                        <a:cs typeface="Times New Roman" pitchFamily="18" charset="0"/>
                      </a:endParaRPr>
                    </a:p>
                    <a:p>
                      <a:pPr indent="457200" algn="ctr">
                        <a:spcBef>
                          <a:spcPts val="300"/>
                        </a:spcBef>
                        <a:spcAft>
                          <a:spcPts val="0"/>
                        </a:spcAft>
                      </a:pPr>
                      <a:r>
                        <a:rPr lang="en-GB" sz="1300">
                          <a:solidFill>
                            <a:srgbClr val="000000"/>
                          </a:solidFill>
                          <a:effectLst/>
                          <a:latin typeface="Times New Roman" pitchFamily="18" charset="0"/>
                          <a:ea typeface="Times New Roman"/>
                          <a:cs typeface="Times New Roman" pitchFamily="18" charset="0"/>
                        </a:rPr>
                        <a:t>(2,5 km)</a:t>
                      </a:r>
                      <a:endParaRPr lang="en-US" sz="1400">
                        <a:effectLst/>
                        <a:latin typeface="Times New Roman" pitchFamily="18" charset="0"/>
                        <a:ea typeface="Times New Roman"/>
                        <a:cs typeface="Times New Roman" pitchFamily="18" charset="0"/>
                      </a:endParaRPr>
                    </a:p>
                    <a:p>
                      <a:pPr indent="457200" algn="ctr">
                        <a:spcBef>
                          <a:spcPts val="300"/>
                        </a:spcBef>
                        <a:spcAft>
                          <a:spcPts val="0"/>
                        </a:spcAft>
                      </a:pPr>
                      <a:r>
                        <a:rPr lang="en-GB" sz="1300">
                          <a:solidFill>
                            <a:srgbClr val="000000"/>
                          </a:solidFill>
                          <a:effectLst/>
                          <a:latin typeface="Times New Roman" pitchFamily="18" charset="0"/>
                          <a:ea typeface="Times New Roman"/>
                          <a:cs typeface="Times New Roman" pitchFamily="18" charset="0"/>
                        </a:rPr>
                        <a:t>và Sân chào cờ</a:t>
                      </a:r>
                      <a:endParaRPr lang="en-US" sz="1400">
                        <a:effectLst/>
                        <a:latin typeface="Times New Roman" pitchFamily="18" charset="0"/>
                        <a:ea typeface="Times New Roman"/>
                        <a:cs typeface="Times New Roman" pitchFamily="18" charset="0"/>
                      </a:endParaRPr>
                    </a:p>
                  </a:txBody>
                  <a:tcPr marL="68580" marR="68580" marT="0" marB="0"/>
                </a:tc>
                <a:tc>
                  <a:txBody>
                    <a:bodyPr/>
                    <a:lstStyle/>
                    <a:p>
                      <a:pPr indent="457200" algn="ctr">
                        <a:spcBef>
                          <a:spcPts val="600"/>
                        </a:spcBef>
                        <a:spcAft>
                          <a:spcPts val="0"/>
                        </a:spcAft>
                      </a:pPr>
                      <a:r>
                        <a:rPr lang="en-US" sz="1300">
                          <a:solidFill>
                            <a:srgbClr val="000000"/>
                          </a:solidFill>
                          <a:effectLst/>
                          <a:latin typeface="Times New Roman" pitchFamily="18" charset="0"/>
                          <a:ea typeface="Times New Roman"/>
                          <a:cs typeface="Times New Roman" pitchFamily="18" charset="0"/>
                        </a:rPr>
                        <a:t>03 ca trực</a:t>
                      </a:r>
                      <a:endParaRPr lang="en-US" sz="14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xmlns="" val="10002"/>
                  </a:ext>
                </a:extLst>
              </a:tr>
              <a:tr h="749508">
                <a:tc>
                  <a:txBody>
                    <a:bodyPr/>
                    <a:lstStyle/>
                    <a:p>
                      <a:pPr indent="457200" algn="ctr">
                        <a:spcBef>
                          <a:spcPts val="300"/>
                        </a:spcBef>
                        <a:spcAft>
                          <a:spcPts val="0"/>
                        </a:spcAft>
                      </a:pPr>
                      <a:r>
                        <a:rPr lang="vi-VN" sz="1200" dirty="0">
                          <a:effectLst/>
                          <a:latin typeface="Times New Roman" pitchFamily="18" charset="0"/>
                          <a:cs typeface="Times New Roman" pitchFamily="18" charset="0"/>
                        </a:rPr>
                        <a:t>3</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marL="0" marR="0" indent="457200" algn="just" defTabSz="914400" rtl="0" eaLnBrk="1" fontAlgn="auto" latinLnBrk="0" hangingPunct="1">
                        <a:lnSpc>
                          <a:spcPct val="100000"/>
                        </a:lnSpc>
                        <a:spcBef>
                          <a:spcPts val="300"/>
                        </a:spcBef>
                        <a:spcAft>
                          <a:spcPts val="0"/>
                        </a:spcAft>
                        <a:buClrTx/>
                        <a:buSzTx/>
                        <a:buFontTx/>
                        <a:buNone/>
                        <a:tabLst/>
                        <a:defRPr/>
                      </a:pPr>
                      <a:r>
                        <a:rPr lang="vi-VN" sz="1200" dirty="0" smtClean="0">
                          <a:effectLst/>
                          <a:latin typeface="Times New Roman" pitchFamily="18" charset="0"/>
                          <a:cs typeface="Times New Roman" pitchFamily="18" charset="0"/>
                        </a:rPr>
                        <a:t> </a:t>
                      </a:r>
                      <a:r>
                        <a:rPr lang="en-US" sz="1200" dirty="0" err="1" smtClean="0">
                          <a:effectLst/>
                          <a:latin typeface="Times New Roman" pitchFamily="18" charset="0"/>
                          <a:cs typeface="Times New Roman" pitchFamily="18" charset="0"/>
                        </a:rPr>
                        <a:t>Hướng</a:t>
                      </a:r>
                      <a:r>
                        <a:rPr lang="en-US" sz="1200" dirty="0" smtClean="0">
                          <a:effectLst/>
                          <a:latin typeface="Times New Roman" pitchFamily="18" charset="0"/>
                          <a:cs typeface="Times New Roman" pitchFamily="18" charset="0"/>
                        </a:rPr>
                        <a:t> </a:t>
                      </a:r>
                      <a:r>
                        <a:rPr lang="en-US" sz="1200" dirty="0" err="1" smtClean="0">
                          <a:effectLst/>
                          <a:latin typeface="Times New Roman" pitchFamily="18" charset="0"/>
                          <a:cs typeface="Times New Roman" pitchFamily="18" charset="0"/>
                        </a:rPr>
                        <a:t>dẫn</a:t>
                      </a:r>
                      <a:r>
                        <a:rPr lang="vi-VN" sz="1200" dirty="0" smtClean="0">
                          <a:effectLst/>
                          <a:latin typeface="Times New Roman" pitchFamily="18" charset="0"/>
                          <a:cs typeface="Times New Roman" pitchFamily="18" charset="0"/>
                        </a:rPr>
                        <a:t> 02 bài tập thể dục buổi sáng của Quân đội nhân dân Việt Nam</a:t>
                      </a:r>
                      <a:endParaRPr lang="en-US" sz="1200" dirty="0" smtClean="0">
                        <a:effectLst/>
                        <a:latin typeface="Times New Roman" pitchFamily="18" charset="0"/>
                        <a:ea typeface="Times New Roman"/>
                        <a:cs typeface="Times New Roman" pitchFamily="18" charset="0"/>
                      </a:endParaRPr>
                    </a:p>
                    <a:p>
                      <a:pPr indent="457200" algn="just">
                        <a:spcBef>
                          <a:spcPts val="300"/>
                        </a:spcBef>
                        <a:spcAft>
                          <a:spcPts val="0"/>
                        </a:spcAft>
                      </a:pP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l">
                        <a:spcBef>
                          <a:spcPts val="300"/>
                        </a:spcBef>
                        <a:spcAft>
                          <a:spcPts val="0"/>
                        </a:spcAft>
                      </a:pPr>
                      <a:r>
                        <a:rPr lang="en-US" sz="1300" dirty="0">
                          <a:solidFill>
                            <a:srgbClr val="000000"/>
                          </a:solidFill>
                          <a:effectLst/>
                          <a:latin typeface="Times New Roman" pitchFamily="18" charset="0"/>
                          <a:ea typeface="Times New Roman"/>
                          <a:cs typeface="Times New Roman" pitchFamily="18" charset="0"/>
                        </a:rPr>
                        <a:t>16g15 </a:t>
                      </a:r>
                      <a:r>
                        <a:rPr lang="en-US" sz="1300" dirty="0" err="1">
                          <a:solidFill>
                            <a:srgbClr val="000000"/>
                          </a:solidFill>
                          <a:effectLst/>
                          <a:latin typeface="Times New Roman" pitchFamily="18" charset="0"/>
                          <a:ea typeface="Times New Roman"/>
                          <a:cs typeface="Times New Roman" pitchFamily="18" charset="0"/>
                        </a:rPr>
                        <a:t>thứ</a:t>
                      </a:r>
                      <a:r>
                        <a:rPr lang="en-US" sz="1300" dirty="0">
                          <a:solidFill>
                            <a:srgbClr val="000000"/>
                          </a:solidFill>
                          <a:effectLst/>
                          <a:latin typeface="Times New Roman" pitchFamily="18" charset="0"/>
                          <a:ea typeface="Times New Roman"/>
                          <a:cs typeface="Times New Roman" pitchFamily="18" charset="0"/>
                        </a:rPr>
                        <a:t> Ba, </a:t>
                      </a:r>
                      <a:r>
                        <a:rPr lang="en-US" sz="1300" dirty="0" err="1">
                          <a:solidFill>
                            <a:srgbClr val="000000"/>
                          </a:solidFill>
                          <a:effectLst/>
                          <a:latin typeface="Times New Roman" pitchFamily="18" charset="0"/>
                          <a:ea typeface="Times New Roman"/>
                          <a:cs typeface="Times New Roman" pitchFamily="18" charset="0"/>
                        </a:rPr>
                        <a:t>thứ</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Năm</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hàng</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tuần</a:t>
                      </a:r>
                      <a:endParaRPr lang="en-US" sz="1400" dirty="0">
                        <a:effectLst/>
                        <a:latin typeface="Times New Roman" pitchFamily="18" charset="0"/>
                        <a:ea typeface="Times New Roman"/>
                        <a:cs typeface="Times New Roman" pitchFamily="18" charset="0"/>
                      </a:endParaRPr>
                    </a:p>
                  </a:txBody>
                  <a:tcPr marL="68580" marR="68580" marT="0" marB="0">
                    <a:noFill/>
                  </a:tcPr>
                </a:tc>
                <a:tc>
                  <a:txBody>
                    <a:bodyPr/>
                    <a:lstStyle/>
                    <a:p>
                      <a:pPr indent="457200" algn="ctr">
                        <a:spcBef>
                          <a:spcPts val="300"/>
                        </a:spcBef>
                        <a:spcAft>
                          <a:spcPts val="0"/>
                        </a:spcAft>
                      </a:pPr>
                      <a:r>
                        <a:rPr lang="en-GB" sz="1300">
                          <a:solidFill>
                            <a:srgbClr val="000000"/>
                          </a:solidFill>
                          <a:effectLst/>
                          <a:latin typeface="Times New Roman" pitchFamily="18" charset="0"/>
                          <a:ea typeface="Times New Roman"/>
                          <a:cs typeface="Times New Roman" pitchFamily="18" charset="0"/>
                        </a:rPr>
                        <a:t>Sân chào cờ</a:t>
                      </a:r>
                      <a:endParaRPr lang="en-US" sz="1400">
                        <a:effectLst/>
                        <a:latin typeface="Times New Roman" pitchFamily="18" charset="0"/>
                        <a:ea typeface="Times New Roman"/>
                        <a:cs typeface="Times New Roman" pitchFamily="18" charset="0"/>
                      </a:endParaRPr>
                    </a:p>
                  </a:txBody>
                  <a:tcPr marL="68580" marR="68580" marT="0" marB="0"/>
                </a:tc>
                <a:tc>
                  <a:txBody>
                    <a:bodyPr/>
                    <a:lstStyle/>
                    <a:p>
                      <a:pPr indent="457200" algn="ctr">
                        <a:spcBef>
                          <a:spcPts val="600"/>
                        </a:spcBef>
                        <a:spcAft>
                          <a:spcPts val="0"/>
                        </a:spcAft>
                      </a:pPr>
                      <a:r>
                        <a:rPr lang="en-US" sz="1300" dirty="0">
                          <a:solidFill>
                            <a:srgbClr val="000000"/>
                          </a:solidFill>
                          <a:effectLst/>
                          <a:latin typeface="Times New Roman" pitchFamily="18" charset="0"/>
                          <a:ea typeface="Times New Roman"/>
                          <a:cs typeface="Times New Roman" pitchFamily="18" charset="0"/>
                        </a:rPr>
                        <a:t>03 </a:t>
                      </a:r>
                      <a:r>
                        <a:rPr lang="en-US" sz="1300" dirty="0" err="1">
                          <a:solidFill>
                            <a:srgbClr val="000000"/>
                          </a:solidFill>
                          <a:effectLst/>
                          <a:latin typeface="Times New Roman" pitchFamily="18" charset="0"/>
                          <a:ea typeface="Times New Roman"/>
                          <a:cs typeface="Times New Roman" pitchFamily="18" charset="0"/>
                        </a:rPr>
                        <a:t>ca</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trực</a:t>
                      </a:r>
                      <a:endParaRPr lang="en-US" sz="14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xmlns="" val="10003"/>
                  </a:ext>
                </a:extLst>
              </a:tr>
              <a:tr h="477749">
                <a:tc>
                  <a:txBody>
                    <a:bodyPr/>
                    <a:lstStyle/>
                    <a:p>
                      <a:pPr indent="457200" algn="ctr">
                        <a:spcBef>
                          <a:spcPts val="300"/>
                        </a:spcBef>
                        <a:spcAft>
                          <a:spcPts val="0"/>
                        </a:spcAft>
                      </a:pPr>
                      <a:r>
                        <a:rPr lang="en-US" sz="1200" dirty="0">
                          <a:effectLst/>
                          <a:latin typeface="Times New Roman" pitchFamily="18" charset="0"/>
                          <a:cs typeface="Times New Roman" pitchFamily="18" charset="0"/>
                        </a:rPr>
                        <a:t>4</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just">
                        <a:spcBef>
                          <a:spcPts val="300"/>
                        </a:spcBef>
                        <a:spcAft>
                          <a:spcPts val="0"/>
                        </a:spcAft>
                      </a:pPr>
                      <a:r>
                        <a:rPr lang="vi-VN" sz="1200" dirty="0" smtClean="0">
                          <a:effectLst/>
                          <a:latin typeface="Times New Roman" pitchFamily="18" charset="0"/>
                          <a:cs typeface="Times New Roman" pitchFamily="18" charset="0"/>
                        </a:rPr>
                        <a:t>Thông tin thời sự và viết bài thu hoạch</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l">
                        <a:spcBef>
                          <a:spcPts val="300"/>
                        </a:spcBef>
                        <a:spcAft>
                          <a:spcPts val="0"/>
                        </a:spcAft>
                      </a:pPr>
                      <a:r>
                        <a:rPr lang="en-US" sz="1300" dirty="0">
                          <a:solidFill>
                            <a:srgbClr val="000000"/>
                          </a:solidFill>
                          <a:effectLst/>
                          <a:latin typeface="Times New Roman" pitchFamily="18" charset="0"/>
                          <a:ea typeface="Times New Roman"/>
                          <a:cs typeface="Times New Roman" pitchFamily="18" charset="0"/>
                        </a:rPr>
                        <a:t>16g45 </a:t>
                      </a:r>
                      <a:r>
                        <a:rPr lang="en-US" sz="1300" dirty="0" err="1">
                          <a:solidFill>
                            <a:srgbClr val="000000"/>
                          </a:solidFill>
                          <a:effectLst/>
                          <a:latin typeface="Times New Roman" pitchFamily="18" charset="0"/>
                          <a:ea typeface="Times New Roman"/>
                          <a:cs typeface="Times New Roman" pitchFamily="18" charset="0"/>
                        </a:rPr>
                        <a:t>ngày</a:t>
                      </a:r>
                      <a:r>
                        <a:rPr lang="en-US" sz="1300" dirty="0">
                          <a:solidFill>
                            <a:srgbClr val="000000"/>
                          </a:solidFill>
                          <a:effectLst/>
                          <a:latin typeface="Times New Roman" pitchFamily="18" charset="0"/>
                          <a:ea typeface="Times New Roman"/>
                          <a:cs typeface="Times New Roman" pitchFamily="18" charset="0"/>
                        </a:rPr>
                        <a:t> 16/11</a:t>
                      </a:r>
                      <a:endParaRPr lang="en-US" sz="1400" dirty="0">
                        <a:effectLst/>
                        <a:latin typeface="Times New Roman" pitchFamily="18" charset="0"/>
                        <a:ea typeface="Times New Roman"/>
                        <a:cs typeface="Times New Roman" pitchFamily="18" charset="0"/>
                      </a:endParaRPr>
                    </a:p>
                  </a:txBody>
                  <a:tcPr marL="68580" marR="68580" marT="0" marB="0"/>
                </a:tc>
                <a:tc>
                  <a:txBody>
                    <a:bodyPr/>
                    <a:lstStyle/>
                    <a:p>
                      <a:pPr indent="457200" algn="ctr">
                        <a:spcBef>
                          <a:spcPts val="300"/>
                        </a:spcBef>
                        <a:spcAft>
                          <a:spcPts val="0"/>
                        </a:spcAft>
                      </a:pPr>
                      <a:r>
                        <a:rPr lang="en-GB" sz="1300">
                          <a:solidFill>
                            <a:srgbClr val="000000"/>
                          </a:solidFill>
                          <a:effectLst/>
                          <a:latin typeface="Times New Roman" pitchFamily="18" charset="0"/>
                          <a:ea typeface="Times New Roman"/>
                          <a:cs typeface="Times New Roman" pitchFamily="18" charset="0"/>
                        </a:rPr>
                        <a:t>Sân chào cờ</a:t>
                      </a:r>
                      <a:endParaRPr lang="en-US" sz="1400">
                        <a:effectLst/>
                        <a:latin typeface="Times New Roman" pitchFamily="18" charset="0"/>
                        <a:ea typeface="Times New Roman"/>
                        <a:cs typeface="Times New Roman" pitchFamily="18" charset="0"/>
                      </a:endParaRPr>
                    </a:p>
                  </a:txBody>
                  <a:tcPr marL="68580" marR="68580" marT="0" marB="0"/>
                </a:tc>
                <a:tc>
                  <a:txBody>
                    <a:bodyPr/>
                    <a:lstStyle/>
                    <a:p>
                      <a:pPr indent="457200" algn="ctr">
                        <a:spcBef>
                          <a:spcPts val="600"/>
                        </a:spcBef>
                        <a:spcAft>
                          <a:spcPts val="0"/>
                        </a:spcAft>
                      </a:pPr>
                      <a:r>
                        <a:rPr lang="en-US" sz="1300">
                          <a:solidFill>
                            <a:srgbClr val="000000"/>
                          </a:solidFill>
                          <a:effectLst/>
                          <a:latin typeface="Times New Roman" pitchFamily="18" charset="0"/>
                          <a:ea typeface="Times New Roman"/>
                          <a:cs typeface="Times New Roman" pitchFamily="18" charset="0"/>
                        </a:rPr>
                        <a:t>03 ca trực</a:t>
                      </a:r>
                      <a:endParaRPr lang="en-US" sz="14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xmlns="" val="10004"/>
                  </a:ext>
                </a:extLst>
              </a:tr>
              <a:tr h="477749">
                <a:tc>
                  <a:txBody>
                    <a:bodyPr/>
                    <a:lstStyle/>
                    <a:p>
                      <a:pPr indent="457200" algn="ctr">
                        <a:spcBef>
                          <a:spcPts val="300"/>
                        </a:spcBef>
                        <a:spcAft>
                          <a:spcPts val="0"/>
                        </a:spcAft>
                      </a:pPr>
                      <a:r>
                        <a:rPr lang="en-US" sz="1200" dirty="0">
                          <a:effectLst/>
                          <a:latin typeface="Times New Roman" pitchFamily="18" charset="0"/>
                          <a:cs typeface="Times New Roman" pitchFamily="18" charset="0"/>
                        </a:rPr>
                        <a:t>5</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l">
                        <a:spcBef>
                          <a:spcPts val="300"/>
                        </a:spcBef>
                        <a:spcAft>
                          <a:spcPts val="0"/>
                        </a:spcAft>
                        <a:tabLst>
                          <a:tab pos="1494790" algn="l"/>
                        </a:tabLst>
                      </a:pPr>
                      <a:r>
                        <a:rPr lang="en-US" sz="1200">
                          <a:effectLst/>
                          <a:latin typeface="Times New Roman" pitchFamily="18" charset="0"/>
                          <a:cs typeface="Times New Roman" pitchFamily="18" charset="0"/>
                        </a:rPr>
                        <a:t>Bóng chuyền</a:t>
                      </a:r>
                      <a:endParaRPr lang="en-US" sz="1200">
                        <a:effectLst/>
                        <a:latin typeface="Times New Roman" pitchFamily="18" charset="0"/>
                        <a:ea typeface="Times New Roman"/>
                        <a:cs typeface="Times New Roman" pitchFamily="18" charset="0"/>
                      </a:endParaRPr>
                    </a:p>
                  </a:txBody>
                  <a:tcPr marL="37138" marR="37138" marT="0" marB="0"/>
                </a:tc>
                <a:tc>
                  <a:txBody>
                    <a:bodyPr/>
                    <a:lstStyle/>
                    <a:p>
                      <a:pPr indent="457200" algn="l">
                        <a:spcBef>
                          <a:spcPts val="300"/>
                        </a:spcBef>
                        <a:spcAft>
                          <a:spcPts val="0"/>
                        </a:spcAft>
                      </a:pPr>
                      <a:r>
                        <a:rPr lang="en-US" sz="1300" dirty="0">
                          <a:solidFill>
                            <a:srgbClr val="000000"/>
                          </a:solidFill>
                          <a:effectLst/>
                          <a:latin typeface="Times New Roman" pitchFamily="18" charset="0"/>
                          <a:ea typeface="Times New Roman"/>
                          <a:cs typeface="Times New Roman" pitchFamily="18" charset="0"/>
                        </a:rPr>
                        <a:t>16g15 </a:t>
                      </a:r>
                      <a:r>
                        <a:rPr lang="en-US" sz="1300" dirty="0" err="1">
                          <a:solidFill>
                            <a:srgbClr val="000000"/>
                          </a:solidFill>
                          <a:effectLst/>
                          <a:latin typeface="Times New Roman" pitchFamily="18" charset="0"/>
                          <a:ea typeface="Times New Roman"/>
                          <a:cs typeface="Times New Roman" pitchFamily="18" charset="0"/>
                        </a:rPr>
                        <a:t>các</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ngày</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trong</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tuần</a:t>
                      </a:r>
                      <a:endParaRPr lang="en-US" sz="1400" dirty="0">
                        <a:effectLst/>
                        <a:latin typeface="Times New Roman" pitchFamily="18" charset="0"/>
                        <a:ea typeface="Times New Roman"/>
                        <a:cs typeface="Times New Roman" pitchFamily="18" charset="0"/>
                      </a:endParaRPr>
                    </a:p>
                  </a:txBody>
                  <a:tcPr marL="68580" marR="68580" marT="0" marB="0"/>
                </a:tc>
                <a:tc>
                  <a:txBody>
                    <a:bodyPr/>
                    <a:lstStyle/>
                    <a:p>
                      <a:pPr indent="36195" algn="ctr">
                        <a:spcBef>
                          <a:spcPts val="300"/>
                        </a:spcBef>
                        <a:spcAft>
                          <a:spcPts val="0"/>
                        </a:spcAft>
                      </a:pP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Sân</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nhà</a:t>
                      </a:r>
                      <a:r>
                        <a:rPr lang="en-US" sz="1300" dirty="0">
                          <a:solidFill>
                            <a:srgbClr val="000000"/>
                          </a:solidFill>
                          <a:effectLst/>
                          <a:latin typeface="Times New Roman" pitchFamily="18" charset="0"/>
                          <a:ea typeface="Times New Roman"/>
                          <a:cs typeface="Times New Roman" pitchFamily="18" charset="0"/>
                        </a:rPr>
                        <a:t> B1-B2</a:t>
                      </a:r>
                      <a:endParaRPr lang="en-US" sz="1400" dirty="0">
                        <a:effectLst/>
                        <a:latin typeface="Times New Roman" pitchFamily="18" charset="0"/>
                        <a:ea typeface="Times New Roman"/>
                        <a:cs typeface="Times New Roman" pitchFamily="18" charset="0"/>
                      </a:endParaRPr>
                    </a:p>
                    <a:p>
                      <a:pPr indent="457200" algn="ctr">
                        <a:spcBef>
                          <a:spcPts val="300"/>
                        </a:spcBef>
                        <a:spcAft>
                          <a:spcPts val="0"/>
                        </a:spcAft>
                      </a:pP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Sân</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nhà</a:t>
                      </a:r>
                      <a:r>
                        <a:rPr lang="en-US" sz="1300" dirty="0">
                          <a:solidFill>
                            <a:srgbClr val="000000"/>
                          </a:solidFill>
                          <a:effectLst/>
                          <a:latin typeface="Times New Roman" pitchFamily="18" charset="0"/>
                          <a:ea typeface="Times New Roman"/>
                          <a:cs typeface="Times New Roman" pitchFamily="18" charset="0"/>
                        </a:rPr>
                        <a:t> B4-B5</a:t>
                      </a:r>
                      <a:endParaRPr lang="en-US" sz="1400" dirty="0">
                        <a:effectLst/>
                        <a:latin typeface="Times New Roman" pitchFamily="18" charset="0"/>
                        <a:ea typeface="Times New Roman"/>
                        <a:cs typeface="Times New Roman" pitchFamily="18" charset="0"/>
                      </a:endParaRPr>
                    </a:p>
                  </a:txBody>
                  <a:tcPr marL="68580" marR="68580" marT="0" marB="0"/>
                </a:tc>
                <a:tc>
                  <a:txBody>
                    <a:bodyPr/>
                    <a:lstStyle/>
                    <a:p>
                      <a:pPr indent="457200" algn="ctr">
                        <a:spcBef>
                          <a:spcPts val="600"/>
                        </a:spcBef>
                        <a:spcAft>
                          <a:spcPts val="0"/>
                        </a:spcAft>
                      </a:pPr>
                      <a:r>
                        <a:rPr lang="en-US" sz="1300" dirty="0">
                          <a:solidFill>
                            <a:srgbClr val="000000"/>
                          </a:solidFill>
                          <a:effectLst/>
                          <a:latin typeface="Times New Roman" pitchFamily="18" charset="0"/>
                          <a:ea typeface="Times New Roman"/>
                          <a:cs typeface="Times New Roman" pitchFamily="18" charset="0"/>
                        </a:rPr>
                        <a:t>03 </a:t>
                      </a:r>
                      <a:r>
                        <a:rPr lang="en-US" sz="1300" dirty="0" err="1">
                          <a:solidFill>
                            <a:srgbClr val="000000"/>
                          </a:solidFill>
                          <a:effectLst/>
                          <a:latin typeface="Times New Roman" pitchFamily="18" charset="0"/>
                          <a:ea typeface="Times New Roman"/>
                          <a:cs typeface="Times New Roman" pitchFamily="18" charset="0"/>
                        </a:rPr>
                        <a:t>ca</a:t>
                      </a:r>
                      <a:r>
                        <a:rPr lang="en-US" sz="1300" dirty="0">
                          <a:solidFill>
                            <a:srgbClr val="000000"/>
                          </a:solidFill>
                          <a:effectLst/>
                          <a:latin typeface="Times New Roman" pitchFamily="18" charset="0"/>
                          <a:ea typeface="Times New Roman"/>
                          <a:cs typeface="Times New Roman" pitchFamily="18" charset="0"/>
                        </a:rPr>
                        <a:t> </a:t>
                      </a:r>
                      <a:r>
                        <a:rPr lang="en-US" sz="1300" dirty="0" err="1">
                          <a:solidFill>
                            <a:srgbClr val="000000"/>
                          </a:solidFill>
                          <a:effectLst/>
                          <a:latin typeface="Times New Roman" pitchFamily="18" charset="0"/>
                          <a:ea typeface="Times New Roman"/>
                          <a:cs typeface="Times New Roman" pitchFamily="18" charset="0"/>
                        </a:rPr>
                        <a:t>trực</a:t>
                      </a:r>
                      <a:endParaRPr lang="en-US" sz="14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xmlns="" val="10005"/>
                  </a:ext>
                </a:extLst>
              </a:tr>
              <a:tr h="448968">
                <a:tc>
                  <a:txBody>
                    <a:bodyPr/>
                    <a:lstStyle/>
                    <a:p>
                      <a:pPr indent="457200" algn="ctr">
                        <a:spcBef>
                          <a:spcPts val="300"/>
                        </a:spcBef>
                        <a:spcAft>
                          <a:spcPts val="0"/>
                        </a:spcAft>
                      </a:pPr>
                      <a:r>
                        <a:rPr lang="en-US" sz="1200" dirty="0" smtClean="0">
                          <a:effectLst/>
                          <a:latin typeface="Times New Roman" pitchFamily="18" charset="0"/>
                          <a:ea typeface="Times New Roman"/>
                          <a:cs typeface="Times New Roman" pitchFamily="18" charset="0"/>
                        </a:rPr>
                        <a:t>6</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just">
                        <a:spcBef>
                          <a:spcPts val="300"/>
                        </a:spcBef>
                        <a:spcAft>
                          <a:spcPts val="0"/>
                        </a:spcAft>
                      </a:pPr>
                      <a:r>
                        <a:rPr lang="vi-VN" sz="1200" dirty="0">
                          <a:effectLst/>
                          <a:latin typeface="Times New Roman" pitchFamily="18" charset="0"/>
                          <a:cs typeface="Times New Roman" pitchFamily="18" charset="0"/>
                        </a:rPr>
                        <a:t>Minigame “Vui cùng chiến sĩ”</a:t>
                      </a:r>
                      <a:endParaRPr lang="en-US" sz="1200" dirty="0">
                        <a:effectLst/>
                        <a:latin typeface="Times New Roman" pitchFamily="18" charset="0"/>
                        <a:ea typeface="Times New Roman"/>
                        <a:cs typeface="Times New Roman" pitchFamily="18" charset="0"/>
                      </a:endParaRPr>
                    </a:p>
                  </a:txBody>
                  <a:tcPr marL="37138" marR="37138" marT="0" marB="0"/>
                </a:tc>
                <a:tc rowSpan="3" gridSpan="2">
                  <a:txBody>
                    <a:bodyPr/>
                    <a:lstStyle/>
                    <a:p>
                      <a:pPr indent="457200" algn="just">
                        <a:spcBef>
                          <a:spcPts val="300"/>
                        </a:spcBef>
                        <a:spcAft>
                          <a:spcPts val="0"/>
                        </a:spcAft>
                      </a:pPr>
                      <a:r>
                        <a:rPr lang="en-US" sz="1200" dirty="0">
                          <a:effectLst/>
                          <a:latin typeface="Times New Roman" pitchFamily="18" charset="0"/>
                          <a:cs typeface="Times New Roman" pitchFamily="18" charset="0"/>
                        </a:rPr>
                        <a:t> </a:t>
                      </a:r>
                    </a:p>
                    <a:p>
                      <a:pPr indent="457200" algn="just">
                        <a:spcBef>
                          <a:spcPts val="300"/>
                        </a:spcBef>
                        <a:spcAft>
                          <a:spcPts val="0"/>
                        </a:spcAft>
                      </a:pPr>
                      <a:r>
                        <a:rPr lang="en-US" sz="1200" dirty="0">
                          <a:effectLst/>
                          <a:latin typeface="Times New Roman" pitchFamily="18" charset="0"/>
                          <a:cs typeface="Times New Roman" pitchFamily="18" charset="0"/>
                        </a:rPr>
                        <a:t> </a:t>
                      </a:r>
                    </a:p>
                    <a:p>
                      <a:pPr indent="457200" algn="just">
                        <a:spcBef>
                          <a:spcPts val="300"/>
                        </a:spcBef>
                        <a:spcAft>
                          <a:spcPts val="0"/>
                        </a:spcAft>
                      </a:pPr>
                      <a:r>
                        <a:rPr lang="vi-VN" sz="1200" dirty="0">
                          <a:effectLst/>
                          <a:latin typeface="Times New Roman" pitchFamily="18" charset="0"/>
                          <a:cs typeface="Times New Roman" pitchFamily="18" charset="0"/>
                        </a:rPr>
                        <a:t>Các hoạt động diễn ra trên Confession </a:t>
                      </a:r>
                      <a:r>
                        <a:rPr lang="vi-VN" sz="1200" dirty="0" smtClean="0">
                          <a:effectLst/>
                          <a:latin typeface="Times New Roman" pitchFamily="18" charset="0"/>
                          <a:cs typeface="Times New Roman" pitchFamily="18" charset="0"/>
                        </a:rPr>
                        <a:t>K4</a:t>
                      </a:r>
                      <a:r>
                        <a:rPr lang="en-US" sz="1200" dirty="0" smtClean="0">
                          <a:effectLst/>
                          <a:latin typeface="Times New Roman" pitchFamily="18" charset="0"/>
                          <a:cs typeface="Times New Roman" pitchFamily="18" charset="0"/>
                        </a:rPr>
                        <a:t>14</a:t>
                      </a:r>
                      <a:r>
                        <a:rPr lang="vi-VN" sz="1200" dirty="0" smtClean="0">
                          <a:effectLst/>
                          <a:latin typeface="Times New Roman" pitchFamily="18" charset="0"/>
                          <a:cs typeface="Times New Roman" pitchFamily="18" charset="0"/>
                        </a:rPr>
                        <a:t>, </a:t>
                      </a:r>
                      <a:r>
                        <a:rPr lang="vi-VN" sz="1200" dirty="0">
                          <a:effectLst/>
                          <a:latin typeface="Times New Roman" pitchFamily="18" charset="0"/>
                          <a:cs typeface="Times New Roman" pitchFamily="18" charset="0"/>
                        </a:rPr>
                        <a:t>Fanpage Trung tâm Giáo dục Quốc phòng và An ninh</a:t>
                      </a:r>
                      <a:r>
                        <a:rPr lang="en-US" sz="1200" dirty="0">
                          <a:effectLst/>
                          <a:latin typeface="Times New Roman" pitchFamily="18" charset="0"/>
                          <a:cs typeface="Times New Roman" pitchFamily="18" charset="0"/>
                        </a:rPr>
                        <a:t>.</a:t>
                      </a:r>
                      <a:endParaRPr lang="en-US" sz="1200" dirty="0">
                        <a:effectLst/>
                        <a:latin typeface="Times New Roman" pitchFamily="18" charset="0"/>
                        <a:ea typeface="Times New Roman"/>
                        <a:cs typeface="Times New Roman" pitchFamily="18" charset="0"/>
                      </a:endParaRPr>
                    </a:p>
                  </a:txBody>
                  <a:tcPr marL="37138" marR="37138" marT="0" marB="0"/>
                </a:tc>
                <a:tc rowSpan="3" hMerge="1">
                  <a:txBody>
                    <a:bodyPr/>
                    <a:lstStyle/>
                    <a:p>
                      <a:endParaRPr lang="en-US"/>
                    </a:p>
                  </a:txBody>
                  <a:tcPr/>
                </a:tc>
                <a:tc>
                  <a:txBody>
                    <a:bodyPr/>
                    <a:lstStyle/>
                    <a:p>
                      <a:pPr indent="457200" algn="ctr">
                        <a:spcBef>
                          <a:spcPts val="300"/>
                        </a:spcBef>
                        <a:spcAft>
                          <a:spcPts val="0"/>
                        </a:spcAft>
                      </a:pPr>
                      <a:r>
                        <a:rPr lang="vi-VN" sz="1200">
                          <a:effectLst/>
                          <a:latin typeface="Times New Roman" pitchFamily="18" charset="0"/>
                          <a:cs typeface="Times New Roman" pitchFamily="18" charset="0"/>
                        </a:rPr>
                        <a:t> </a:t>
                      </a:r>
                      <a:endParaRPr lang="en-US" sz="1200">
                        <a:effectLst/>
                        <a:latin typeface="Times New Roman" pitchFamily="18" charset="0"/>
                        <a:ea typeface="Times New Roman"/>
                        <a:cs typeface="Times New Roman" pitchFamily="18" charset="0"/>
                      </a:endParaRPr>
                    </a:p>
                  </a:txBody>
                  <a:tcPr marL="37138" marR="37138" marT="0" marB="0"/>
                </a:tc>
                <a:extLst>
                  <a:ext uri="{0D108BD9-81ED-4DB2-BD59-A6C34878D82A}">
                    <a16:rowId xmlns:a16="http://schemas.microsoft.com/office/drawing/2014/main" xmlns="" val="10006"/>
                  </a:ext>
                </a:extLst>
              </a:tr>
              <a:tr h="598624">
                <a:tc>
                  <a:txBody>
                    <a:bodyPr/>
                    <a:lstStyle/>
                    <a:p>
                      <a:pPr indent="457200" algn="ctr">
                        <a:spcBef>
                          <a:spcPts val="300"/>
                        </a:spcBef>
                        <a:spcAft>
                          <a:spcPts val="0"/>
                        </a:spcAft>
                      </a:pPr>
                      <a:r>
                        <a:rPr lang="en-US" sz="1200" dirty="0" smtClean="0">
                          <a:effectLst/>
                          <a:latin typeface="Times New Roman" pitchFamily="18" charset="0"/>
                          <a:ea typeface="Times New Roman"/>
                          <a:cs typeface="Times New Roman" pitchFamily="18" charset="0"/>
                        </a:rPr>
                        <a:t>7</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just">
                        <a:spcBef>
                          <a:spcPts val="300"/>
                        </a:spcBef>
                        <a:spcAft>
                          <a:spcPts val="0"/>
                        </a:spcAft>
                      </a:pPr>
                      <a:r>
                        <a:rPr lang="en-US" sz="1200" dirty="0" err="1" smtClean="0">
                          <a:effectLst/>
                          <a:latin typeface="Times New Roman" pitchFamily="18" charset="0"/>
                          <a:ea typeface="+mn-ea"/>
                          <a:cs typeface="Times New Roman" pitchFamily="18" charset="0"/>
                        </a:rPr>
                        <a:t>Cuộc</a:t>
                      </a:r>
                      <a:r>
                        <a:rPr lang="en-US" sz="1200" baseline="0" dirty="0" smtClean="0">
                          <a:effectLst/>
                          <a:latin typeface="Times New Roman" pitchFamily="18" charset="0"/>
                          <a:ea typeface="+mn-ea"/>
                          <a:cs typeface="Times New Roman" pitchFamily="18" charset="0"/>
                        </a:rPr>
                        <a:t> </a:t>
                      </a:r>
                      <a:r>
                        <a:rPr lang="en-US" sz="1200" baseline="0" dirty="0" err="1" smtClean="0">
                          <a:effectLst/>
                          <a:latin typeface="Times New Roman" pitchFamily="18" charset="0"/>
                          <a:ea typeface="+mn-ea"/>
                          <a:cs typeface="Times New Roman" pitchFamily="18" charset="0"/>
                        </a:rPr>
                        <a:t>thi</a:t>
                      </a:r>
                      <a:r>
                        <a:rPr lang="en-US" sz="1200" baseline="0" dirty="0" smtClean="0">
                          <a:effectLst/>
                          <a:latin typeface="Times New Roman" pitchFamily="18" charset="0"/>
                          <a:ea typeface="+mn-ea"/>
                          <a:cs typeface="Times New Roman" pitchFamily="18" charset="0"/>
                        </a:rPr>
                        <a:t> </a:t>
                      </a:r>
                      <a:r>
                        <a:rPr lang="en-US" sz="1200" baseline="0" dirty="0" err="1" smtClean="0">
                          <a:effectLst/>
                          <a:latin typeface="Times New Roman" pitchFamily="18" charset="0"/>
                          <a:ea typeface="+mn-ea"/>
                          <a:cs typeface="Times New Roman" pitchFamily="18" charset="0"/>
                        </a:rPr>
                        <a:t>sáng</a:t>
                      </a:r>
                      <a:r>
                        <a:rPr lang="en-US" sz="1200" baseline="0" dirty="0" smtClean="0">
                          <a:effectLst/>
                          <a:latin typeface="Times New Roman" pitchFamily="18" charset="0"/>
                          <a:ea typeface="+mn-ea"/>
                          <a:cs typeface="Times New Roman" pitchFamily="18" charset="0"/>
                        </a:rPr>
                        <a:t> </a:t>
                      </a:r>
                      <a:r>
                        <a:rPr lang="en-US" sz="1200" baseline="0" dirty="0" err="1" smtClean="0">
                          <a:effectLst/>
                          <a:latin typeface="Times New Roman" pitchFamily="18" charset="0"/>
                          <a:ea typeface="+mn-ea"/>
                          <a:cs typeface="Times New Roman" pitchFamily="18" charset="0"/>
                        </a:rPr>
                        <a:t>tác</a:t>
                      </a:r>
                      <a:r>
                        <a:rPr lang="en-US" sz="1200" baseline="0" dirty="0" smtClean="0">
                          <a:effectLst/>
                          <a:latin typeface="Times New Roman" pitchFamily="18" charset="0"/>
                          <a:ea typeface="+mn-ea"/>
                          <a:cs typeface="Times New Roman" pitchFamily="18" charset="0"/>
                        </a:rPr>
                        <a:t> video clip </a:t>
                      </a:r>
                      <a:r>
                        <a:rPr lang="en-US" sz="1200" baseline="0" dirty="0" err="1" smtClean="0">
                          <a:effectLst/>
                          <a:latin typeface="Times New Roman" pitchFamily="18" charset="0"/>
                          <a:ea typeface="+mn-ea"/>
                          <a:cs typeface="Times New Roman" pitchFamily="18" charset="0"/>
                        </a:rPr>
                        <a:t>khóa</a:t>
                      </a:r>
                      <a:r>
                        <a:rPr lang="en-US" sz="1200" baseline="0" dirty="0" smtClean="0">
                          <a:effectLst/>
                          <a:latin typeface="Times New Roman" pitchFamily="18" charset="0"/>
                          <a:ea typeface="+mn-ea"/>
                          <a:cs typeface="Times New Roman" pitchFamily="18" charset="0"/>
                        </a:rPr>
                        <a:t> </a:t>
                      </a:r>
                      <a:r>
                        <a:rPr lang="en-US" sz="1200" baseline="0" dirty="0" err="1" smtClean="0">
                          <a:effectLst/>
                          <a:latin typeface="Times New Roman" pitchFamily="18" charset="0"/>
                          <a:ea typeface="+mn-ea"/>
                          <a:cs typeface="Times New Roman" pitchFamily="18" charset="0"/>
                        </a:rPr>
                        <a:t>học</a:t>
                      </a:r>
                      <a:r>
                        <a:rPr lang="en-US" sz="1200" baseline="0" dirty="0" smtClean="0">
                          <a:effectLst/>
                          <a:latin typeface="Times New Roman" pitchFamily="18" charset="0"/>
                          <a:ea typeface="+mn-ea"/>
                          <a:cs typeface="Times New Roman" pitchFamily="18" charset="0"/>
                        </a:rPr>
                        <a:t> </a:t>
                      </a:r>
                      <a:r>
                        <a:rPr lang="en-US" sz="1200" baseline="0" dirty="0" err="1" smtClean="0">
                          <a:effectLst/>
                          <a:latin typeface="Times New Roman" pitchFamily="18" charset="0"/>
                          <a:ea typeface="+mn-ea"/>
                          <a:cs typeface="Times New Roman" pitchFamily="18" charset="0"/>
                        </a:rPr>
                        <a:t>quân</a:t>
                      </a:r>
                      <a:r>
                        <a:rPr lang="en-US" sz="1200" baseline="0" dirty="0" smtClean="0">
                          <a:effectLst/>
                          <a:latin typeface="Times New Roman" pitchFamily="18" charset="0"/>
                          <a:ea typeface="+mn-ea"/>
                          <a:cs typeface="Times New Roman" pitchFamily="18" charset="0"/>
                        </a:rPr>
                        <a:t> </a:t>
                      </a:r>
                      <a:r>
                        <a:rPr lang="en-US" sz="1200" baseline="0" dirty="0" err="1" smtClean="0">
                          <a:effectLst/>
                          <a:latin typeface="Times New Roman" pitchFamily="18" charset="0"/>
                          <a:ea typeface="+mn-ea"/>
                          <a:cs typeface="Times New Roman" pitchFamily="18" charset="0"/>
                        </a:rPr>
                        <a:t>sự</a:t>
                      </a:r>
                      <a:r>
                        <a:rPr lang="en-US" sz="1200" baseline="0" dirty="0" smtClean="0">
                          <a:effectLst/>
                          <a:latin typeface="Times New Roman" pitchFamily="18" charset="0"/>
                          <a:ea typeface="+mn-ea"/>
                          <a:cs typeface="Times New Roman" pitchFamily="18" charset="0"/>
                        </a:rPr>
                        <a:t> K414</a:t>
                      </a:r>
                      <a:endParaRPr lang="en-US" sz="1200" dirty="0">
                        <a:effectLst/>
                        <a:latin typeface="Times New Roman" pitchFamily="18" charset="0"/>
                        <a:ea typeface="Times New Roman"/>
                        <a:cs typeface="Times New Roman" pitchFamily="18" charset="0"/>
                      </a:endParaRPr>
                    </a:p>
                  </a:txBody>
                  <a:tcPr marL="37138" marR="37138" marT="0" marB="0"/>
                </a:tc>
                <a:tc gridSpan="2" vMerge="1">
                  <a:txBody>
                    <a:bodyPr/>
                    <a:lstStyle/>
                    <a:p>
                      <a:endParaRPr lang="en-US"/>
                    </a:p>
                  </a:txBody>
                  <a:tcPr/>
                </a:tc>
                <a:tc hMerge="1" vMerge="1">
                  <a:txBody>
                    <a:bodyPr/>
                    <a:lstStyle/>
                    <a:p>
                      <a:endParaRPr lang="en-US"/>
                    </a:p>
                  </a:txBody>
                  <a:tcPr/>
                </a:tc>
                <a:tc>
                  <a:txBody>
                    <a:bodyPr/>
                    <a:lstStyle/>
                    <a:p>
                      <a:pPr indent="457200" algn="ctr">
                        <a:spcBef>
                          <a:spcPts val="300"/>
                        </a:spcBef>
                        <a:spcAft>
                          <a:spcPts val="0"/>
                        </a:spcAft>
                      </a:pPr>
                      <a:r>
                        <a:rPr lang="vi-VN" sz="1200" dirty="0">
                          <a:effectLst/>
                          <a:latin typeface="Times New Roman" pitchFamily="18" charset="0"/>
                          <a:cs typeface="Times New Roman" pitchFamily="18" charset="0"/>
                        </a:rPr>
                        <a:t> </a:t>
                      </a:r>
                      <a:endParaRPr lang="en-US" sz="1200" dirty="0">
                        <a:effectLst/>
                        <a:latin typeface="Times New Roman" pitchFamily="18" charset="0"/>
                        <a:ea typeface="Times New Roman"/>
                        <a:cs typeface="Times New Roman" pitchFamily="18" charset="0"/>
                      </a:endParaRPr>
                    </a:p>
                  </a:txBody>
                  <a:tcPr marL="37138" marR="37138" marT="0" marB="0"/>
                </a:tc>
                <a:extLst>
                  <a:ext uri="{0D108BD9-81ED-4DB2-BD59-A6C34878D82A}">
                    <a16:rowId xmlns:a16="http://schemas.microsoft.com/office/drawing/2014/main" xmlns="" val="10007"/>
                  </a:ext>
                </a:extLst>
              </a:tr>
              <a:tr h="299312">
                <a:tc>
                  <a:txBody>
                    <a:bodyPr/>
                    <a:lstStyle/>
                    <a:p>
                      <a:pPr indent="457200" algn="ctr">
                        <a:spcBef>
                          <a:spcPts val="300"/>
                        </a:spcBef>
                        <a:spcAft>
                          <a:spcPts val="0"/>
                        </a:spcAft>
                      </a:pPr>
                      <a:r>
                        <a:rPr lang="en-US" sz="1200" dirty="0" smtClean="0">
                          <a:effectLst/>
                          <a:latin typeface="Times New Roman" pitchFamily="18" charset="0"/>
                          <a:ea typeface="Times New Roman"/>
                          <a:cs typeface="Times New Roman" pitchFamily="18" charset="0"/>
                        </a:rPr>
                        <a:t>8</a:t>
                      </a:r>
                      <a:endParaRPr lang="en-US" sz="1200" dirty="0">
                        <a:effectLst/>
                        <a:latin typeface="Times New Roman" pitchFamily="18" charset="0"/>
                        <a:ea typeface="Times New Roman"/>
                        <a:cs typeface="Times New Roman" pitchFamily="18" charset="0"/>
                      </a:endParaRPr>
                    </a:p>
                  </a:txBody>
                  <a:tcPr marL="37138" marR="37138" marT="0" marB="0"/>
                </a:tc>
                <a:tc>
                  <a:txBody>
                    <a:bodyPr/>
                    <a:lstStyle/>
                    <a:p>
                      <a:pPr indent="457200" algn="just">
                        <a:spcBef>
                          <a:spcPts val="300"/>
                        </a:spcBef>
                        <a:spcAft>
                          <a:spcPts val="0"/>
                        </a:spcAft>
                      </a:pPr>
                      <a:r>
                        <a:rPr lang="en-US" sz="1200">
                          <a:effectLst/>
                          <a:latin typeface="Times New Roman" pitchFamily="18" charset="0"/>
                          <a:cs typeface="Times New Roman" pitchFamily="18" charset="0"/>
                        </a:rPr>
                        <a:t>Thi ảnh “Nét đẹp Quân sự”</a:t>
                      </a:r>
                      <a:endParaRPr lang="en-US" sz="1200">
                        <a:effectLst/>
                        <a:latin typeface="Times New Roman" pitchFamily="18" charset="0"/>
                        <a:ea typeface="Times New Roman"/>
                        <a:cs typeface="Times New Roman" pitchFamily="18" charset="0"/>
                      </a:endParaRPr>
                    </a:p>
                  </a:txBody>
                  <a:tcPr marL="37138" marR="37138" marT="0" marB="0"/>
                </a:tc>
                <a:tc gridSpan="2" vMerge="1">
                  <a:txBody>
                    <a:bodyPr/>
                    <a:lstStyle/>
                    <a:p>
                      <a:endParaRPr lang="en-US"/>
                    </a:p>
                  </a:txBody>
                  <a:tcPr/>
                </a:tc>
                <a:tc hMerge="1" vMerge="1">
                  <a:txBody>
                    <a:bodyPr/>
                    <a:lstStyle/>
                    <a:p>
                      <a:endParaRPr lang="en-US"/>
                    </a:p>
                  </a:txBody>
                  <a:tcPr/>
                </a:tc>
                <a:tc>
                  <a:txBody>
                    <a:bodyPr/>
                    <a:lstStyle/>
                    <a:p>
                      <a:pPr indent="457200" algn="ctr">
                        <a:spcBef>
                          <a:spcPts val="300"/>
                        </a:spcBef>
                        <a:spcAft>
                          <a:spcPts val="0"/>
                        </a:spcAft>
                      </a:pPr>
                      <a:r>
                        <a:rPr lang="vi-VN" sz="1200" dirty="0">
                          <a:effectLst/>
                          <a:latin typeface="Times New Roman" pitchFamily="18" charset="0"/>
                          <a:cs typeface="Times New Roman" pitchFamily="18" charset="0"/>
                        </a:rPr>
                        <a:t> </a:t>
                      </a:r>
                      <a:endParaRPr lang="en-US" sz="1200" dirty="0">
                        <a:effectLst/>
                        <a:latin typeface="Times New Roman" pitchFamily="18" charset="0"/>
                        <a:ea typeface="Times New Roman"/>
                        <a:cs typeface="Times New Roman" pitchFamily="18" charset="0"/>
                      </a:endParaRPr>
                    </a:p>
                  </a:txBody>
                  <a:tcPr marL="37138" marR="37138" marT="0" marB="0"/>
                </a:tc>
                <a:extLst>
                  <a:ext uri="{0D108BD9-81ED-4DB2-BD59-A6C34878D82A}">
                    <a16:rowId xmlns:a16="http://schemas.microsoft.com/office/drawing/2014/main" xmlns="" val="10008"/>
                  </a:ext>
                </a:extLst>
              </a:tr>
            </a:tbl>
          </a:graphicData>
        </a:graphic>
      </p:graphicFrame>
    </p:spTree>
    <p:extLst>
      <p:ext uri="{BB962C8B-B14F-4D97-AF65-F5344CB8AC3E}">
        <p14:creationId xmlns:p14="http://schemas.microsoft.com/office/powerpoint/2010/main" val="334160480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êu đề 1">
            <a:extLst>
              <a:ext uri="{FF2B5EF4-FFF2-40B4-BE49-F238E27FC236}">
                <a16:creationId xmlns:a16="http://schemas.microsoft.com/office/drawing/2014/main" xmlns="" id="{F4B32214-8243-4115-99B9-4A5E867F8F60}"/>
              </a:ext>
            </a:extLst>
          </p:cNvPr>
          <p:cNvSpPr>
            <a:spLocks noGrp="1"/>
          </p:cNvSpPr>
          <p:nvPr>
            <p:ph type="ctrTitle"/>
          </p:nvPr>
        </p:nvSpPr>
        <p:spPr>
          <a:xfrm>
            <a:off x="1655321" y="899410"/>
            <a:ext cx="9144000" cy="796744"/>
          </a:xfrm>
          <a:solidFill>
            <a:srgbClr val="FF0000"/>
          </a:solidFill>
        </p:spPr>
        <p:txBody>
          <a:bodyPr>
            <a:normAutofit/>
          </a:bodyPr>
          <a:lstStyle/>
          <a:p>
            <a:pPr algn="ctr"/>
            <a:r>
              <a:rPr lang="en-US" sz="4400" b="1" dirty="0">
                <a:solidFill>
                  <a:srgbClr val="FFFF66"/>
                </a:solidFill>
              </a:rPr>
              <a:t>THỜI KHÓA BIỂU</a:t>
            </a:r>
            <a:endParaRPr lang="vi-VN" sz="4400" b="1" dirty="0">
              <a:solidFill>
                <a:srgbClr val="FFFF66"/>
              </a:solidFill>
            </a:endParaRPr>
          </a:p>
        </p:txBody>
      </p:sp>
      <p:sp>
        <p:nvSpPr>
          <p:cNvPr id="3" name="Subtitle 2"/>
          <p:cNvSpPr>
            <a:spLocks noGrp="1"/>
          </p:cNvSpPr>
          <p:nvPr>
            <p:ph type="subTitle" idx="1"/>
          </p:nvPr>
        </p:nvSpPr>
        <p:spPr/>
        <p:txBody>
          <a:bodyPr/>
          <a:lstStyle/>
          <a:p>
            <a:endParaRPr lang="en-US"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597" y="1663909"/>
            <a:ext cx="10882859" cy="4969239"/>
          </a:xfrm>
          <a:prstGeom prst="rect">
            <a:avLst/>
          </a:prstGeom>
        </p:spPr>
      </p:pic>
    </p:spTree>
    <p:extLst>
      <p:ext uri="{BB962C8B-B14F-4D97-AF65-F5344CB8AC3E}">
        <p14:creationId xmlns:p14="http://schemas.microsoft.com/office/powerpoint/2010/main" val="6023491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4855" y="0"/>
            <a:ext cx="11414235" cy="6668814"/>
          </a:xfrm>
          <a:prstGeom prst="rect">
            <a:avLst/>
          </a:prstGeom>
        </p:spPr>
      </p:pic>
      <p:sp>
        <p:nvSpPr>
          <p:cNvPr id="6" name="Title 3">
            <a:extLst>
              <a:ext uri="{FF2B5EF4-FFF2-40B4-BE49-F238E27FC236}">
                <a16:creationId xmlns:a16="http://schemas.microsoft.com/office/drawing/2014/main" xmlns="" id="{5F900012-D994-4E7E-A280-74ECF458A5A6}"/>
              </a:ext>
            </a:extLst>
          </p:cNvPr>
          <p:cNvSpPr txBox="1">
            <a:spLocks/>
          </p:cNvSpPr>
          <p:nvPr/>
        </p:nvSpPr>
        <p:spPr>
          <a:xfrm>
            <a:off x="0" y="447941"/>
            <a:ext cx="9144000" cy="623248"/>
          </a:xfrm>
          <a:prstGeom prst="rect">
            <a:avLst/>
          </a:prstGeom>
          <a:solidFill>
            <a:srgbClr val="00B0F0"/>
          </a:solidFill>
          <a:ln w="12700" cap="flat" cmpd="sng" algn="ctr">
            <a:solidFill>
              <a:srgbClr val="A5A5A5">
                <a:shade val="50000"/>
              </a:srgbClr>
            </a:solidFill>
            <a:prstDash val="solid"/>
            <a:miter lim="800000"/>
          </a:ln>
          <a:effectLst>
            <a:softEdge rad="635000"/>
          </a:effectLst>
        </p:spPr>
        <p:txBody>
          <a:bodyPr vert="horz" wrap="square" lIns="68580" tIns="34290" rIns="68580" bIns="34290" rtlCol="0" anchor="ctr">
            <a:sp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defRPr/>
            </a:pP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Xin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cảm</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ơn</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các</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bạn</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đã</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chú</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ý </a:t>
            </a:r>
            <a:r>
              <a:rPr lang="en-US" sz="2000" i="1"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lắng</a:t>
            </a:r>
            <a:r>
              <a:rPr lang="en-US" sz="2000" i="1" dirty="0" smtClean="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nghe</a:t>
            </a:r>
            <a:endPar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endParaRPr>
          </a:p>
          <a:p>
            <a:pPr algn="ctr">
              <a:defRPr/>
            </a:pP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Chúc</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các</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bạn</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vui</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khỏe</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hạnh</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phúc</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và</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thành</a:t>
            </a:r>
            <a:r>
              <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 </a:t>
            </a:r>
            <a:r>
              <a:rPr lang="en-US" sz="2000" i="1" dirty="0" err="1">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rPr>
              <a:t>công</a:t>
            </a:r>
            <a:endParaRPr lang="en-US" sz="2000" i="1" dirty="0">
              <a:ln w="18415" cmpd="sng">
                <a:solidFill>
                  <a:srgbClr val="FFFFFF"/>
                </a:solidFill>
                <a:prstDash val="solid"/>
              </a:ln>
              <a:solidFill>
                <a:srgbClr val="FFFFFF"/>
              </a:solidFill>
              <a:effectLst>
                <a:outerShdw blurRad="63500" dir="3600000" algn="tl" rotWithShape="0">
                  <a:srgbClr val="000000">
                    <a:alpha val="70000"/>
                  </a:srgbClr>
                </a:outerShdw>
              </a:effectLst>
              <a:cs typeface="Times New Roman" pitchFamily="18" charset="0"/>
            </a:endParaRPr>
          </a:p>
        </p:txBody>
      </p:sp>
    </p:spTree>
    <p:extLst>
      <p:ext uri="{BB962C8B-B14F-4D97-AF65-F5344CB8AC3E}">
        <p14:creationId xmlns:p14="http://schemas.microsoft.com/office/powerpoint/2010/main" val="186493451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PA3 - E - B&amp;W">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1748</TotalTime>
  <Words>6844</Words>
  <Application>Microsoft Office PowerPoint</Application>
  <PresentationFormat>Widescreen</PresentationFormat>
  <Paragraphs>3150</Paragraphs>
  <Slides>53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Arial</vt:lpstr>
      <vt:lpstr>Calibri</vt:lpstr>
      <vt:lpstr>Courier New</vt:lpstr>
      <vt:lpstr>Tahoma</vt:lpstr>
      <vt:lpstr>Times New Roman</vt:lpstr>
      <vt:lpstr>Trebuchet MS</vt:lpstr>
      <vt:lpstr>VNI-Times</vt:lpstr>
      <vt:lpstr>Wingdings</vt:lpstr>
      <vt:lpstr>2_PA3 - E - B&amp;W</vt:lpstr>
      <vt:lpstr>PowerPoint Presentation</vt:lpstr>
      <vt:lpstr>PowerPoint Presentation</vt:lpstr>
      <vt:lpstr>PowerPoint Presentation</vt:lpstr>
      <vt:lpstr>PowerPoint Presentation</vt:lpstr>
      <vt:lpstr>PowerPoint Presentation</vt:lpstr>
      <vt:lpstr>PowerPoint Presentation</vt:lpstr>
      <vt:lpstr>Tổ chức Biên chế</vt:lpstr>
      <vt:lpstr>Tiểu đội 1</vt:lpstr>
      <vt:lpstr>Tiểu đội 2</vt:lpstr>
      <vt:lpstr>Tiểu đội 3</vt:lpstr>
      <vt:lpstr>Tiểu đội 4</vt:lpstr>
      <vt:lpstr>Tiểu đội 5</vt:lpstr>
      <vt:lpstr>Tiểu đội 6</vt:lpstr>
      <vt:lpstr>Tiểu đội 7</vt:lpstr>
      <vt:lpstr>Tiểu đội 8</vt:lpstr>
      <vt:lpstr>Tiểu đội 9</vt:lpstr>
      <vt:lpstr>Tiểu đội 10</vt:lpstr>
      <vt:lpstr>Tiểu đội 1</vt:lpstr>
      <vt:lpstr>Tiểu đội 2</vt:lpstr>
      <vt:lpstr>Tiểu đội 3</vt:lpstr>
      <vt:lpstr>Tiểu đội 4</vt:lpstr>
      <vt:lpstr>Tiểu đội 5</vt:lpstr>
      <vt:lpstr>Tiểu đội 6</vt:lpstr>
      <vt:lpstr>Tiểu đội 7</vt:lpstr>
      <vt:lpstr>Tiểu đội 8</vt:lpstr>
      <vt:lpstr>Tiểu đội 9</vt:lpstr>
      <vt:lpstr>Tiểu đội 10</vt:lpstr>
      <vt:lpstr>PowerPoint Presentation</vt:lpstr>
      <vt:lpstr>DANH SÁCH CÁN BỘ ĐẠI ĐỘI 27</vt:lpstr>
      <vt:lpstr>DANH SÁCH CÁN BỘ ĐẠI ĐỘI 28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Ký hiệu của từng Học phần</vt:lpstr>
      <vt:lpstr>THI TRỰC TUYẾN</vt:lpstr>
      <vt:lpstr>PowerPoint Presentation</vt:lpstr>
      <vt:lpstr>PowerPoint Presentation</vt:lpstr>
      <vt:lpstr>THỜI KHÓA BIỂU</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Tổ chức Biên chế và quán triệt</dc:title>
  <dc:creator>Huy Mai</dc:creator>
  <cp:lastModifiedBy>Administrator</cp:lastModifiedBy>
  <cp:revision>127</cp:revision>
  <dcterms:created xsi:type="dcterms:W3CDTF">2021-05-19T07:44:54Z</dcterms:created>
  <dcterms:modified xsi:type="dcterms:W3CDTF">2022-11-01T08:30:03Z</dcterms:modified>
</cp:coreProperties>
</file>